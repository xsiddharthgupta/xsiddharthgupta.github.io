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18" r:id="rId6"/>
    <p:sldId id="309" r:id="rId7"/>
    <p:sldId id="319" r:id="rId8"/>
    <p:sldId id="322" r:id="rId9"/>
    <p:sldId id="32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405" autoAdjust="0"/>
  </p:normalViewPr>
  <p:slideViewPr>
    <p:cSldViewPr snapToGrid="0">
      <p:cViewPr>
        <p:scale>
          <a:sx n="69" d="100"/>
          <a:sy n="69" d="100"/>
        </p:scale>
        <p:origin x="564" y="6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ddharth Gupta" userId="1a6ae452-4458-4510-b936-323e8f653bb6" providerId="ADAL" clId="{3FBC5DD8-0D76-4079-9899-A83A27DEE7B6}"/>
    <pc:docChg chg="undo custSel addSld delSld modSld">
      <pc:chgData name="Siddharth Gupta" userId="1a6ae452-4458-4510-b936-323e8f653bb6" providerId="ADAL" clId="{3FBC5DD8-0D76-4079-9899-A83A27DEE7B6}" dt="2026-08-21T15:59:45.673" v="193" actId="47"/>
      <pc:docMkLst>
        <pc:docMk/>
      </pc:docMkLst>
      <pc:sldChg chg="modSp mod">
        <pc:chgData name="Siddharth Gupta" userId="1a6ae452-4458-4510-b936-323e8f653bb6" providerId="ADAL" clId="{3FBC5DD8-0D76-4079-9899-A83A27DEE7B6}" dt="2026-08-19T20:44:16.775" v="155" actId="20577"/>
        <pc:sldMkLst>
          <pc:docMk/>
          <pc:sldMk cId="1966913227" sldId="309"/>
        </pc:sldMkLst>
        <pc:spChg chg="mod">
          <ac:chgData name="Siddharth Gupta" userId="1a6ae452-4458-4510-b936-323e8f653bb6" providerId="ADAL" clId="{3FBC5DD8-0D76-4079-9899-A83A27DEE7B6}" dt="2026-08-19T20:44:16.775" v="155" actId="20577"/>
          <ac:spMkLst>
            <pc:docMk/>
            <pc:sldMk cId="1966913227" sldId="309"/>
            <ac:spMk id="8" creationId="{BCFDA37B-399A-B9F0-7A7D-2A891EB7FFA6}"/>
          </ac:spMkLst>
        </pc:spChg>
      </pc:sldChg>
      <pc:sldChg chg="modSp mod">
        <pc:chgData name="Siddharth Gupta" userId="1a6ae452-4458-4510-b936-323e8f653bb6" providerId="ADAL" clId="{3FBC5DD8-0D76-4079-9899-A83A27DEE7B6}" dt="2026-08-19T20:37:05.273" v="141" actId="20577"/>
        <pc:sldMkLst>
          <pc:docMk/>
          <pc:sldMk cId="3724722725" sldId="318"/>
        </pc:sldMkLst>
        <pc:spChg chg="mod">
          <ac:chgData name="Siddharth Gupta" userId="1a6ae452-4458-4510-b936-323e8f653bb6" providerId="ADAL" clId="{3FBC5DD8-0D76-4079-9899-A83A27DEE7B6}" dt="2026-08-19T20:37:05.273" v="141" actId="20577"/>
          <ac:spMkLst>
            <pc:docMk/>
            <pc:sldMk cId="3724722725" sldId="318"/>
            <ac:spMk id="3" creationId="{3F0B78EC-B0BC-D485-C7FE-9FA56FEE35D1}"/>
          </ac:spMkLst>
        </pc:spChg>
      </pc:sldChg>
      <pc:sldChg chg="modSp mod">
        <pc:chgData name="Siddharth Gupta" userId="1a6ae452-4458-4510-b936-323e8f653bb6" providerId="ADAL" clId="{3FBC5DD8-0D76-4079-9899-A83A27DEE7B6}" dt="2026-08-19T20:48:11.487" v="157" actId="20577"/>
        <pc:sldMkLst>
          <pc:docMk/>
          <pc:sldMk cId="3117970514" sldId="319"/>
        </pc:sldMkLst>
        <pc:spChg chg="mod">
          <ac:chgData name="Siddharth Gupta" userId="1a6ae452-4458-4510-b936-323e8f653bb6" providerId="ADAL" clId="{3FBC5DD8-0D76-4079-9899-A83A27DEE7B6}" dt="2026-08-19T20:48:11.487" v="157" actId="20577"/>
          <ac:spMkLst>
            <pc:docMk/>
            <pc:sldMk cId="3117970514" sldId="319"/>
            <ac:spMk id="3" creationId="{133D3182-8A8B-0884-2B0B-86A97823F67D}"/>
          </ac:spMkLst>
        </pc:spChg>
      </pc:sldChg>
      <pc:sldChg chg="modSp mod">
        <pc:chgData name="Siddharth Gupta" userId="1a6ae452-4458-4510-b936-323e8f653bb6" providerId="ADAL" clId="{3FBC5DD8-0D76-4079-9899-A83A27DEE7B6}" dt="2026-08-19T00:07:09.455" v="47" actId="20577"/>
        <pc:sldMkLst>
          <pc:docMk/>
          <pc:sldMk cId="719894589" sldId="321"/>
        </pc:sldMkLst>
        <pc:spChg chg="mod">
          <ac:chgData name="Siddharth Gupta" userId="1a6ae452-4458-4510-b936-323e8f653bb6" providerId="ADAL" clId="{3FBC5DD8-0D76-4079-9899-A83A27DEE7B6}" dt="2026-08-19T00:07:09.455" v="47" actId="20577"/>
          <ac:spMkLst>
            <pc:docMk/>
            <pc:sldMk cId="719894589" sldId="321"/>
            <ac:spMk id="2" creationId="{01E3240D-9985-689A-9733-48756568CC7F}"/>
          </ac:spMkLst>
        </pc:spChg>
      </pc:sldChg>
      <pc:sldChg chg="addSp delSp modSp mod">
        <pc:chgData name="Siddharth Gupta" userId="1a6ae452-4458-4510-b936-323e8f653bb6" providerId="ADAL" clId="{3FBC5DD8-0D76-4079-9899-A83A27DEE7B6}" dt="2026-08-19T20:48:50.528" v="191" actId="27636"/>
        <pc:sldMkLst>
          <pc:docMk/>
          <pc:sldMk cId="3117970514" sldId="322"/>
        </pc:sldMkLst>
        <pc:spChg chg="mod">
          <ac:chgData name="Siddharth Gupta" userId="1a6ae452-4458-4510-b936-323e8f653bb6" providerId="ADAL" clId="{3FBC5DD8-0D76-4079-9899-A83A27DEE7B6}" dt="2026-08-19T20:48:50.528" v="191" actId="27636"/>
          <ac:spMkLst>
            <pc:docMk/>
            <pc:sldMk cId="3117970514" sldId="322"/>
            <ac:spMk id="3" creationId="{133D3182-8A8B-0884-2B0B-86A97823F67D}"/>
          </ac:spMkLst>
        </pc:spChg>
        <pc:spChg chg="add del mod">
          <ac:chgData name="Siddharth Gupta" userId="1a6ae452-4458-4510-b936-323e8f653bb6" providerId="ADAL" clId="{3FBC5DD8-0D76-4079-9899-A83A27DEE7B6}" dt="2026-08-19T20:17:34.462" v="117" actId="1076"/>
          <ac:spMkLst>
            <pc:docMk/>
            <pc:sldMk cId="3117970514" sldId="322"/>
            <ac:spMk id="20" creationId="{00000000-0000-0000-0000-000000000000}"/>
          </ac:spMkLst>
        </pc:spChg>
        <pc:spChg chg="add del mod">
          <ac:chgData name="Siddharth Gupta" userId="1a6ae452-4458-4510-b936-323e8f653bb6" providerId="ADAL" clId="{3FBC5DD8-0D76-4079-9899-A83A27DEE7B6}" dt="2026-08-19T20:17:53.831" v="119" actId="1076"/>
          <ac:spMkLst>
            <pc:docMk/>
            <pc:sldMk cId="3117970514" sldId="322"/>
            <ac:spMk id="21" creationId="{00000000-0000-0000-0000-000000000000}"/>
          </ac:spMkLst>
        </pc:spChg>
        <pc:picChg chg="mod">
          <ac:chgData name="Siddharth Gupta" userId="1a6ae452-4458-4510-b936-323e8f653bb6" providerId="ADAL" clId="{3FBC5DD8-0D76-4079-9899-A83A27DEE7B6}" dt="2026-08-19T20:18:57.964" v="120" actId="1440"/>
          <ac:picMkLst>
            <pc:docMk/>
            <pc:sldMk cId="3117970514" sldId="322"/>
            <ac:picMk id="22" creationId="{00000000-0000-0000-0000-000000000000}"/>
          </ac:picMkLst>
        </pc:picChg>
        <pc:picChg chg="mod">
          <ac:chgData name="Siddharth Gupta" userId="1a6ae452-4458-4510-b936-323e8f653bb6" providerId="ADAL" clId="{3FBC5DD8-0D76-4079-9899-A83A27DEE7B6}" dt="2026-08-19T20:19:00.934" v="121" actId="1440"/>
          <ac:picMkLst>
            <pc:docMk/>
            <pc:sldMk cId="3117970514" sldId="322"/>
            <ac:picMk id="23" creationId="{00000000-0000-0000-0000-000000000000}"/>
          </ac:picMkLst>
        </pc:picChg>
      </pc:sldChg>
      <pc:sldChg chg="new del">
        <pc:chgData name="Siddharth Gupta" userId="1a6ae452-4458-4510-b936-323e8f653bb6" providerId="ADAL" clId="{3FBC5DD8-0D76-4079-9899-A83A27DEE7B6}" dt="2026-08-21T15:59:45.673" v="193" actId="47"/>
        <pc:sldMkLst>
          <pc:docMk/>
          <pc:sldMk cId="1806190068" sldId="32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/>
          <a:p>
            <a:r>
              <a:rPr lang="en-US" dirty="0" err="1"/>
              <a:t>EcoWave</a:t>
            </a:r>
            <a:br>
              <a:rPr lang="en-US" dirty="0"/>
            </a:br>
            <a:r>
              <a:rPr lang="en-US" sz="2000" dirty="0"/>
              <a:t>Siddharth Gupta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F57BE-2EF9-5F13-0795-B1935973D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B78EC-B0BC-D485-C7FE-9FA56FEE35D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SUSTAINABILITY IS A MAJOR GLOBAL CHALLENGE</a:t>
            </a:r>
          </a:p>
          <a:p>
            <a:r>
              <a:rPr lang="en-US" dirty="0"/>
              <a:t>Climate change, biodiversity loss, and resource depletion make sustainable </a:t>
            </a:r>
            <a:r>
              <a:rPr lang="en-US" dirty="0" err="1"/>
              <a:t>everday</a:t>
            </a:r>
            <a:r>
              <a:rPr lang="en-US" dirty="0"/>
              <a:t> choices important.</a:t>
            </a:r>
          </a:p>
          <a:p>
            <a:pPr marL="0" indent="0">
              <a:buNone/>
            </a:pPr>
            <a:r>
              <a:rPr lang="en-US" b="1" dirty="0"/>
              <a:t>TARGET AUDIENCE</a:t>
            </a:r>
          </a:p>
          <a:p>
            <a:r>
              <a:rPr lang="en-US" dirty="0"/>
              <a:t>Students</a:t>
            </a:r>
          </a:p>
          <a:p>
            <a:r>
              <a:rPr lang="en-US" dirty="0"/>
              <a:t>Environmentally-conscious individuals</a:t>
            </a:r>
          </a:p>
          <a:p>
            <a:pPr marL="0" indent="0">
              <a:buNone/>
            </a:pPr>
            <a:r>
              <a:rPr lang="en-US" b="1" dirty="0"/>
              <a:t>THE PROBLEM</a:t>
            </a:r>
          </a:p>
          <a:p>
            <a:r>
              <a:rPr lang="en-US" dirty="0"/>
              <a:t>People lack motivation to recycle, reuse, or shop secondhand consistently.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BC002-7029-B834-7B43-E5CEB3D69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722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SOLUTION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err="1"/>
              <a:t>EcoWave</a:t>
            </a:r>
            <a:r>
              <a:rPr lang="en-US" sz="1800" b="1" dirty="0"/>
              <a:t> turns everyday sustainable choices into an easy, rewarding habit.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- Scan trash to identify recyclables, browse or list finds in the marketplace, and locate nearby thrift stores — all in one app.</a:t>
            </a:r>
          </a:p>
          <a:p>
            <a:pPr marL="0" indent="0">
              <a:buNone/>
            </a:pPr>
            <a:r>
              <a:rPr lang="en-US" sz="1800" dirty="0"/>
              <a:t>- Every action earns XP, which unlocks real rewards like gift cards and donations.</a:t>
            </a:r>
          </a:p>
          <a:p>
            <a:pPr marL="0" indent="0">
              <a:buNone/>
            </a:pPr>
            <a:r>
              <a:rPr lang="en-US" sz="1800" dirty="0"/>
              <a:t>- A built-in learning hub also helps users understand the pollution problem </a:t>
            </a:r>
            <a:r>
              <a:rPr lang="en-US" sz="1800" dirty="0" err="1"/>
              <a:t>EcoWave</a:t>
            </a:r>
            <a:r>
              <a:rPr lang="en-US" sz="1800" dirty="0"/>
              <a:t> is solving.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Scan → Recycle → Earn → Redeem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0FA6-59C8-18AD-C8CE-00335E53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3182-8A8B-0884-2B0B-86A97823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How the core loop works, input to output:</a:t>
            </a:r>
          </a:p>
          <a:p>
            <a:pPr marL="0" indent="0">
              <a:buNone/>
            </a:pPr>
            <a:endParaRPr lang="en-US" b="1" dirty="0"/>
          </a:p>
          <a:p>
            <a:pPr lvl="0"/>
            <a:r>
              <a:rPr lang="en-US" b="1" dirty="0"/>
              <a:t>Scanner</a:t>
            </a:r>
            <a:r>
              <a:rPr lang="en-US" dirty="0"/>
              <a:t> — camera image → AI model classifies it as recyclable or not → XP awarded</a:t>
            </a:r>
          </a:p>
          <a:p>
            <a:pPr lvl="0"/>
            <a:r>
              <a:rPr lang="en-US" b="1" dirty="0"/>
              <a:t>Marketplace</a:t>
            </a:r>
            <a:r>
              <a:rPr lang="en-US" dirty="0"/>
              <a:t> — item is searched or uploaded → listing goes live → XP earned</a:t>
            </a:r>
          </a:p>
          <a:p>
            <a:pPr lvl="0"/>
            <a:r>
              <a:rPr lang="en-US" b="1" dirty="0"/>
              <a:t>Rewards</a:t>
            </a:r>
            <a:r>
              <a:rPr lang="en-US" dirty="0"/>
              <a:t> — XP balance → redeemed for a gift card or donation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55FC5-B4E3-CADB-110B-8657B00C4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7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0FA6-59C8-18AD-C8CE-00335E53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ITERATION &amp; REDESIGN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D3182-8A8B-0884-2B0B-86A97823F6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828800"/>
            <a:ext cx="7150608" cy="950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Got feedback from parents and friends who tried the first version, then redesigned the site around it.</a:t>
            </a:r>
          </a:p>
          <a:p>
            <a:r>
              <a:rPr lang="en-US" dirty="0"/>
              <a:t>Added a dark mode toggle, cleaned up the overall look, and made the site easier to navigate.</a:t>
            </a:r>
          </a:p>
        </p:txBody>
      </p:sp>
      <p:sp>
        <p:nvSpPr>
          <p:cNvPr id="20" name="Before Label"/>
          <p:cNvSpPr/>
          <p:nvPr/>
        </p:nvSpPr>
        <p:spPr>
          <a:xfrm>
            <a:off x="613776" y="3098800"/>
            <a:ext cx="4478500" cy="330200"/>
          </a:xfrm>
          <a:prstGeom prst="rect">
            <a:avLst/>
          </a:prstGeom>
          <a:noFill/>
        </p:spPr>
        <p:txBody>
          <a:bodyPr lIns="0" tIns="0" rIns="0" bIns="0" anchor="b">
            <a:noAutofit/>
          </a:bodyPr>
          <a:lstStyle/>
          <a:p>
            <a:pPr algn="ctr"/>
            <a:r>
              <a:rPr lang="en-US" b="1" dirty="0">
                <a:solidFill>
                  <a:srgbClr val="AC5B4C"/>
                </a:solidFill>
              </a:rPr>
              <a:t>BEFORE</a:t>
            </a:r>
          </a:p>
        </p:txBody>
      </p:sp>
      <p:pic>
        <p:nvPicPr>
          <p:cNvPr id="22" name="Before Screenshot" descr="Original EcoWave homepage before the redesig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52" y="3509000"/>
            <a:ext cx="5079748" cy="25398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1" name="After Label"/>
          <p:cNvSpPr/>
          <p:nvPr/>
        </p:nvSpPr>
        <p:spPr>
          <a:xfrm>
            <a:off x="6434724" y="3018800"/>
            <a:ext cx="4478500" cy="330200"/>
          </a:xfrm>
          <a:prstGeom prst="rect">
            <a:avLst/>
          </a:prstGeom>
          <a:noFill/>
        </p:spPr>
        <p:txBody>
          <a:bodyPr lIns="0" tIns="0" rIns="0" bIns="0" anchor="b">
            <a:noAutofit/>
          </a:bodyPr>
          <a:lstStyle/>
          <a:p>
            <a:pPr algn="ctr"/>
            <a:r>
              <a:rPr lang="en-US" b="1" dirty="0">
                <a:solidFill>
                  <a:srgbClr val="AC5B4C"/>
                </a:solidFill>
              </a:rPr>
              <a:t>AFTER</a:t>
            </a:r>
          </a:p>
        </p:txBody>
      </p:sp>
      <p:pic>
        <p:nvPicPr>
          <p:cNvPr id="23" name="After Screenshot" descr="Redesigned EcoWave homepage after the rede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3509000"/>
            <a:ext cx="5079748" cy="253987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55FC5-B4E3-CADB-110B-8657B00C4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9705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3240D-9985-689A-9733-48756568C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</p:spTree>
    <p:extLst>
      <p:ext uri="{BB962C8B-B14F-4D97-AF65-F5344CB8AC3E}">
        <p14:creationId xmlns:p14="http://schemas.microsoft.com/office/powerpoint/2010/main" val="7198945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2CD423A106B547A4737A05810F5018" ma:contentTypeVersion="18" ma:contentTypeDescription="Create a new document." ma:contentTypeScope="" ma:versionID="94edadb94bb1886ae11177fc19b25995">
  <xsd:schema xmlns:xsd="http://www.w3.org/2001/XMLSchema" xmlns:xs="http://www.w3.org/2001/XMLSchema" xmlns:p="http://schemas.microsoft.com/office/2006/metadata/properties" xmlns:ns3="71f21705-a1d7-493c-8d95-bf0583d4ebd8" xmlns:ns4="b0dabb22-25c9-4074-b840-f84cc73467bc" targetNamespace="http://schemas.microsoft.com/office/2006/metadata/properties" ma:root="true" ma:fieldsID="8757b89669e1af0d610d0f2e878f19e3" ns3:_="" ns4:_="">
    <xsd:import namespace="71f21705-a1d7-493c-8d95-bf0583d4ebd8"/>
    <xsd:import namespace="b0dabb22-25c9-4074-b840-f84cc73467b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f21705-a1d7-493c-8d95-bf0583d4eb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abb22-25c9-4074-b840-f84cc73467b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f21705-a1d7-493c-8d95-bf0583d4ebd8" xsi:nil="true"/>
    <_activity xmlns="71f21705-a1d7-493c-8d95-bf0583d4ebd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1B327A-2226-465F-987B-7BD4A585864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f21705-a1d7-493c-8d95-bf0583d4ebd8"/>
    <ds:schemaRef ds:uri="b0dabb22-25c9-4074-b840-f84cc73467b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terms/"/>
    <ds:schemaRef ds:uri="71f21705-a1d7-493c-8d95-bf0583d4ebd8"/>
    <ds:schemaRef ds:uri="b0dabb22-25c9-4074-b840-f84cc73467bc"/>
    <ds:schemaRef ds:uri="http://purl.org/dc/elements/1.1/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{068D6598-941A-4013-838F-8CBA81FD19DF}tf11964407_win32</Template>
  <TotalTime>372</TotalTime>
  <Words>229</Words>
  <Application>Microsoft Office PowerPoint</Application>
  <PresentationFormat>Widescreen</PresentationFormat>
  <Paragraphs>35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Courier New</vt:lpstr>
      <vt:lpstr>Gill Sans Nova Light</vt:lpstr>
      <vt:lpstr>Sagona Book</vt:lpstr>
      <vt:lpstr>Custom</vt:lpstr>
      <vt:lpstr>EcoWave Siddharth Gupta</vt:lpstr>
      <vt:lpstr>PROBLEM</vt:lpstr>
      <vt:lpstr>SOLUTION</vt:lpstr>
      <vt:lpstr>DESIGN</vt:lpstr>
      <vt:lpstr>ITERATION &amp; REDESIGN</vt:lpstr>
      <vt:lpstr>DEMO!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Gupta</dc:creator>
  <cp:lastModifiedBy>Siddharth Gupta</cp:lastModifiedBy>
  <cp:revision>3</cp:revision>
  <dcterms:created xsi:type="dcterms:W3CDTF">2025-04-11T13:05:37Z</dcterms:created>
  <dcterms:modified xsi:type="dcterms:W3CDTF">2026-08-21T15:59:56Z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0x0101008B2CD423A106B547A4737A05810F5018</vt:lpwstr>
  </property>
  <property fmtid="{D5CDD505-2E9C-101B-9397-08002B2CF9AE}" pid="3" name="MediaServiceImageTags">
    <vt:lpwstr/>
  </property>
</Properties>
</file>