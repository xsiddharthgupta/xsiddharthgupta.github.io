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7772400"/>
  <p:notesSz cx="121920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9832F-8EB3-4CB8-92C6-8A40C165472E}" v="14" dt="2026-02-06T18:58:51.84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424" y="8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 Gupta" userId="3dcd29ec45cc6c39" providerId="LiveId" clId="{F108ED42-67FF-4249-894A-E5811C071B06}"/>
    <pc:docChg chg="undo custSel addSld delSld modSld">
      <pc:chgData name="Siddharth Gupta" userId="3dcd29ec45cc6c39" providerId="LiveId" clId="{F108ED42-67FF-4249-894A-E5811C071B06}" dt="2026-02-06T22:11:11.519" v="65" actId="47"/>
      <pc:docMkLst>
        <pc:docMk/>
      </pc:docMkLst>
      <pc:sldChg chg="modSp del mod">
        <pc:chgData name="Siddharth Gupta" userId="3dcd29ec45cc6c39" providerId="LiveId" clId="{F108ED42-67FF-4249-894A-E5811C071B06}" dt="2026-02-06T22:11:11.519" v="65" actId="47"/>
        <pc:sldMkLst>
          <pc:docMk/>
          <pc:sldMk cId="0" sldId="256"/>
        </pc:sldMkLst>
      </pc:sldChg>
      <pc:sldChg chg="addSp delSp modSp mod">
        <pc:chgData name="Siddharth Gupta" userId="3dcd29ec45cc6c39" providerId="LiveId" clId="{F108ED42-67FF-4249-894A-E5811C071B06}" dt="2026-01-30T01:35:54.653" v="20" actId="1076"/>
        <pc:sldMkLst>
          <pc:docMk/>
          <pc:sldMk cId="0" sldId="257"/>
        </pc:sldMkLst>
        <pc:spChg chg="add mod">
          <ac:chgData name="Siddharth Gupta" userId="3dcd29ec45cc6c39" providerId="LiveId" clId="{F108ED42-67FF-4249-894A-E5811C071B06}" dt="2026-01-30T01:35:54.653" v="20" actId="1076"/>
          <ac:spMkLst>
            <pc:docMk/>
            <pc:sldMk cId="0" sldId="257"/>
            <ac:spMk id="96" creationId="{4320187B-11C8-15EE-82C4-2DDF9AE3F2B4}"/>
          </ac:spMkLst>
        </pc:spChg>
      </pc:sldChg>
      <pc:sldChg chg="addSp modSp mod">
        <pc:chgData name="Siddharth Gupta" userId="3dcd29ec45cc6c39" providerId="LiveId" clId="{F108ED42-67FF-4249-894A-E5811C071B06}" dt="2026-01-30T01:36:03.220" v="22" actId="1076"/>
        <pc:sldMkLst>
          <pc:docMk/>
          <pc:sldMk cId="0" sldId="258"/>
        </pc:sldMkLst>
        <pc:spChg chg="add mod">
          <ac:chgData name="Siddharth Gupta" userId="3dcd29ec45cc6c39" providerId="LiveId" clId="{F108ED42-67FF-4249-894A-E5811C071B06}" dt="2026-01-30T01:36:03.220" v="22" actId="1076"/>
          <ac:spMkLst>
            <pc:docMk/>
            <pc:sldMk cId="0" sldId="258"/>
            <ac:spMk id="31" creationId="{AC55B600-6208-647D-D4E0-7C90F2947054}"/>
          </ac:spMkLst>
        </pc:spChg>
      </pc:sldChg>
      <pc:sldChg chg="addSp modSp mod">
        <pc:chgData name="Siddharth Gupta" userId="3dcd29ec45cc6c39" providerId="LiveId" clId="{F108ED42-67FF-4249-894A-E5811C071B06}" dt="2026-01-30T01:36:11.343" v="24" actId="1076"/>
        <pc:sldMkLst>
          <pc:docMk/>
          <pc:sldMk cId="0" sldId="259"/>
        </pc:sldMkLst>
        <pc:spChg chg="add mod">
          <ac:chgData name="Siddharth Gupta" userId="3dcd29ec45cc6c39" providerId="LiveId" clId="{F108ED42-67FF-4249-894A-E5811C071B06}" dt="2026-01-30T01:36:11.343" v="24" actId="1076"/>
          <ac:spMkLst>
            <pc:docMk/>
            <pc:sldMk cId="0" sldId="259"/>
            <ac:spMk id="294" creationId="{640EEB09-9772-1AE5-43EE-3B122CF0F0F0}"/>
          </ac:spMkLst>
        </pc:spChg>
      </pc:sldChg>
      <pc:sldChg chg="addSp modSp mod">
        <pc:chgData name="Siddharth Gupta" userId="3dcd29ec45cc6c39" providerId="LiveId" clId="{F108ED42-67FF-4249-894A-E5811C071B06}" dt="2026-01-30T01:36:21.831" v="26" actId="1076"/>
        <pc:sldMkLst>
          <pc:docMk/>
          <pc:sldMk cId="0" sldId="260"/>
        </pc:sldMkLst>
        <pc:spChg chg="add mod">
          <ac:chgData name="Siddharth Gupta" userId="3dcd29ec45cc6c39" providerId="LiveId" clId="{F108ED42-67FF-4249-894A-E5811C071B06}" dt="2026-01-30T01:36:21.831" v="26" actId="1076"/>
          <ac:spMkLst>
            <pc:docMk/>
            <pc:sldMk cId="0" sldId="260"/>
            <ac:spMk id="158" creationId="{14A0500D-8FEA-6BC1-9C51-2CD48B611A98}"/>
          </ac:spMkLst>
        </pc:spChg>
      </pc:sldChg>
      <pc:sldChg chg="addSp modSp mod">
        <pc:chgData name="Siddharth Gupta" userId="3dcd29ec45cc6c39" providerId="LiveId" clId="{F108ED42-67FF-4249-894A-E5811C071B06}" dt="2026-01-30T01:36:32.755" v="28" actId="1076"/>
        <pc:sldMkLst>
          <pc:docMk/>
          <pc:sldMk cId="0" sldId="261"/>
        </pc:sldMkLst>
        <pc:spChg chg="add mod">
          <ac:chgData name="Siddharth Gupta" userId="3dcd29ec45cc6c39" providerId="LiveId" clId="{F108ED42-67FF-4249-894A-E5811C071B06}" dt="2026-01-30T01:36:32.755" v="28" actId="1076"/>
          <ac:spMkLst>
            <pc:docMk/>
            <pc:sldMk cId="0" sldId="261"/>
            <ac:spMk id="124" creationId="{08D4C93D-6CC3-92FE-60C0-B1E1AD19C372}"/>
          </ac:spMkLst>
        </pc:spChg>
      </pc:sldChg>
      <pc:sldChg chg="addSp modSp mod">
        <pc:chgData name="Siddharth Gupta" userId="3dcd29ec45cc6c39" providerId="LiveId" clId="{F108ED42-67FF-4249-894A-E5811C071B06}" dt="2026-01-30T01:37:09.465" v="33" actId="14100"/>
        <pc:sldMkLst>
          <pc:docMk/>
          <pc:sldMk cId="0" sldId="262"/>
        </pc:sldMkLst>
        <pc:spChg chg="add mod">
          <ac:chgData name="Siddharth Gupta" userId="3dcd29ec45cc6c39" providerId="LiveId" clId="{F108ED42-67FF-4249-894A-E5811C071B06}" dt="2026-01-30T01:37:09.465" v="33" actId="14100"/>
          <ac:spMkLst>
            <pc:docMk/>
            <pc:sldMk cId="0" sldId="262"/>
            <ac:spMk id="55" creationId="{84A2F8BC-7E0D-D8BF-A5EF-08C18EE13979}"/>
          </ac:spMkLst>
        </pc:spChg>
      </pc:sldChg>
      <pc:sldChg chg="addSp modSp mod">
        <pc:chgData name="Siddharth Gupta" userId="3dcd29ec45cc6c39" providerId="LiveId" clId="{F108ED42-67FF-4249-894A-E5811C071B06}" dt="2026-01-30T01:38:17.740" v="50" actId="1076"/>
        <pc:sldMkLst>
          <pc:docMk/>
          <pc:sldMk cId="0" sldId="263"/>
        </pc:sldMkLst>
        <pc:spChg chg="add mod">
          <ac:chgData name="Siddharth Gupta" userId="3dcd29ec45cc6c39" providerId="LiveId" clId="{F108ED42-67FF-4249-894A-E5811C071B06}" dt="2026-01-30T01:38:17.740" v="50" actId="1076"/>
          <ac:spMkLst>
            <pc:docMk/>
            <pc:sldMk cId="0" sldId="263"/>
            <ac:spMk id="136" creationId="{A024E96A-604E-26D6-9626-37B677E19AB7}"/>
          </ac:spMkLst>
        </pc:spChg>
      </pc:sldChg>
      <pc:sldChg chg="addSp modSp mod">
        <pc:chgData name="Siddharth Gupta" userId="3dcd29ec45cc6c39" providerId="LiveId" clId="{F108ED42-67FF-4249-894A-E5811C071B06}" dt="2026-01-30T01:37:31.630" v="38" actId="14100"/>
        <pc:sldMkLst>
          <pc:docMk/>
          <pc:sldMk cId="0" sldId="264"/>
        </pc:sldMkLst>
        <pc:spChg chg="add mod">
          <ac:chgData name="Siddharth Gupta" userId="3dcd29ec45cc6c39" providerId="LiveId" clId="{F108ED42-67FF-4249-894A-E5811C071B06}" dt="2026-01-30T01:37:31.630" v="38" actId="14100"/>
          <ac:spMkLst>
            <pc:docMk/>
            <pc:sldMk cId="0" sldId="264"/>
            <ac:spMk id="74" creationId="{BC10F3E3-2AEF-5AE5-078F-BB018811947E}"/>
          </ac:spMkLst>
        </pc:spChg>
      </pc:sldChg>
      <pc:sldChg chg="addSp delSp modSp mod">
        <pc:chgData name="Siddharth Gupta" userId="3dcd29ec45cc6c39" providerId="LiveId" clId="{F108ED42-67FF-4249-894A-E5811C071B06}" dt="2026-02-06T19:16:25.531" v="64" actId="21"/>
        <pc:sldMkLst>
          <pc:docMk/>
          <pc:sldMk cId="0" sldId="265"/>
        </pc:sldMkLst>
        <pc:spChg chg="add del mod">
          <ac:chgData name="Siddharth Gupta" userId="3dcd29ec45cc6c39" providerId="LiveId" clId="{F108ED42-67FF-4249-894A-E5811C071B06}" dt="2026-02-06T19:16:25.531" v="64" actId="21"/>
          <ac:spMkLst>
            <pc:docMk/>
            <pc:sldMk cId="0" sldId="265"/>
            <ac:spMk id="302" creationId="{7E50CD17-85DA-B35E-93D6-0EC458E6D4DB}"/>
          </ac:spMkLst>
        </pc:spChg>
      </pc:sldChg>
      <pc:sldChg chg="addSp modSp mod">
        <pc:chgData name="Siddharth Gupta" userId="3dcd29ec45cc6c39" providerId="LiveId" clId="{F108ED42-67FF-4249-894A-E5811C071B06}" dt="2026-02-06T18:58:44.211" v="56" actId="1076"/>
        <pc:sldMkLst>
          <pc:docMk/>
          <pc:sldMk cId="0" sldId="266"/>
        </pc:sldMkLst>
        <pc:spChg chg="add mod">
          <ac:chgData name="Siddharth Gupta" userId="3dcd29ec45cc6c39" providerId="LiveId" clId="{F108ED42-67FF-4249-894A-E5811C071B06}" dt="2026-02-06T18:58:44.211" v="56" actId="1076"/>
          <ac:spMkLst>
            <pc:docMk/>
            <pc:sldMk cId="0" sldId="266"/>
            <ac:spMk id="158" creationId="{B7CE9D4F-0C48-32BA-3462-BED9A14264DD}"/>
          </ac:spMkLst>
        </pc:spChg>
      </pc:sldChg>
      <pc:sldChg chg="addSp modSp mod">
        <pc:chgData name="Siddharth Gupta" userId="3dcd29ec45cc6c39" providerId="LiveId" clId="{F108ED42-67FF-4249-894A-E5811C071B06}" dt="2026-02-06T18:59:21.837" v="60" actId="1076"/>
        <pc:sldMkLst>
          <pc:docMk/>
          <pc:sldMk cId="0" sldId="267"/>
        </pc:sldMkLst>
        <pc:spChg chg="add mod">
          <ac:chgData name="Siddharth Gupta" userId="3dcd29ec45cc6c39" providerId="LiveId" clId="{F108ED42-67FF-4249-894A-E5811C071B06}" dt="2026-02-06T18:59:21.837" v="60" actId="1076"/>
          <ac:spMkLst>
            <pc:docMk/>
            <pc:sldMk cId="0" sldId="267"/>
            <ac:spMk id="98" creationId="{AE3B8A9A-25BA-E540-FA62-074D9E6CE3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770120" y="0"/>
            <a:ext cx="7421880" cy="6858000"/>
          </a:xfrm>
          <a:custGeom>
            <a:avLst/>
            <a:gdLst/>
            <a:ahLst/>
            <a:cxnLst/>
            <a:rect l="l" t="t" r="r" b="b"/>
            <a:pathLst>
              <a:path w="7421880" h="6858000">
                <a:moveTo>
                  <a:pt x="7421880" y="0"/>
                </a:moveTo>
                <a:lnTo>
                  <a:pt x="0" y="0"/>
                </a:lnTo>
                <a:lnTo>
                  <a:pt x="0" y="6858000"/>
                </a:lnTo>
                <a:lnTo>
                  <a:pt x="7421880" y="6858000"/>
                </a:lnTo>
                <a:lnTo>
                  <a:pt x="7421880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00035" y="852296"/>
            <a:ext cx="264540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21" Type="http://schemas.openxmlformats.org/officeDocument/2006/relationships/image" Target="../media/image19.jp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4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3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2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13" Type="http://schemas.openxmlformats.org/officeDocument/2006/relationships/image" Target="../media/image55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19.jp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5" Type="http://schemas.openxmlformats.org/officeDocument/2006/relationships/image" Target="../media/image19.jpg"/><Relationship Id="rId10" Type="http://schemas.openxmlformats.org/officeDocument/2006/relationships/image" Target="../media/image79.png"/><Relationship Id="rId4" Type="http://schemas.openxmlformats.org/officeDocument/2006/relationships/image" Target="../media/image74.png"/><Relationship Id="rId9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5" Type="http://schemas.openxmlformats.org/officeDocument/2006/relationships/image" Target="../media/image19.jpg"/><Relationship Id="rId4" Type="http://schemas.openxmlformats.org/officeDocument/2006/relationships/image" Target="../media/image8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6.png"/><Relationship Id="rId7" Type="http://schemas.openxmlformats.org/officeDocument/2006/relationships/image" Target="../media/image19.jp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1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0.png"/><Relationship Id="rId2" Type="http://schemas.openxmlformats.org/officeDocument/2006/relationships/image" Target="../media/image91.png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5.png"/><Relationship Id="rId11" Type="http://schemas.openxmlformats.org/officeDocument/2006/relationships/image" Target="../media/image19.jpg"/><Relationship Id="rId5" Type="http://schemas.openxmlformats.org/officeDocument/2006/relationships/image" Target="../media/image94.png"/><Relationship Id="rId15" Type="http://schemas.openxmlformats.org/officeDocument/2006/relationships/image" Target="../media/image103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11817" y="4642933"/>
            <a:ext cx="123825" cy="182245"/>
          </a:xfrm>
          <a:custGeom>
            <a:avLst/>
            <a:gdLst/>
            <a:ahLst/>
            <a:cxnLst/>
            <a:rect l="l" t="t" r="r" b="b"/>
            <a:pathLst>
              <a:path w="123825" h="182245">
                <a:moveTo>
                  <a:pt x="102482" y="182036"/>
                </a:moveTo>
                <a:lnTo>
                  <a:pt x="118363" y="163568"/>
                </a:lnTo>
                <a:lnTo>
                  <a:pt x="123638" y="135161"/>
                </a:lnTo>
                <a:lnTo>
                  <a:pt x="118311" y="100620"/>
                </a:lnTo>
                <a:lnTo>
                  <a:pt x="102385" y="63751"/>
                </a:lnTo>
                <a:lnTo>
                  <a:pt x="78420" y="31522"/>
                </a:lnTo>
                <a:lnTo>
                  <a:pt x="51172" y="9636"/>
                </a:lnTo>
                <a:lnTo>
                  <a:pt x="23934" y="0"/>
                </a:lnTo>
                <a:lnTo>
                  <a:pt x="0" y="4517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4904" y="4484260"/>
            <a:ext cx="100044" cy="13814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25517" y="4738878"/>
            <a:ext cx="81280" cy="107950"/>
          </a:xfrm>
          <a:custGeom>
            <a:avLst/>
            <a:gdLst/>
            <a:ahLst/>
            <a:cxnLst/>
            <a:rect l="l" t="t" r="r" b="b"/>
            <a:pathLst>
              <a:path w="81279" h="107950">
                <a:moveTo>
                  <a:pt x="0" y="57149"/>
                </a:moveTo>
                <a:lnTo>
                  <a:pt x="0" y="3809"/>
                </a:lnTo>
                <a:lnTo>
                  <a:pt x="40385" y="0"/>
                </a:lnTo>
                <a:lnTo>
                  <a:pt x="80771" y="50291"/>
                </a:lnTo>
                <a:lnTo>
                  <a:pt x="80771" y="103631"/>
                </a:lnTo>
                <a:lnTo>
                  <a:pt x="40385" y="107441"/>
                </a:lnTo>
                <a:lnTo>
                  <a:pt x="0" y="57149"/>
                </a:lnTo>
              </a:path>
              <a:path w="81279" h="107950">
                <a:moveTo>
                  <a:pt x="80771" y="84581"/>
                </a:moveTo>
                <a:lnTo>
                  <a:pt x="40385" y="107441"/>
                </a:lnTo>
              </a:path>
              <a:path w="81279" h="107950">
                <a:moveTo>
                  <a:pt x="0" y="57149"/>
                </a:moveTo>
                <a:lnTo>
                  <a:pt x="47243" y="30479"/>
                </a:lnTo>
                <a:lnTo>
                  <a:pt x="48767" y="31241"/>
                </a:lnTo>
                <a:lnTo>
                  <a:pt x="50291" y="32765"/>
                </a:lnTo>
                <a:lnTo>
                  <a:pt x="52577" y="35051"/>
                </a:lnTo>
                <a:lnTo>
                  <a:pt x="55625" y="37337"/>
                </a:lnTo>
                <a:lnTo>
                  <a:pt x="57911" y="39623"/>
                </a:lnTo>
                <a:lnTo>
                  <a:pt x="60197" y="41909"/>
                </a:lnTo>
                <a:lnTo>
                  <a:pt x="62483" y="44195"/>
                </a:lnTo>
                <a:lnTo>
                  <a:pt x="64769" y="45719"/>
                </a:lnTo>
                <a:lnTo>
                  <a:pt x="67055" y="48005"/>
                </a:lnTo>
                <a:lnTo>
                  <a:pt x="68579" y="50291"/>
                </a:lnTo>
                <a:lnTo>
                  <a:pt x="70865" y="52577"/>
                </a:lnTo>
                <a:lnTo>
                  <a:pt x="72389" y="54863"/>
                </a:lnTo>
                <a:lnTo>
                  <a:pt x="73913" y="57149"/>
                </a:lnTo>
                <a:lnTo>
                  <a:pt x="76199" y="60197"/>
                </a:lnTo>
                <a:lnTo>
                  <a:pt x="77723" y="62483"/>
                </a:lnTo>
                <a:lnTo>
                  <a:pt x="79247" y="64769"/>
                </a:lnTo>
                <a:lnTo>
                  <a:pt x="80771" y="67817"/>
                </a:lnTo>
              </a:path>
              <a:path w="81279" h="107950">
                <a:moveTo>
                  <a:pt x="50291" y="12191"/>
                </a:moveTo>
                <a:lnTo>
                  <a:pt x="50291" y="14477"/>
                </a:lnTo>
                <a:lnTo>
                  <a:pt x="49529" y="16001"/>
                </a:lnTo>
                <a:lnTo>
                  <a:pt x="49529" y="18287"/>
                </a:lnTo>
                <a:lnTo>
                  <a:pt x="48767" y="20573"/>
                </a:lnTo>
                <a:lnTo>
                  <a:pt x="48767" y="22859"/>
                </a:lnTo>
                <a:lnTo>
                  <a:pt x="48005" y="25145"/>
                </a:lnTo>
                <a:lnTo>
                  <a:pt x="48005" y="27431"/>
                </a:lnTo>
                <a:lnTo>
                  <a:pt x="47243" y="30479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489703" y="4487417"/>
            <a:ext cx="544830" cy="403860"/>
            <a:chOff x="4489703" y="4487417"/>
            <a:chExt cx="544830" cy="403860"/>
          </a:xfrm>
        </p:grpSpPr>
        <p:sp>
          <p:nvSpPr>
            <p:cNvPr id="6" name="object 6"/>
            <p:cNvSpPr/>
            <p:nvPr/>
          </p:nvSpPr>
          <p:spPr>
            <a:xfrm>
              <a:off x="4668011" y="4496561"/>
              <a:ext cx="357505" cy="276860"/>
            </a:xfrm>
            <a:custGeom>
              <a:avLst/>
              <a:gdLst/>
              <a:ahLst/>
              <a:cxnLst/>
              <a:rect l="l" t="t" r="r" b="b"/>
              <a:pathLst>
                <a:path w="357504" h="276860">
                  <a:moveTo>
                    <a:pt x="0" y="159257"/>
                  </a:moveTo>
                  <a:lnTo>
                    <a:pt x="275081" y="0"/>
                  </a:lnTo>
                </a:path>
                <a:path w="357504" h="276860">
                  <a:moveTo>
                    <a:pt x="67817" y="276605"/>
                  </a:moveTo>
                  <a:lnTo>
                    <a:pt x="342899" y="117347"/>
                  </a:lnTo>
                </a:path>
                <a:path w="357504" h="276860">
                  <a:moveTo>
                    <a:pt x="357377" y="76199"/>
                  </a:moveTo>
                  <a:lnTo>
                    <a:pt x="357377" y="86105"/>
                  </a:lnTo>
                </a:path>
                <a:path w="357504" h="276860">
                  <a:moveTo>
                    <a:pt x="318515" y="8381"/>
                  </a:moveTo>
                  <a:lnTo>
                    <a:pt x="309371" y="304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9703" y="4638293"/>
              <a:ext cx="233933" cy="252983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62550" y="1166622"/>
            <a:ext cx="2979419" cy="33124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06591" y="5831560"/>
            <a:ext cx="163082" cy="20502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566256" y="5099740"/>
            <a:ext cx="43815" cy="56515"/>
          </a:xfrm>
          <a:custGeom>
            <a:avLst/>
            <a:gdLst/>
            <a:ahLst/>
            <a:cxnLst/>
            <a:rect l="l" t="t" r="r" b="b"/>
            <a:pathLst>
              <a:path w="43814" h="56514">
                <a:moveTo>
                  <a:pt x="0" y="15570"/>
                </a:moveTo>
                <a:lnTo>
                  <a:pt x="21820" y="53368"/>
                </a:lnTo>
                <a:lnTo>
                  <a:pt x="30340" y="56277"/>
                </a:lnTo>
                <a:lnTo>
                  <a:pt x="37305" y="54865"/>
                </a:lnTo>
                <a:lnTo>
                  <a:pt x="42011" y="49539"/>
                </a:lnTo>
                <a:lnTo>
                  <a:pt x="43752" y="40706"/>
                </a:lnTo>
                <a:lnTo>
                  <a:pt x="42055" y="29898"/>
                </a:lnTo>
                <a:lnTo>
                  <a:pt x="37384" y="19185"/>
                </a:lnTo>
                <a:lnTo>
                  <a:pt x="30442" y="9784"/>
                </a:lnTo>
                <a:lnTo>
                  <a:pt x="21931" y="2909"/>
                </a:lnTo>
                <a:lnTo>
                  <a:pt x="13412" y="0"/>
                </a:lnTo>
                <a:lnTo>
                  <a:pt x="6446" y="1411"/>
                </a:lnTo>
                <a:lnTo>
                  <a:pt x="1740" y="6738"/>
                </a:lnTo>
                <a:lnTo>
                  <a:pt x="0" y="1557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66256" y="5607994"/>
            <a:ext cx="43815" cy="56515"/>
          </a:xfrm>
          <a:custGeom>
            <a:avLst/>
            <a:gdLst/>
            <a:ahLst/>
            <a:cxnLst/>
            <a:rect l="l" t="t" r="r" b="b"/>
            <a:pathLst>
              <a:path w="43814" h="56514">
                <a:moveTo>
                  <a:pt x="0" y="15570"/>
                </a:moveTo>
                <a:lnTo>
                  <a:pt x="21820" y="53368"/>
                </a:lnTo>
                <a:lnTo>
                  <a:pt x="30340" y="56277"/>
                </a:lnTo>
                <a:lnTo>
                  <a:pt x="37305" y="54865"/>
                </a:lnTo>
                <a:lnTo>
                  <a:pt x="42011" y="49539"/>
                </a:lnTo>
                <a:lnTo>
                  <a:pt x="43752" y="40706"/>
                </a:lnTo>
                <a:lnTo>
                  <a:pt x="42055" y="29898"/>
                </a:lnTo>
                <a:lnTo>
                  <a:pt x="37384" y="19185"/>
                </a:lnTo>
                <a:lnTo>
                  <a:pt x="30442" y="9784"/>
                </a:lnTo>
                <a:lnTo>
                  <a:pt x="21931" y="2909"/>
                </a:lnTo>
                <a:lnTo>
                  <a:pt x="13412" y="0"/>
                </a:lnTo>
                <a:lnTo>
                  <a:pt x="6446" y="1411"/>
                </a:lnTo>
                <a:lnTo>
                  <a:pt x="1740" y="6738"/>
                </a:lnTo>
                <a:lnTo>
                  <a:pt x="0" y="1557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998973" y="3666744"/>
            <a:ext cx="664845" cy="2361565"/>
            <a:chOff x="2998973" y="3666744"/>
            <a:chExt cx="664845" cy="236156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21058" y="4196096"/>
              <a:ext cx="257110" cy="2466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37153" y="3675888"/>
              <a:ext cx="517525" cy="1083310"/>
            </a:xfrm>
            <a:custGeom>
              <a:avLst/>
              <a:gdLst/>
              <a:ahLst/>
              <a:cxnLst/>
              <a:rect l="l" t="t" r="r" b="b"/>
              <a:pathLst>
                <a:path w="517525" h="1083310">
                  <a:moveTo>
                    <a:pt x="275081" y="233171"/>
                  </a:moveTo>
                  <a:lnTo>
                    <a:pt x="113537" y="140207"/>
                  </a:lnTo>
                  <a:lnTo>
                    <a:pt x="275081" y="47243"/>
                  </a:lnTo>
                  <a:lnTo>
                    <a:pt x="275081" y="233171"/>
                  </a:lnTo>
                  <a:lnTo>
                    <a:pt x="436625" y="140207"/>
                  </a:lnTo>
                  <a:lnTo>
                    <a:pt x="517397" y="186689"/>
                  </a:lnTo>
                  <a:lnTo>
                    <a:pt x="517397" y="784097"/>
                  </a:lnTo>
                </a:path>
                <a:path w="517525" h="1083310">
                  <a:moveTo>
                    <a:pt x="275081" y="47243"/>
                  </a:moveTo>
                  <a:lnTo>
                    <a:pt x="194309" y="0"/>
                  </a:lnTo>
                </a:path>
                <a:path w="517525" h="1083310">
                  <a:moveTo>
                    <a:pt x="0" y="1082801"/>
                  </a:moveTo>
                  <a:lnTo>
                    <a:pt x="517397" y="78409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8973" y="4748980"/>
              <a:ext cx="147865" cy="24273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08375" y="4982717"/>
              <a:ext cx="0" cy="1045844"/>
            </a:xfrm>
            <a:custGeom>
              <a:avLst/>
              <a:gdLst/>
              <a:ahLst/>
              <a:cxnLst/>
              <a:rect l="l" t="t" r="r" b="b"/>
              <a:pathLst>
                <a:path h="1045845">
                  <a:moveTo>
                    <a:pt x="0" y="1045463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17567" y="4114234"/>
            <a:ext cx="147865" cy="24273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40655" y="4300924"/>
            <a:ext cx="147865" cy="242739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3489281" y="4217948"/>
            <a:ext cx="41910" cy="53975"/>
          </a:xfrm>
          <a:custGeom>
            <a:avLst/>
            <a:gdLst/>
            <a:ahLst/>
            <a:cxnLst/>
            <a:rect l="l" t="t" r="r" b="b"/>
            <a:pathLst>
              <a:path w="41910" h="53975">
                <a:moveTo>
                  <a:pt x="0" y="38676"/>
                </a:moveTo>
                <a:lnTo>
                  <a:pt x="1689" y="47093"/>
                </a:lnTo>
                <a:lnTo>
                  <a:pt x="6203" y="52179"/>
                </a:lnTo>
                <a:lnTo>
                  <a:pt x="12864" y="53544"/>
                </a:lnTo>
                <a:lnTo>
                  <a:pt x="20998" y="50799"/>
                </a:lnTo>
                <a:lnTo>
                  <a:pt x="29112" y="44277"/>
                </a:lnTo>
                <a:lnTo>
                  <a:pt x="35719" y="35344"/>
                </a:lnTo>
                <a:lnTo>
                  <a:pt x="40151" y="25155"/>
                </a:lnTo>
                <a:lnTo>
                  <a:pt x="41741" y="14868"/>
                </a:lnTo>
                <a:lnTo>
                  <a:pt x="40051" y="6451"/>
                </a:lnTo>
                <a:lnTo>
                  <a:pt x="35538" y="1365"/>
                </a:lnTo>
                <a:lnTo>
                  <a:pt x="28877" y="0"/>
                </a:lnTo>
                <a:lnTo>
                  <a:pt x="20743" y="2745"/>
                </a:lnTo>
                <a:lnTo>
                  <a:pt x="12629" y="9267"/>
                </a:lnTo>
                <a:lnTo>
                  <a:pt x="6022" y="18200"/>
                </a:lnTo>
                <a:lnTo>
                  <a:pt x="1590" y="28388"/>
                </a:lnTo>
                <a:lnTo>
                  <a:pt x="0" y="38676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49295" y="4534661"/>
            <a:ext cx="259079" cy="1643380"/>
          </a:xfrm>
          <a:custGeom>
            <a:avLst/>
            <a:gdLst/>
            <a:ahLst/>
            <a:cxnLst/>
            <a:rect l="l" t="t" r="r" b="b"/>
            <a:pathLst>
              <a:path w="259080" h="1643379">
                <a:moveTo>
                  <a:pt x="0" y="0"/>
                </a:moveTo>
                <a:lnTo>
                  <a:pt x="0" y="1642871"/>
                </a:lnTo>
                <a:lnTo>
                  <a:pt x="259079" y="1493519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78835" y="3862578"/>
            <a:ext cx="775970" cy="448309"/>
          </a:xfrm>
          <a:custGeom>
            <a:avLst/>
            <a:gdLst/>
            <a:ahLst/>
            <a:cxnLst/>
            <a:rect l="l" t="t" r="r" b="b"/>
            <a:pathLst>
              <a:path w="775970" h="448310">
                <a:moveTo>
                  <a:pt x="775715" y="0"/>
                </a:moveTo>
                <a:lnTo>
                  <a:pt x="0" y="448055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26207" y="4347972"/>
            <a:ext cx="323215" cy="1830070"/>
          </a:xfrm>
          <a:custGeom>
            <a:avLst/>
            <a:gdLst/>
            <a:ahLst/>
            <a:cxnLst/>
            <a:rect l="l" t="t" r="r" b="b"/>
            <a:pathLst>
              <a:path w="323214" h="1830070">
                <a:moveTo>
                  <a:pt x="323087" y="1829561"/>
                </a:moveTo>
                <a:lnTo>
                  <a:pt x="0" y="1642871"/>
                </a:ln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55747" y="3675888"/>
            <a:ext cx="775970" cy="448309"/>
          </a:xfrm>
          <a:custGeom>
            <a:avLst/>
            <a:gdLst/>
            <a:ahLst/>
            <a:cxnLst/>
            <a:rect l="l" t="t" r="r" b="b"/>
            <a:pathLst>
              <a:path w="775970" h="448310">
                <a:moveTo>
                  <a:pt x="0" y="448055"/>
                </a:moveTo>
                <a:lnTo>
                  <a:pt x="775715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31071" y="5867349"/>
            <a:ext cx="34925" cy="45085"/>
          </a:xfrm>
          <a:custGeom>
            <a:avLst/>
            <a:gdLst/>
            <a:ahLst/>
            <a:cxnLst/>
            <a:rect l="l" t="t" r="r" b="b"/>
            <a:pathLst>
              <a:path w="34925" h="45085">
                <a:moveTo>
                  <a:pt x="34775" y="32711"/>
                </a:moveTo>
                <a:lnTo>
                  <a:pt x="10506" y="0"/>
                </a:lnTo>
                <a:lnTo>
                  <a:pt x="5006" y="1081"/>
                </a:lnTo>
                <a:lnTo>
                  <a:pt x="1318" y="5304"/>
                </a:lnTo>
                <a:lnTo>
                  <a:pt x="0" y="12347"/>
                </a:lnTo>
                <a:lnTo>
                  <a:pt x="1414" y="20990"/>
                </a:lnTo>
                <a:lnTo>
                  <a:pt x="5179" y="29577"/>
                </a:lnTo>
                <a:lnTo>
                  <a:pt x="10732" y="37131"/>
                </a:lnTo>
                <a:lnTo>
                  <a:pt x="17510" y="42678"/>
                </a:lnTo>
                <a:lnTo>
                  <a:pt x="24269" y="45058"/>
                </a:lnTo>
                <a:lnTo>
                  <a:pt x="29769" y="43976"/>
                </a:lnTo>
                <a:lnTo>
                  <a:pt x="33457" y="39754"/>
                </a:lnTo>
                <a:lnTo>
                  <a:pt x="34775" y="3271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36809" y="5681043"/>
            <a:ext cx="84970" cy="10067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2002341" y="5399864"/>
            <a:ext cx="144145" cy="233679"/>
            <a:chOff x="2002341" y="5399864"/>
            <a:chExt cx="144145" cy="233679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61015" y="5399864"/>
              <a:ext cx="84970" cy="10067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02341" y="5532452"/>
              <a:ext cx="84970" cy="100679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1764029" y="5246370"/>
            <a:ext cx="535940" cy="914400"/>
            <a:chOff x="1764029" y="5246370"/>
            <a:chExt cx="535940" cy="914400"/>
          </a:xfrm>
        </p:grpSpPr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56037" y="5863161"/>
              <a:ext cx="84970" cy="10067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773173" y="5299710"/>
              <a:ext cx="440055" cy="852169"/>
            </a:xfrm>
            <a:custGeom>
              <a:avLst/>
              <a:gdLst/>
              <a:ahLst/>
              <a:cxnLst/>
              <a:rect l="l" t="t" r="r" b="b"/>
              <a:pathLst>
                <a:path w="440055" h="852170">
                  <a:moveTo>
                    <a:pt x="439673" y="74675"/>
                  </a:moveTo>
                  <a:lnTo>
                    <a:pt x="129539" y="777239"/>
                  </a:lnTo>
                  <a:lnTo>
                    <a:pt x="0" y="702563"/>
                  </a:lnTo>
                  <a:lnTo>
                    <a:pt x="310133" y="0"/>
                  </a:lnTo>
                  <a:lnTo>
                    <a:pt x="439673" y="74675"/>
                  </a:lnTo>
                </a:path>
                <a:path w="440055" h="852170">
                  <a:moveTo>
                    <a:pt x="129539" y="777239"/>
                  </a:moveTo>
                  <a:lnTo>
                    <a:pt x="129539" y="851915"/>
                  </a:lnTo>
                  <a:lnTo>
                    <a:pt x="207263" y="806957"/>
                  </a:lnTo>
                  <a:lnTo>
                    <a:pt x="380999" y="43357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54801" y="5697491"/>
              <a:ext cx="59055" cy="35560"/>
            </a:xfrm>
            <a:custGeom>
              <a:avLst/>
              <a:gdLst/>
              <a:ahLst/>
              <a:cxnLst/>
              <a:rect l="l" t="t" r="r" b="b"/>
              <a:pathLst>
                <a:path w="59055" h="35560">
                  <a:moveTo>
                    <a:pt x="58820" y="22573"/>
                  </a:moveTo>
                  <a:lnTo>
                    <a:pt x="57239" y="11725"/>
                  </a:lnTo>
                  <a:lnTo>
                    <a:pt x="52667" y="4050"/>
                  </a:lnTo>
                  <a:lnTo>
                    <a:pt x="45555" y="0"/>
                  </a:lnTo>
                  <a:lnTo>
                    <a:pt x="36355" y="27"/>
                  </a:lnTo>
                  <a:lnTo>
                    <a:pt x="26147" y="4264"/>
                  </a:lnTo>
                  <a:lnTo>
                    <a:pt x="16199" y="12063"/>
                  </a:lnTo>
                  <a:lnTo>
                    <a:pt x="7239" y="22712"/>
                  </a:lnTo>
                  <a:lnTo>
                    <a:pt x="0" y="35498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73173" y="5255514"/>
              <a:ext cx="517525" cy="896619"/>
            </a:xfrm>
            <a:custGeom>
              <a:avLst/>
              <a:gdLst/>
              <a:ahLst/>
              <a:cxnLst/>
              <a:rect l="l" t="t" r="r" b="b"/>
              <a:pathLst>
                <a:path w="517525" h="896620">
                  <a:moveTo>
                    <a:pt x="439673" y="465581"/>
                  </a:moveTo>
                  <a:lnTo>
                    <a:pt x="439673" y="716279"/>
                  </a:lnTo>
                  <a:lnTo>
                    <a:pt x="517397" y="672083"/>
                  </a:lnTo>
                  <a:lnTo>
                    <a:pt x="517397" y="74675"/>
                  </a:lnTo>
                  <a:lnTo>
                    <a:pt x="439673" y="118871"/>
                  </a:lnTo>
                </a:path>
                <a:path w="517525" h="896620">
                  <a:moveTo>
                    <a:pt x="129539" y="896111"/>
                  </a:moveTo>
                  <a:lnTo>
                    <a:pt x="0" y="821435"/>
                  </a:lnTo>
                  <a:lnTo>
                    <a:pt x="0" y="746759"/>
                  </a:lnTo>
                </a:path>
                <a:path w="517525" h="896620">
                  <a:moveTo>
                    <a:pt x="439673" y="716279"/>
                  </a:moveTo>
                  <a:lnTo>
                    <a:pt x="310133" y="641603"/>
                  </a:lnTo>
                  <a:lnTo>
                    <a:pt x="310133" y="629411"/>
                  </a:lnTo>
                </a:path>
                <a:path w="517525" h="896620">
                  <a:moveTo>
                    <a:pt x="310133" y="44195"/>
                  </a:moveTo>
                  <a:lnTo>
                    <a:pt x="387857" y="0"/>
                  </a:lnTo>
                  <a:lnTo>
                    <a:pt x="517397" y="7467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0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600438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0" y="1524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0" y="7315961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49189" y="7425690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137159"/>
                </a:moveTo>
                <a:lnTo>
                  <a:pt x="0" y="137159"/>
                </a:lnTo>
              </a:path>
              <a:path w="158750" h="228600">
                <a:moveTo>
                  <a:pt x="158495" y="137159"/>
                </a:moveTo>
                <a:lnTo>
                  <a:pt x="79247" y="0"/>
                </a:lnTo>
                <a:lnTo>
                  <a:pt x="79247" y="228599"/>
                </a:lnTo>
              </a:path>
              <a:path w="158750" h="228600">
                <a:moveTo>
                  <a:pt x="79247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829038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137159" y="0"/>
                </a:moveTo>
                <a:lnTo>
                  <a:pt x="137159" y="158495"/>
                </a:lnTo>
              </a:path>
              <a:path w="227965" h="158750">
                <a:moveTo>
                  <a:pt x="137159" y="0"/>
                </a:moveTo>
                <a:lnTo>
                  <a:pt x="0" y="79247"/>
                </a:lnTo>
                <a:lnTo>
                  <a:pt x="227837" y="79247"/>
                </a:lnTo>
              </a:path>
              <a:path w="227965" h="158750">
                <a:moveTo>
                  <a:pt x="0" y="79247"/>
                </a:moveTo>
                <a:lnTo>
                  <a:pt x="137159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1800605" y="3237738"/>
            <a:ext cx="932180" cy="784225"/>
            <a:chOff x="1800605" y="3237738"/>
            <a:chExt cx="932180" cy="784225"/>
          </a:xfrm>
        </p:grpSpPr>
        <p:sp>
          <p:nvSpPr>
            <p:cNvPr id="41" name="object 41"/>
            <p:cNvSpPr/>
            <p:nvPr/>
          </p:nvSpPr>
          <p:spPr>
            <a:xfrm>
              <a:off x="1805177" y="3242310"/>
              <a:ext cx="548005" cy="548005"/>
            </a:xfrm>
            <a:custGeom>
              <a:avLst/>
              <a:gdLst/>
              <a:ahLst/>
              <a:cxnLst/>
              <a:rect l="l" t="t" r="r" b="b"/>
              <a:pathLst>
                <a:path w="548005" h="548004">
                  <a:moveTo>
                    <a:pt x="273938" y="0"/>
                  </a:moveTo>
                  <a:lnTo>
                    <a:pt x="224698" y="4413"/>
                  </a:lnTo>
                  <a:lnTo>
                    <a:pt x="178352" y="17138"/>
                  </a:lnTo>
                  <a:lnTo>
                    <a:pt x="135676" y="37400"/>
                  </a:lnTo>
                  <a:lnTo>
                    <a:pt x="97443" y="64427"/>
                  </a:lnTo>
                  <a:lnTo>
                    <a:pt x="64427" y="97443"/>
                  </a:lnTo>
                  <a:lnTo>
                    <a:pt x="37400" y="135676"/>
                  </a:lnTo>
                  <a:lnTo>
                    <a:pt x="17138" y="178352"/>
                  </a:lnTo>
                  <a:lnTo>
                    <a:pt x="4413" y="224698"/>
                  </a:lnTo>
                  <a:lnTo>
                    <a:pt x="0" y="273938"/>
                  </a:lnTo>
                  <a:lnTo>
                    <a:pt x="4413" y="323179"/>
                  </a:lnTo>
                  <a:lnTo>
                    <a:pt x="17138" y="369525"/>
                  </a:lnTo>
                  <a:lnTo>
                    <a:pt x="37400" y="412201"/>
                  </a:lnTo>
                  <a:lnTo>
                    <a:pt x="64427" y="450434"/>
                  </a:lnTo>
                  <a:lnTo>
                    <a:pt x="97443" y="483450"/>
                  </a:lnTo>
                  <a:lnTo>
                    <a:pt x="135676" y="510477"/>
                  </a:lnTo>
                  <a:lnTo>
                    <a:pt x="178352" y="530739"/>
                  </a:lnTo>
                  <a:lnTo>
                    <a:pt x="224698" y="543464"/>
                  </a:lnTo>
                  <a:lnTo>
                    <a:pt x="273938" y="547877"/>
                  </a:lnTo>
                  <a:lnTo>
                    <a:pt x="323179" y="543464"/>
                  </a:lnTo>
                  <a:lnTo>
                    <a:pt x="369525" y="530739"/>
                  </a:lnTo>
                  <a:lnTo>
                    <a:pt x="412201" y="510477"/>
                  </a:lnTo>
                  <a:lnTo>
                    <a:pt x="450434" y="483450"/>
                  </a:lnTo>
                  <a:lnTo>
                    <a:pt x="483450" y="450434"/>
                  </a:lnTo>
                  <a:lnTo>
                    <a:pt x="510477" y="412201"/>
                  </a:lnTo>
                  <a:lnTo>
                    <a:pt x="530739" y="369525"/>
                  </a:lnTo>
                  <a:lnTo>
                    <a:pt x="543464" y="323179"/>
                  </a:lnTo>
                  <a:lnTo>
                    <a:pt x="547877" y="273938"/>
                  </a:lnTo>
                  <a:lnTo>
                    <a:pt x="543464" y="224698"/>
                  </a:lnTo>
                  <a:lnTo>
                    <a:pt x="530739" y="178352"/>
                  </a:lnTo>
                  <a:lnTo>
                    <a:pt x="510477" y="135676"/>
                  </a:lnTo>
                  <a:lnTo>
                    <a:pt x="483450" y="97443"/>
                  </a:lnTo>
                  <a:lnTo>
                    <a:pt x="450434" y="64427"/>
                  </a:lnTo>
                  <a:lnTo>
                    <a:pt x="412201" y="37400"/>
                  </a:lnTo>
                  <a:lnTo>
                    <a:pt x="369525" y="17138"/>
                  </a:lnTo>
                  <a:lnTo>
                    <a:pt x="323179" y="4413"/>
                  </a:lnTo>
                  <a:lnTo>
                    <a:pt x="273938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34233" y="3940302"/>
              <a:ext cx="98297" cy="8153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295905" y="3684270"/>
              <a:ext cx="349885" cy="270510"/>
            </a:xfrm>
            <a:custGeom>
              <a:avLst/>
              <a:gdLst/>
              <a:ahLst/>
              <a:cxnLst/>
              <a:rect l="l" t="t" r="r" b="b"/>
              <a:pathLst>
                <a:path w="349885" h="270510">
                  <a:moveTo>
                    <a:pt x="349757" y="270509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4082033" y="3793235"/>
            <a:ext cx="748030" cy="768985"/>
            <a:chOff x="4082033" y="3793235"/>
            <a:chExt cx="748030" cy="768985"/>
          </a:xfrm>
        </p:grpSpPr>
        <p:sp>
          <p:nvSpPr>
            <p:cNvPr id="45" name="object 45"/>
            <p:cNvSpPr/>
            <p:nvPr/>
          </p:nvSpPr>
          <p:spPr>
            <a:xfrm>
              <a:off x="4086605" y="3797807"/>
              <a:ext cx="548005" cy="548005"/>
            </a:xfrm>
            <a:custGeom>
              <a:avLst/>
              <a:gdLst/>
              <a:ahLst/>
              <a:cxnLst/>
              <a:rect l="l" t="t" r="r" b="b"/>
              <a:pathLst>
                <a:path w="548004" h="548004">
                  <a:moveTo>
                    <a:pt x="273938" y="0"/>
                  </a:moveTo>
                  <a:lnTo>
                    <a:pt x="224698" y="4413"/>
                  </a:lnTo>
                  <a:lnTo>
                    <a:pt x="178352" y="17138"/>
                  </a:lnTo>
                  <a:lnTo>
                    <a:pt x="135676" y="37400"/>
                  </a:lnTo>
                  <a:lnTo>
                    <a:pt x="97443" y="64427"/>
                  </a:lnTo>
                  <a:lnTo>
                    <a:pt x="64427" y="97443"/>
                  </a:lnTo>
                  <a:lnTo>
                    <a:pt x="37400" y="135676"/>
                  </a:lnTo>
                  <a:lnTo>
                    <a:pt x="17138" y="178352"/>
                  </a:lnTo>
                  <a:lnTo>
                    <a:pt x="4413" y="224698"/>
                  </a:lnTo>
                  <a:lnTo>
                    <a:pt x="0" y="273938"/>
                  </a:lnTo>
                  <a:lnTo>
                    <a:pt x="4413" y="323179"/>
                  </a:lnTo>
                  <a:lnTo>
                    <a:pt x="17138" y="369525"/>
                  </a:lnTo>
                  <a:lnTo>
                    <a:pt x="37400" y="412201"/>
                  </a:lnTo>
                  <a:lnTo>
                    <a:pt x="64427" y="450434"/>
                  </a:lnTo>
                  <a:lnTo>
                    <a:pt x="97443" y="483450"/>
                  </a:lnTo>
                  <a:lnTo>
                    <a:pt x="135676" y="510477"/>
                  </a:lnTo>
                  <a:lnTo>
                    <a:pt x="178352" y="530739"/>
                  </a:lnTo>
                  <a:lnTo>
                    <a:pt x="224698" y="543464"/>
                  </a:lnTo>
                  <a:lnTo>
                    <a:pt x="273938" y="547877"/>
                  </a:lnTo>
                  <a:lnTo>
                    <a:pt x="323179" y="543464"/>
                  </a:lnTo>
                  <a:lnTo>
                    <a:pt x="369525" y="530739"/>
                  </a:lnTo>
                  <a:lnTo>
                    <a:pt x="412201" y="510477"/>
                  </a:lnTo>
                  <a:lnTo>
                    <a:pt x="450434" y="483450"/>
                  </a:lnTo>
                  <a:lnTo>
                    <a:pt x="483450" y="450434"/>
                  </a:lnTo>
                  <a:lnTo>
                    <a:pt x="510477" y="412201"/>
                  </a:lnTo>
                  <a:lnTo>
                    <a:pt x="530739" y="369525"/>
                  </a:lnTo>
                  <a:lnTo>
                    <a:pt x="543464" y="323179"/>
                  </a:lnTo>
                  <a:lnTo>
                    <a:pt x="547877" y="273938"/>
                  </a:lnTo>
                  <a:lnTo>
                    <a:pt x="543464" y="224698"/>
                  </a:lnTo>
                  <a:lnTo>
                    <a:pt x="530739" y="178352"/>
                  </a:lnTo>
                  <a:lnTo>
                    <a:pt x="510477" y="135676"/>
                  </a:lnTo>
                  <a:lnTo>
                    <a:pt x="483450" y="97443"/>
                  </a:lnTo>
                  <a:lnTo>
                    <a:pt x="450434" y="64427"/>
                  </a:lnTo>
                  <a:lnTo>
                    <a:pt x="412201" y="37400"/>
                  </a:lnTo>
                  <a:lnTo>
                    <a:pt x="369525" y="17138"/>
                  </a:lnTo>
                  <a:lnTo>
                    <a:pt x="323179" y="4413"/>
                  </a:lnTo>
                  <a:lnTo>
                    <a:pt x="273938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45329" y="4265675"/>
              <a:ext cx="284225" cy="296417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7664957" y="586740"/>
            <a:ext cx="758190" cy="640080"/>
            <a:chOff x="7664957" y="586740"/>
            <a:chExt cx="758190" cy="640080"/>
          </a:xfrm>
        </p:grpSpPr>
        <p:sp>
          <p:nvSpPr>
            <p:cNvPr id="48" name="object 48"/>
            <p:cNvSpPr/>
            <p:nvPr/>
          </p:nvSpPr>
          <p:spPr>
            <a:xfrm>
              <a:off x="7870697" y="591312"/>
              <a:ext cx="548005" cy="548005"/>
            </a:xfrm>
            <a:custGeom>
              <a:avLst/>
              <a:gdLst/>
              <a:ahLst/>
              <a:cxnLst/>
              <a:rect l="l" t="t" r="r" b="b"/>
              <a:pathLst>
                <a:path w="548004" h="548005">
                  <a:moveTo>
                    <a:pt x="273938" y="0"/>
                  </a:moveTo>
                  <a:lnTo>
                    <a:pt x="224698" y="4413"/>
                  </a:lnTo>
                  <a:lnTo>
                    <a:pt x="178352" y="17138"/>
                  </a:lnTo>
                  <a:lnTo>
                    <a:pt x="135676" y="37400"/>
                  </a:lnTo>
                  <a:lnTo>
                    <a:pt x="97443" y="64427"/>
                  </a:lnTo>
                  <a:lnTo>
                    <a:pt x="64427" y="97443"/>
                  </a:lnTo>
                  <a:lnTo>
                    <a:pt x="37400" y="135676"/>
                  </a:lnTo>
                  <a:lnTo>
                    <a:pt x="17138" y="178352"/>
                  </a:lnTo>
                  <a:lnTo>
                    <a:pt x="4413" y="224698"/>
                  </a:lnTo>
                  <a:lnTo>
                    <a:pt x="0" y="273938"/>
                  </a:lnTo>
                  <a:lnTo>
                    <a:pt x="4413" y="323179"/>
                  </a:lnTo>
                  <a:lnTo>
                    <a:pt x="17138" y="369525"/>
                  </a:lnTo>
                  <a:lnTo>
                    <a:pt x="37400" y="412201"/>
                  </a:lnTo>
                  <a:lnTo>
                    <a:pt x="64427" y="450434"/>
                  </a:lnTo>
                  <a:lnTo>
                    <a:pt x="97443" y="483450"/>
                  </a:lnTo>
                  <a:lnTo>
                    <a:pt x="135676" y="510477"/>
                  </a:lnTo>
                  <a:lnTo>
                    <a:pt x="178352" y="530739"/>
                  </a:lnTo>
                  <a:lnTo>
                    <a:pt x="224698" y="543464"/>
                  </a:lnTo>
                  <a:lnTo>
                    <a:pt x="273938" y="547877"/>
                  </a:lnTo>
                  <a:lnTo>
                    <a:pt x="323179" y="543464"/>
                  </a:lnTo>
                  <a:lnTo>
                    <a:pt x="369525" y="530739"/>
                  </a:lnTo>
                  <a:lnTo>
                    <a:pt x="412201" y="510477"/>
                  </a:lnTo>
                  <a:lnTo>
                    <a:pt x="450434" y="483450"/>
                  </a:lnTo>
                  <a:lnTo>
                    <a:pt x="483450" y="450434"/>
                  </a:lnTo>
                  <a:lnTo>
                    <a:pt x="510477" y="412201"/>
                  </a:lnTo>
                  <a:lnTo>
                    <a:pt x="530739" y="369525"/>
                  </a:lnTo>
                  <a:lnTo>
                    <a:pt x="543464" y="323179"/>
                  </a:lnTo>
                  <a:lnTo>
                    <a:pt x="547877" y="273938"/>
                  </a:lnTo>
                  <a:lnTo>
                    <a:pt x="543464" y="224698"/>
                  </a:lnTo>
                  <a:lnTo>
                    <a:pt x="530739" y="178352"/>
                  </a:lnTo>
                  <a:lnTo>
                    <a:pt x="510477" y="135676"/>
                  </a:lnTo>
                  <a:lnTo>
                    <a:pt x="483450" y="97443"/>
                  </a:lnTo>
                  <a:lnTo>
                    <a:pt x="450434" y="64427"/>
                  </a:lnTo>
                  <a:lnTo>
                    <a:pt x="412201" y="37400"/>
                  </a:lnTo>
                  <a:lnTo>
                    <a:pt x="369525" y="17138"/>
                  </a:lnTo>
                  <a:lnTo>
                    <a:pt x="323179" y="4413"/>
                  </a:lnTo>
                  <a:lnTo>
                    <a:pt x="273938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64957" y="1026414"/>
              <a:ext cx="264413" cy="200405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6481571" y="625602"/>
            <a:ext cx="826769" cy="833755"/>
            <a:chOff x="6481571" y="625602"/>
            <a:chExt cx="826769" cy="833755"/>
          </a:xfrm>
        </p:grpSpPr>
        <p:sp>
          <p:nvSpPr>
            <p:cNvPr id="51" name="object 51"/>
            <p:cNvSpPr/>
            <p:nvPr/>
          </p:nvSpPr>
          <p:spPr>
            <a:xfrm>
              <a:off x="6486143" y="630174"/>
              <a:ext cx="548005" cy="548005"/>
            </a:xfrm>
            <a:custGeom>
              <a:avLst/>
              <a:gdLst/>
              <a:ahLst/>
              <a:cxnLst/>
              <a:rect l="l" t="t" r="r" b="b"/>
              <a:pathLst>
                <a:path w="548004" h="548005">
                  <a:moveTo>
                    <a:pt x="273938" y="0"/>
                  </a:moveTo>
                  <a:lnTo>
                    <a:pt x="224698" y="4413"/>
                  </a:lnTo>
                  <a:lnTo>
                    <a:pt x="178352" y="17138"/>
                  </a:lnTo>
                  <a:lnTo>
                    <a:pt x="135676" y="37400"/>
                  </a:lnTo>
                  <a:lnTo>
                    <a:pt x="97443" y="64427"/>
                  </a:lnTo>
                  <a:lnTo>
                    <a:pt x="64427" y="97443"/>
                  </a:lnTo>
                  <a:lnTo>
                    <a:pt x="37400" y="135676"/>
                  </a:lnTo>
                  <a:lnTo>
                    <a:pt x="17138" y="178352"/>
                  </a:lnTo>
                  <a:lnTo>
                    <a:pt x="4413" y="224698"/>
                  </a:lnTo>
                  <a:lnTo>
                    <a:pt x="0" y="273938"/>
                  </a:lnTo>
                  <a:lnTo>
                    <a:pt x="4413" y="323179"/>
                  </a:lnTo>
                  <a:lnTo>
                    <a:pt x="17138" y="369525"/>
                  </a:lnTo>
                  <a:lnTo>
                    <a:pt x="37400" y="412201"/>
                  </a:lnTo>
                  <a:lnTo>
                    <a:pt x="64427" y="450434"/>
                  </a:lnTo>
                  <a:lnTo>
                    <a:pt x="97443" y="483450"/>
                  </a:lnTo>
                  <a:lnTo>
                    <a:pt x="135676" y="510477"/>
                  </a:lnTo>
                  <a:lnTo>
                    <a:pt x="178352" y="530739"/>
                  </a:lnTo>
                  <a:lnTo>
                    <a:pt x="224698" y="543464"/>
                  </a:lnTo>
                  <a:lnTo>
                    <a:pt x="273938" y="547877"/>
                  </a:lnTo>
                  <a:lnTo>
                    <a:pt x="323179" y="543464"/>
                  </a:lnTo>
                  <a:lnTo>
                    <a:pt x="369525" y="530739"/>
                  </a:lnTo>
                  <a:lnTo>
                    <a:pt x="412201" y="510477"/>
                  </a:lnTo>
                  <a:lnTo>
                    <a:pt x="450434" y="483450"/>
                  </a:lnTo>
                  <a:lnTo>
                    <a:pt x="483450" y="450434"/>
                  </a:lnTo>
                  <a:lnTo>
                    <a:pt x="510477" y="412201"/>
                  </a:lnTo>
                  <a:lnTo>
                    <a:pt x="530739" y="369525"/>
                  </a:lnTo>
                  <a:lnTo>
                    <a:pt x="543464" y="323179"/>
                  </a:lnTo>
                  <a:lnTo>
                    <a:pt x="547877" y="273938"/>
                  </a:lnTo>
                  <a:lnTo>
                    <a:pt x="543464" y="224698"/>
                  </a:lnTo>
                  <a:lnTo>
                    <a:pt x="530739" y="178352"/>
                  </a:lnTo>
                  <a:lnTo>
                    <a:pt x="510477" y="135676"/>
                  </a:lnTo>
                  <a:lnTo>
                    <a:pt x="483450" y="97443"/>
                  </a:lnTo>
                  <a:lnTo>
                    <a:pt x="450434" y="64427"/>
                  </a:lnTo>
                  <a:lnTo>
                    <a:pt x="412201" y="37400"/>
                  </a:lnTo>
                  <a:lnTo>
                    <a:pt x="369525" y="17138"/>
                  </a:lnTo>
                  <a:lnTo>
                    <a:pt x="323179" y="4413"/>
                  </a:lnTo>
                  <a:lnTo>
                    <a:pt x="273938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18425" y="1368552"/>
              <a:ext cx="89915" cy="9067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952487" y="1099566"/>
              <a:ext cx="279400" cy="281305"/>
            </a:xfrm>
            <a:custGeom>
              <a:avLst/>
              <a:gdLst/>
              <a:ahLst/>
              <a:cxnLst/>
              <a:rect l="l" t="t" r="r" b="b"/>
              <a:pathLst>
                <a:path w="279400" h="281305">
                  <a:moveTo>
                    <a:pt x="278891" y="281177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6100571" y="2116836"/>
            <a:ext cx="3131820" cy="3578860"/>
            <a:chOff x="6100571" y="2116836"/>
            <a:chExt cx="3131820" cy="3578860"/>
          </a:xfrm>
        </p:grpSpPr>
        <p:sp>
          <p:nvSpPr>
            <p:cNvPr id="55" name="object 55"/>
            <p:cNvSpPr/>
            <p:nvPr/>
          </p:nvSpPr>
          <p:spPr>
            <a:xfrm>
              <a:off x="7919465" y="2121408"/>
              <a:ext cx="548005" cy="548005"/>
            </a:xfrm>
            <a:custGeom>
              <a:avLst/>
              <a:gdLst/>
              <a:ahLst/>
              <a:cxnLst/>
              <a:rect l="l" t="t" r="r" b="b"/>
              <a:pathLst>
                <a:path w="548004" h="548005">
                  <a:moveTo>
                    <a:pt x="273938" y="0"/>
                  </a:moveTo>
                  <a:lnTo>
                    <a:pt x="224698" y="4413"/>
                  </a:lnTo>
                  <a:lnTo>
                    <a:pt x="178352" y="17138"/>
                  </a:lnTo>
                  <a:lnTo>
                    <a:pt x="135676" y="37400"/>
                  </a:lnTo>
                  <a:lnTo>
                    <a:pt x="97443" y="64427"/>
                  </a:lnTo>
                  <a:lnTo>
                    <a:pt x="64427" y="97443"/>
                  </a:lnTo>
                  <a:lnTo>
                    <a:pt x="37400" y="135676"/>
                  </a:lnTo>
                  <a:lnTo>
                    <a:pt x="17138" y="178352"/>
                  </a:lnTo>
                  <a:lnTo>
                    <a:pt x="4413" y="224698"/>
                  </a:lnTo>
                  <a:lnTo>
                    <a:pt x="0" y="273938"/>
                  </a:lnTo>
                  <a:lnTo>
                    <a:pt x="4413" y="323179"/>
                  </a:lnTo>
                  <a:lnTo>
                    <a:pt x="17138" y="369525"/>
                  </a:lnTo>
                  <a:lnTo>
                    <a:pt x="37400" y="412201"/>
                  </a:lnTo>
                  <a:lnTo>
                    <a:pt x="64427" y="450434"/>
                  </a:lnTo>
                  <a:lnTo>
                    <a:pt x="97443" y="483450"/>
                  </a:lnTo>
                  <a:lnTo>
                    <a:pt x="135676" y="510477"/>
                  </a:lnTo>
                  <a:lnTo>
                    <a:pt x="178352" y="530739"/>
                  </a:lnTo>
                  <a:lnTo>
                    <a:pt x="224698" y="543464"/>
                  </a:lnTo>
                  <a:lnTo>
                    <a:pt x="273938" y="547877"/>
                  </a:lnTo>
                  <a:lnTo>
                    <a:pt x="323179" y="543464"/>
                  </a:lnTo>
                  <a:lnTo>
                    <a:pt x="369525" y="530739"/>
                  </a:lnTo>
                  <a:lnTo>
                    <a:pt x="412201" y="510477"/>
                  </a:lnTo>
                  <a:lnTo>
                    <a:pt x="450434" y="483450"/>
                  </a:lnTo>
                  <a:lnTo>
                    <a:pt x="483450" y="450434"/>
                  </a:lnTo>
                  <a:lnTo>
                    <a:pt x="510477" y="412201"/>
                  </a:lnTo>
                  <a:lnTo>
                    <a:pt x="530739" y="369525"/>
                  </a:lnTo>
                  <a:lnTo>
                    <a:pt x="543464" y="323179"/>
                  </a:lnTo>
                  <a:lnTo>
                    <a:pt x="547877" y="273938"/>
                  </a:lnTo>
                  <a:lnTo>
                    <a:pt x="543464" y="224698"/>
                  </a:lnTo>
                  <a:lnTo>
                    <a:pt x="530739" y="178352"/>
                  </a:lnTo>
                  <a:lnTo>
                    <a:pt x="510477" y="135676"/>
                  </a:lnTo>
                  <a:lnTo>
                    <a:pt x="483450" y="97443"/>
                  </a:lnTo>
                  <a:lnTo>
                    <a:pt x="450434" y="64427"/>
                  </a:lnTo>
                  <a:lnTo>
                    <a:pt x="412201" y="37400"/>
                  </a:lnTo>
                  <a:lnTo>
                    <a:pt x="369525" y="17138"/>
                  </a:lnTo>
                  <a:lnTo>
                    <a:pt x="323179" y="4413"/>
                  </a:lnTo>
                  <a:lnTo>
                    <a:pt x="273938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219187" y="237744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19187" y="237744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36575"/>
                  </a:moveTo>
                  <a:lnTo>
                    <a:pt x="0" y="18287"/>
                  </a:lnTo>
                  <a:lnTo>
                    <a:pt x="109727" y="0"/>
                  </a:lnTo>
                  <a:lnTo>
                    <a:pt x="109727" y="3657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328915" y="2395728"/>
              <a:ext cx="1489075" cy="819150"/>
            </a:xfrm>
            <a:custGeom>
              <a:avLst/>
              <a:gdLst/>
              <a:ahLst/>
              <a:cxnLst/>
              <a:rect l="l" t="t" r="r" b="b"/>
              <a:pathLst>
                <a:path w="1489075" h="819150">
                  <a:moveTo>
                    <a:pt x="0" y="0"/>
                  </a:moveTo>
                  <a:lnTo>
                    <a:pt x="589787" y="0"/>
                  </a:lnTo>
                </a:path>
                <a:path w="1489075" h="819150">
                  <a:moveTo>
                    <a:pt x="1215008" y="271271"/>
                  </a:moveTo>
                  <a:lnTo>
                    <a:pt x="1165768" y="275685"/>
                  </a:lnTo>
                  <a:lnTo>
                    <a:pt x="1119422" y="288410"/>
                  </a:lnTo>
                  <a:lnTo>
                    <a:pt x="1076746" y="308672"/>
                  </a:lnTo>
                  <a:lnTo>
                    <a:pt x="1038513" y="335699"/>
                  </a:lnTo>
                  <a:lnTo>
                    <a:pt x="1005497" y="368715"/>
                  </a:lnTo>
                  <a:lnTo>
                    <a:pt x="978470" y="406948"/>
                  </a:lnTo>
                  <a:lnTo>
                    <a:pt x="958208" y="449624"/>
                  </a:lnTo>
                  <a:lnTo>
                    <a:pt x="945483" y="495970"/>
                  </a:lnTo>
                  <a:lnTo>
                    <a:pt x="941069" y="545210"/>
                  </a:lnTo>
                  <a:lnTo>
                    <a:pt x="945483" y="594451"/>
                  </a:lnTo>
                  <a:lnTo>
                    <a:pt x="958208" y="640797"/>
                  </a:lnTo>
                  <a:lnTo>
                    <a:pt x="978470" y="683473"/>
                  </a:lnTo>
                  <a:lnTo>
                    <a:pt x="1005497" y="721706"/>
                  </a:lnTo>
                  <a:lnTo>
                    <a:pt x="1038513" y="754722"/>
                  </a:lnTo>
                  <a:lnTo>
                    <a:pt x="1076746" y="781749"/>
                  </a:lnTo>
                  <a:lnTo>
                    <a:pt x="1119422" y="802011"/>
                  </a:lnTo>
                  <a:lnTo>
                    <a:pt x="1165768" y="814736"/>
                  </a:lnTo>
                  <a:lnTo>
                    <a:pt x="1215008" y="819149"/>
                  </a:lnTo>
                  <a:lnTo>
                    <a:pt x="1264249" y="814736"/>
                  </a:lnTo>
                  <a:lnTo>
                    <a:pt x="1310595" y="802011"/>
                  </a:lnTo>
                  <a:lnTo>
                    <a:pt x="1353271" y="781749"/>
                  </a:lnTo>
                  <a:lnTo>
                    <a:pt x="1391504" y="754722"/>
                  </a:lnTo>
                  <a:lnTo>
                    <a:pt x="1424520" y="721706"/>
                  </a:lnTo>
                  <a:lnTo>
                    <a:pt x="1451547" y="683473"/>
                  </a:lnTo>
                  <a:lnTo>
                    <a:pt x="1471809" y="640797"/>
                  </a:lnTo>
                  <a:lnTo>
                    <a:pt x="1484534" y="594451"/>
                  </a:lnTo>
                  <a:lnTo>
                    <a:pt x="1488947" y="545210"/>
                  </a:lnTo>
                  <a:lnTo>
                    <a:pt x="1484534" y="495970"/>
                  </a:lnTo>
                  <a:lnTo>
                    <a:pt x="1471809" y="449624"/>
                  </a:lnTo>
                  <a:lnTo>
                    <a:pt x="1451547" y="406948"/>
                  </a:lnTo>
                  <a:lnTo>
                    <a:pt x="1424520" y="368715"/>
                  </a:lnTo>
                  <a:lnTo>
                    <a:pt x="1391504" y="335699"/>
                  </a:lnTo>
                  <a:lnTo>
                    <a:pt x="1353271" y="308672"/>
                  </a:lnTo>
                  <a:lnTo>
                    <a:pt x="1310595" y="288410"/>
                  </a:lnTo>
                  <a:lnTo>
                    <a:pt x="1264249" y="275685"/>
                  </a:lnTo>
                  <a:lnTo>
                    <a:pt x="1215008" y="27127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313675" y="2923032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13675" y="2923032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36575"/>
                  </a:moveTo>
                  <a:lnTo>
                    <a:pt x="0" y="18287"/>
                  </a:lnTo>
                  <a:lnTo>
                    <a:pt x="109727" y="0"/>
                  </a:lnTo>
                  <a:lnTo>
                    <a:pt x="109727" y="3657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423403" y="2941320"/>
              <a:ext cx="1804670" cy="836294"/>
            </a:xfrm>
            <a:custGeom>
              <a:avLst/>
              <a:gdLst/>
              <a:ahLst/>
              <a:cxnLst/>
              <a:rect l="l" t="t" r="r" b="b"/>
              <a:pathLst>
                <a:path w="1804670" h="836295">
                  <a:moveTo>
                    <a:pt x="0" y="0"/>
                  </a:moveTo>
                  <a:lnTo>
                    <a:pt x="845819" y="0"/>
                  </a:lnTo>
                </a:path>
                <a:path w="1804670" h="836295">
                  <a:moveTo>
                    <a:pt x="1530476" y="288035"/>
                  </a:moveTo>
                  <a:lnTo>
                    <a:pt x="1481236" y="292449"/>
                  </a:lnTo>
                  <a:lnTo>
                    <a:pt x="1434890" y="305174"/>
                  </a:lnTo>
                  <a:lnTo>
                    <a:pt x="1392214" y="325436"/>
                  </a:lnTo>
                  <a:lnTo>
                    <a:pt x="1353981" y="352463"/>
                  </a:lnTo>
                  <a:lnTo>
                    <a:pt x="1320965" y="385479"/>
                  </a:lnTo>
                  <a:lnTo>
                    <a:pt x="1293938" y="423712"/>
                  </a:lnTo>
                  <a:lnTo>
                    <a:pt x="1273676" y="466388"/>
                  </a:lnTo>
                  <a:lnTo>
                    <a:pt x="1260951" y="512734"/>
                  </a:lnTo>
                  <a:lnTo>
                    <a:pt x="1256537" y="561974"/>
                  </a:lnTo>
                  <a:lnTo>
                    <a:pt x="1260951" y="611215"/>
                  </a:lnTo>
                  <a:lnTo>
                    <a:pt x="1273676" y="657561"/>
                  </a:lnTo>
                  <a:lnTo>
                    <a:pt x="1293938" y="700237"/>
                  </a:lnTo>
                  <a:lnTo>
                    <a:pt x="1320965" y="738470"/>
                  </a:lnTo>
                  <a:lnTo>
                    <a:pt x="1353981" y="771486"/>
                  </a:lnTo>
                  <a:lnTo>
                    <a:pt x="1392214" y="798513"/>
                  </a:lnTo>
                  <a:lnTo>
                    <a:pt x="1434890" y="818775"/>
                  </a:lnTo>
                  <a:lnTo>
                    <a:pt x="1481236" y="831500"/>
                  </a:lnTo>
                  <a:lnTo>
                    <a:pt x="1530476" y="835913"/>
                  </a:lnTo>
                  <a:lnTo>
                    <a:pt x="1579717" y="831500"/>
                  </a:lnTo>
                  <a:lnTo>
                    <a:pt x="1626063" y="818775"/>
                  </a:lnTo>
                  <a:lnTo>
                    <a:pt x="1668739" y="798513"/>
                  </a:lnTo>
                  <a:lnTo>
                    <a:pt x="1706972" y="771486"/>
                  </a:lnTo>
                  <a:lnTo>
                    <a:pt x="1739988" y="738470"/>
                  </a:lnTo>
                  <a:lnTo>
                    <a:pt x="1767015" y="700237"/>
                  </a:lnTo>
                  <a:lnTo>
                    <a:pt x="1787277" y="657561"/>
                  </a:lnTo>
                  <a:lnTo>
                    <a:pt x="1800002" y="611215"/>
                  </a:lnTo>
                  <a:lnTo>
                    <a:pt x="1804415" y="561974"/>
                  </a:lnTo>
                  <a:lnTo>
                    <a:pt x="1800002" y="512734"/>
                  </a:lnTo>
                  <a:lnTo>
                    <a:pt x="1787277" y="466388"/>
                  </a:lnTo>
                  <a:lnTo>
                    <a:pt x="1767015" y="423712"/>
                  </a:lnTo>
                  <a:lnTo>
                    <a:pt x="1739988" y="385479"/>
                  </a:lnTo>
                  <a:lnTo>
                    <a:pt x="1706972" y="352463"/>
                  </a:lnTo>
                  <a:lnTo>
                    <a:pt x="1668739" y="325436"/>
                  </a:lnTo>
                  <a:lnTo>
                    <a:pt x="1626063" y="305174"/>
                  </a:lnTo>
                  <a:lnTo>
                    <a:pt x="1579717" y="292449"/>
                  </a:lnTo>
                  <a:lnTo>
                    <a:pt x="1530476" y="28803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23453" y="348538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823453" y="348538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36575"/>
                  </a:moveTo>
                  <a:lnTo>
                    <a:pt x="0" y="18287"/>
                  </a:lnTo>
                  <a:lnTo>
                    <a:pt x="109727" y="0"/>
                  </a:lnTo>
                  <a:lnTo>
                    <a:pt x="109727" y="3657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933181" y="3503676"/>
              <a:ext cx="807085" cy="910590"/>
            </a:xfrm>
            <a:custGeom>
              <a:avLst/>
              <a:gdLst/>
              <a:ahLst/>
              <a:cxnLst/>
              <a:rect l="l" t="t" r="r" b="b"/>
              <a:pathLst>
                <a:path w="807084" h="910589">
                  <a:moveTo>
                    <a:pt x="0" y="0"/>
                  </a:moveTo>
                  <a:lnTo>
                    <a:pt x="745997" y="0"/>
                  </a:lnTo>
                </a:path>
                <a:path w="807084" h="910589">
                  <a:moveTo>
                    <a:pt x="533018" y="362711"/>
                  </a:moveTo>
                  <a:lnTo>
                    <a:pt x="483778" y="367125"/>
                  </a:lnTo>
                  <a:lnTo>
                    <a:pt x="437432" y="379850"/>
                  </a:lnTo>
                  <a:lnTo>
                    <a:pt x="394756" y="400112"/>
                  </a:lnTo>
                  <a:lnTo>
                    <a:pt x="356523" y="427139"/>
                  </a:lnTo>
                  <a:lnTo>
                    <a:pt x="323507" y="460155"/>
                  </a:lnTo>
                  <a:lnTo>
                    <a:pt x="296480" y="498388"/>
                  </a:lnTo>
                  <a:lnTo>
                    <a:pt x="276218" y="541064"/>
                  </a:lnTo>
                  <a:lnTo>
                    <a:pt x="263493" y="587410"/>
                  </a:lnTo>
                  <a:lnTo>
                    <a:pt x="259079" y="636650"/>
                  </a:lnTo>
                  <a:lnTo>
                    <a:pt x="263493" y="685891"/>
                  </a:lnTo>
                  <a:lnTo>
                    <a:pt x="276218" y="732237"/>
                  </a:lnTo>
                  <a:lnTo>
                    <a:pt x="296480" y="774913"/>
                  </a:lnTo>
                  <a:lnTo>
                    <a:pt x="323507" y="813146"/>
                  </a:lnTo>
                  <a:lnTo>
                    <a:pt x="356523" y="846162"/>
                  </a:lnTo>
                  <a:lnTo>
                    <a:pt x="394756" y="873189"/>
                  </a:lnTo>
                  <a:lnTo>
                    <a:pt x="437432" y="893451"/>
                  </a:lnTo>
                  <a:lnTo>
                    <a:pt x="483778" y="906176"/>
                  </a:lnTo>
                  <a:lnTo>
                    <a:pt x="533018" y="910589"/>
                  </a:lnTo>
                  <a:lnTo>
                    <a:pt x="582259" y="906176"/>
                  </a:lnTo>
                  <a:lnTo>
                    <a:pt x="628605" y="893451"/>
                  </a:lnTo>
                  <a:lnTo>
                    <a:pt x="671281" y="873189"/>
                  </a:lnTo>
                  <a:lnTo>
                    <a:pt x="709514" y="846162"/>
                  </a:lnTo>
                  <a:lnTo>
                    <a:pt x="742530" y="813146"/>
                  </a:lnTo>
                  <a:lnTo>
                    <a:pt x="769557" y="774913"/>
                  </a:lnTo>
                  <a:lnTo>
                    <a:pt x="789819" y="732237"/>
                  </a:lnTo>
                  <a:lnTo>
                    <a:pt x="802544" y="685891"/>
                  </a:lnTo>
                  <a:lnTo>
                    <a:pt x="806957" y="636650"/>
                  </a:lnTo>
                  <a:lnTo>
                    <a:pt x="802544" y="587410"/>
                  </a:lnTo>
                  <a:lnTo>
                    <a:pt x="789819" y="541064"/>
                  </a:lnTo>
                  <a:lnTo>
                    <a:pt x="769557" y="498388"/>
                  </a:lnTo>
                  <a:lnTo>
                    <a:pt x="742530" y="460155"/>
                  </a:lnTo>
                  <a:lnTo>
                    <a:pt x="709514" y="427139"/>
                  </a:lnTo>
                  <a:lnTo>
                    <a:pt x="671281" y="400112"/>
                  </a:lnTo>
                  <a:lnTo>
                    <a:pt x="628605" y="379850"/>
                  </a:lnTo>
                  <a:lnTo>
                    <a:pt x="582259" y="367125"/>
                  </a:lnTo>
                  <a:lnTo>
                    <a:pt x="533018" y="36271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07351" y="3208020"/>
              <a:ext cx="102869" cy="7467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7100315" y="3267456"/>
              <a:ext cx="1835150" cy="1790064"/>
            </a:xfrm>
            <a:custGeom>
              <a:avLst/>
              <a:gdLst/>
              <a:ahLst/>
              <a:cxnLst/>
              <a:rect l="l" t="t" r="r" b="b"/>
              <a:pathLst>
                <a:path w="1835150" h="1790064">
                  <a:moveTo>
                    <a:pt x="0" y="0"/>
                  </a:moveTo>
                  <a:lnTo>
                    <a:pt x="1134617" y="725423"/>
                  </a:lnTo>
                </a:path>
                <a:path w="1835150" h="1790064">
                  <a:moveTo>
                    <a:pt x="1560956" y="1242059"/>
                  </a:moveTo>
                  <a:lnTo>
                    <a:pt x="1511716" y="1246473"/>
                  </a:lnTo>
                  <a:lnTo>
                    <a:pt x="1465370" y="1259198"/>
                  </a:lnTo>
                  <a:lnTo>
                    <a:pt x="1422694" y="1279460"/>
                  </a:lnTo>
                  <a:lnTo>
                    <a:pt x="1384461" y="1306486"/>
                  </a:lnTo>
                  <a:lnTo>
                    <a:pt x="1351445" y="1339503"/>
                  </a:lnTo>
                  <a:lnTo>
                    <a:pt x="1324418" y="1377736"/>
                  </a:lnTo>
                  <a:lnTo>
                    <a:pt x="1304156" y="1420412"/>
                  </a:lnTo>
                  <a:lnTo>
                    <a:pt x="1291431" y="1466758"/>
                  </a:lnTo>
                  <a:lnTo>
                    <a:pt x="1287017" y="1515998"/>
                  </a:lnTo>
                  <a:lnTo>
                    <a:pt x="1291431" y="1565239"/>
                  </a:lnTo>
                  <a:lnTo>
                    <a:pt x="1304156" y="1611585"/>
                  </a:lnTo>
                  <a:lnTo>
                    <a:pt x="1324418" y="1654261"/>
                  </a:lnTo>
                  <a:lnTo>
                    <a:pt x="1351445" y="1692494"/>
                  </a:lnTo>
                  <a:lnTo>
                    <a:pt x="1384461" y="1725510"/>
                  </a:lnTo>
                  <a:lnTo>
                    <a:pt x="1422694" y="1752537"/>
                  </a:lnTo>
                  <a:lnTo>
                    <a:pt x="1465370" y="1772799"/>
                  </a:lnTo>
                  <a:lnTo>
                    <a:pt x="1511716" y="1785524"/>
                  </a:lnTo>
                  <a:lnTo>
                    <a:pt x="1560956" y="1789937"/>
                  </a:lnTo>
                  <a:lnTo>
                    <a:pt x="1610197" y="1785524"/>
                  </a:lnTo>
                  <a:lnTo>
                    <a:pt x="1656543" y="1772799"/>
                  </a:lnTo>
                  <a:lnTo>
                    <a:pt x="1699219" y="1752537"/>
                  </a:lnTo>
                  <a:lnTo>
                    <a:pt x="1737452" y="1725510"/>
                  </a:lnTo>
                  <a:lnTo>
                    <a:pt x="1770468" y="1692494"/>
                  </a:lnTo>
                  <a:lnTo>
                    <a:pt x="1797495" y="1654261"/>
                  </a:lnTo>
                  <a:lnTo>
                    <a:pt x="1817757" y="1611585"/>
                  </a:lnTo>
                  <a:lnTo>
                    <a:pt x="1830482" y="1565239"/>
                  </a:lnTo>
                  <a:lnTo>
                    <a:pt x="1834895" y="1515998"/>
                  </a:lnTo>
                  <a:lnTo>
                    <a:pt x="1830482" y="1466758"/>
                  </a:lnTo>
                  <a:lnTo>
                    <a:pt x="1817757" y="1420412"/>
                  </a:lnTo>
                  <a:lnTo>
                    <a:pt x="1797495" y="1377736"/>
                  </a:lnTo>
                  <a:lnTo>
                    <a:pt x="1770468" y="1339503"/>
                  </a:lnTo>
                  <a:lnTo>
                    <a:pt x="1737452" y="1306486"/>
                  </a:lnTo>
                  <a:lnTo>
                    <a:pt x="1699219" y="1279460"/>
                  </a:lnTo>
                  <a:lnTo>
                    <a:pt x="1656543" y="1259198"/>
                  </a:lnTo>
                  <a:lnTo>
                    <a:pt x="1610197" y="1246473"/>
                  </a:lnTo>
                  <a:lnTo>
                    <a:pt x="1560956" y="124205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01739" y="3201924"/>
              <a:ext cx="101345" cy="7619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393179" y="3262884"/>
              <a:ext cx="2040255" cy="1823720"/>
            </a:xfrm>
            <a:custGeom>
              <a:avLst/>
              <a:gdLst/>
              <a:ahLst/>
              <a:cxnLst/>
              <a:rect l="l" t="t" r="r" b="b"/>
              <a:pathLst>
                <a:path w="2040254" h="1823720">
                  <a:moveTo>
                    <a:pt x="0" y="0"/>
                  </a:moveTo>
                  <a:lnTo>
                    <a:pt x="2039873" y="1367789"/>
                  </a:lnTo>
                </a:path>
                <a:path w="2040254" h="1823720">
                  <a:moveTo>
                    <a:pt x="824864" y="1275587"/>
                  </a:moveTo>
                  <a:lnTo>
                    <a:pt x="775624" y="1280001"/>
                  </a:lnTo>
                  <a:lnTo>
                    <a:pt x="729278" y="1292726"/>
                  </a:lnTo>
                  <a:lnTo>
                    <a:pt x="686602" y="1312988"/>
                  </a:lnTo>
                  <a:lnTo>
                    <a:pt x="648369" y="1340014"/>
                  </a:lnTo>
                  <a:lnTo>
                    <a:pt x="615353" y="1373031"/>
                  </a:lnTo>
                  <a:lnTo>
                    <a:pt x="588326" y="1411264"/>
                  </a:lnTo>
                  <a:lnTo>
                    <a:pt x="568064" y="1453940"/>
                  </a:lnTo>
                  <a:lnTo>
                    <a:pt x="555339" y="1500286"/>
                  </a:lnTo>
                  <a:lnTo>
                    <a:pt x="550925" y="1549526"/>
                  </a:lnTo>
                  <a:lnTo>
                    <a:pt x="555339" y="1598767"/>
                  </a:lnTo>
                  <a:lnTo>
                    <a:pt x="568064" y="1645113"/>
                  </a:lnTo>
                  <a:lnTo>
                    <a:pt x="588326" y="1687789"/>
                  </a:lnTo>
                  <a:lnTo>
                    <a:pt x="615353" y="1726022"/>
                  </a:lnTo>
                  <a:lnTo>
                    <a:pt x="648369" y="1759038"/>
                  </a:lnTo>
                  <a:lnTo>
                    <a:pt x="686602" y="1786065"/>
                  </a:lnTo>
                  <a:lnTo>
                    <a:pt x="729278" y="1806327"/>
                  </a:lnTo>
                  <a:lnTo>
                    <a:pt x="775624" y="1819052"/>
                  </a:lnTo>
                  <a:lnTo>
                    <a:pt x="824864" y="1823465"/>
                  </a:lnTo>
                  <a:lnTo>
                    <a:pt x="874105" y="1819052"/>
                  </a:lnTo>
                  <a:lnTo>
                    <a:pt x="920451" y="1806327"/>
                  </a:lnTo>
                  <a:lnTo>
                    <a:pt x="963127" y="1786065"/>
                  </a:lnTo>
                  <a:lnTo>
                    <a:pt x="1001360" y="1759038"/>
                  </a:lnTo>
                  <a:lnTo>
                    <a:pt x="1034376" y="1726022"/>
                  </a:lnTo>
                  <a:lnTo>
                    <a:pt x="1061403" y="1687789"/>
                  </a:lnTo>
                  <a:lnTo>
                    <a:pt x="1081665" y="1645113"/>
                  </a:lnTo>
                  <a:lnTo>
                    <a:pt x="1094390" y="1598767"/>
                  </a:lnTo>
                  <a:lnTo>
                    <a:pt x="1098803" y="1549526"/>
                  </a:lnTo>
                  <a:lnTo>
                    <a:pt x="1094390" y="1500286"/>
                  </a:lnTo>
                  <a:lnTo>
                    <a:pt x="1081665" y="1453940"/>
                  </a:lnTo>
                  <a:lnTo>
                    <a:pt x="1061403" y="1411264"/>
                  </a:lnTo>
                  <a:lnTo>
                    <a:pt x="1034376" y="1373031"/>
                  </a:lnTo>
                  <a:lnTo>
                    <a:pt x="1001360" y="1340014"/>
                  </a:lnTo>
                  <a:lnTo>
                    <a:pt x="963127" y="1312988"/>
                  </a:lnTo>
                  <a:lnTo>
                    <a:pt x="920451" y="1292726"/>
                  </a:lnTo>
                  <a:lnTo>
                    <a:pt x="874105" y="1280001"/>
                  </a:lnTo>
                  <a:lnTo>
                    <a:pt x="824864" y="127558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63105" y="4311396"/>
              <a:ext cx="98297" cy="80771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105143" y="4377689"/>
              <a:ext cx="894715" cy="1313180"/>
            </a:xfrm>
            <a:custGeom>
              <a:avLst/>
              <a:gdLst/>
              <a:ahLst/>
              <a:cxnLst/>
              <a:rect l="l" t="t" r="r" b="b"/>
              <a:pathLst>
                <a:path w="894715" h="1313179">
                  <a:moveTo>
                    <a:pt x="544829" y="0"/>
                  </a:moveTo>
                  <a:lnTo>
                    <a:pt x="894587" y="268223"/>
                  </a:lnTo>
                </a:path>
                <a:path w="894715" h="1313179">
                  <a:moveTo>
                    <a:pt x="273938" y="765047"/>
                  </a:moveTo>
                  <a:lnTo>
                    <a:pt x="224698" y="769461"/>
                  </a:lnTo>
                  <a:lnTo>
                    <a:pt x="178352" y="782186"/>
                  </a:lnTo>
                  <a:lnTo>
                    <a:pt x="135676" y="802448"/>
                  </a:lnTo>
                  <a:lnTo>
                    <a:pt x="97443" y="829474"/>
                  </a:lnTo>
                  <a:lnTo>
                    <a:pt x="64427" y="862491"/>
                  </a:lnTo>
                  <a:lnTo>
                    <a:pt x="37400" y="900724"/>
                  </a:lnTo>
                  <a:lnTo>
                    <a:pt x="17138" y="943400"/>
                  </a:lnTo>
                  <a:lnTo>
                    <a:pt x="4413" y="989746"/>
                  </a:lnTo>
                  <a:lnTo>
                    <a:pt x="0" y="1038986"/>
                  </a:lnTo>
                  <a:lnTo>
                    <a:pt x="4413" y="1088227"/>
                  </a:lnTo>
                  <a:lnTo>
                    <a:pt x="17138" y="1134573"/>
                  </a:lnTo>
                  <a:lnTo>
                    <a:pt x="37400" y="1177249"/>
                  </a:lnTo>
                  <a:lnTo>
                    <a:pt x="64427" y="1215482"/>
                  </a:lnTo>
                  <a:lnTo>
                    <a:pt x="97443" y="1248498"/>
                  </a:lnTo>
                  <a:lnTo>
                    <a:pt x="135676" y="1275525"/>
                  </a:lnTo>
                  <a:lnTo>
                    <a:pt x="178352" y="1295787"/>
                  </a:lnTo>
                  <a:lnTo>
                    <a:pt x="224698" y="1308512"/>
                  </a:lnTo>
                  <a:lnTo>
                    <a:pt x="273938" y="1312925"/>
                  </a:lnTo>
                  <a:lnTo>
                    <a:pt x="323179" y="1308512"/>
                  </a:lnTo>
                  <a:lnTo>
                    <a:pt x="369525" y="1295787"/>
                  </a:lnTo>
                  <a:lnTo>
                    <a:pt x="412201" y="1275525"/>
                  </a:lnTo>
                  <a:lnTo>
                    <a:pt x="450434" y="1248498"/>
                  </a:lnTo>
                  <a:lnTo>
                    <a:pt x="483450" y="1215482"/>
                  </a:lnTo>
                  <a:lnTo>
                    <a:pt x="510477" y="1177249"/>
                  </a:lnTo>
                  <a:lnTo>
                    <a:pt x="530739" y="1134573"/>
                  </a:lnTo>
                  <a:lnTo>
                    <a:pt x="543464" y="1088227"/>
                  </a:lnTo>
                  <a:lnTo>
                    <a:pt x="547877" y="1038986"/>
                  </a:lnTo>
                  <a:lnTo>
                    <a:pt x="543464" y="989746"/>
                  </a:lnTo>
                  <a:lnTo>
                    <a:pt x="530739" y="943400"/>
                  </a:lnTo>
                  <a:lnTo>
                    <a:pt x="510477" y="900724"/>
                  </a:lnTo>
                  <a:lnTo>
                    <a:pt x="483450" y="862491"/>
                  </a:lnTo>
                  <a:lnTo>
                    <a:pt x="450434" y="829474"/>
                  </a:lnTo>
                  <a:lnTo>
                    <a:pt x="412201" y="802448"/>
                  </a:lnTo>
                  <a:lnTo>
                    <a:pt x="369525" y="782186"/>
                  </a:lnTo>
                  <a:lnTo>
                    <a:pt x="323179" y="769461"/>
                  </a:lnTo>
                  <a:lnTo>
                    <a:pt x="273938" y="76504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207251" y="3843527"/>
              <a:ext cx="36830" cy="111760"/>
            </a:xfrm>
            <a:custGeom>
              <a:avLst/>
              <a:gdLst/>
              <a:ahLst/>
              <a:cxnLst/>
              <a:rect l="l" t="t" r="r" b="b"/>
              <a:pathLst>
                <a:path w="36829" h="111760">
                  <a:moveTo>
                    <a:pt x="6857" y="0"/>
                  </a:moveTo>
                  <a:lnTo>
                    <a:pt x="0" y="111251"/>
                  </a:lnTo>
                  <a:lnTo>
                    <a:pt x="36575" y="107441"/>
                  </a:lnTo>
                  <a:lnTo>
                    <a:pt x="68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207251" y="3843527"/>
              <a:ext cx="36830" cy="111760"/>
            </a:xfrm>
            <a:custGeom>
              <a:avLst/>
              <a:gdLst/>
              <a:ahLst/>
              <a:cxnLst/>
              <a:rect l="l" t="t" r="r" b="b"/>
              <a:pathLst>
                <a:path w="36829" h="111760">
                  <a:moveTo>
                    <a:pt x="0" y="111251"/>
                  </a:moveTo>
                  <a:lnTo>
                    <a:pt x="6857" y="0"/>
                  </a:lnTo>
                  <a:lnTo>
                    <a:pt x="36575" y="107441"/>
                  </a:lnTo>
                  <a:lnTo>
                    <a:pt x="0" y="11125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225539" y="3952494"/>
              <a:ext cx="125095" cy="1191895"/>
            </a:xfrm>
            <a:custGeom>
              <a:avLst/>
              <a:gdLst/>
              <a:ahLst/>
              <a:cxnLst/>
              <a:rect l="l" t="t" r="r" b="b"/>
              <a:pathLst>
                <a:path w="125095" h="1191895">
                  <a:moveTo>
                    <a:pt x="0" y="0"/>
                  </a:moveTo>
                  <a:lnTo>
                    <a:pt x="124967" y="119176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4062793" y="839533"/>
            <a:ext cx="2406015" cy="2004060"/>
            <a:chOff x="4062793" y="839533"/>
            <a:chExt cx="2406015" cy="2004060"/>
          </a:xfrm>
        </p:grpSpPr>
        <p:sp>
          <p:nvSpPr>
            <p:cNvPr id="75" name="object 75"/>
            <p:cNvSpPr/>
            <p:nvPr/>
          </p:nvSpPr>
          <p:spPr>
            <a:xfrm>
              <a:off x="4486655" y="1926336"/>
              <a:ext cx="548005" cy="548005"/>
            </a:xfrm>
            <a:custGeom>
              <a:avLst/>
              <a:gdLst/>
              <a:ahLst/>
              <a:cxnLst/>
              <a:rect l="l" t="t" r="r" b="b"/>
              <a:pathLst>
                <a:path w="548004" h="548005">
                  <a:moveTo>
                    <a:pt x="273938" y="0"/>
                  </a:moveTo>
                  <a:lnTo>
                    <a:pt x="224698" y="4413"/>
                  </a:lnTo>
                  <a:lnTo>
                    <a:pt x="178352" y="17138"/>
                  </a:lnTo>
                  <a:lnTo>
                    <a:pt x="135676" y="37400"/>
                  </a:lnTo>
                  <a:lnTo>
                    <a:pt x="97443" y="64427"/>
                  </a:lnTo>
                  <a:lnTo>
                    <a:pt x="64427" y="97443"/>
                  </a:lnTo>
                  <a:lnTo>
                    <a:pt x="37400" y="135676"/>
                  </a:lnTo>
                  <a:lnTo>
                    <a:pt x="17138" y="178352"/>
                  </a:lnTo>
                  <a:lnTo>
                    <a:pt x="4413" y="224698"/>
                  </a:lnTo>
                  <a:lnTo>
                    <a:pt x="0" y="273938"/>
                  </a:lnTo>
                  <a:lnTo>
                    <a:pt x="4413" y="323179"/>
                  </a:lnTo>
                  <a:lnTo>
                    <a:pt x="17138" y="369525"/>
                  </a:lnTo>
                  <a:lnTo>
                    <a:pt x="37400" y="412201"/>
                  </a:lnTo>
                  <a:lnTo>
                    <a:pt x="64427" y="450434"/>
                  </a:lnTo>
                  <a:lnTo>
                    <a:pt x="97443" y="483450"/>
                  </a:lnTo>
                  <a:lnTo>
                    <a:pt x="135676" y="510477"/>
                  </a:lnTo>
                  <a:lnTo>
                    <a:pt x="178352" y="530739"/>
                  </a:lnTo>
                  <a:lnTo>
                    <a:pt x="224698" y="543464"/>
                  </a:lnTo>
                  <a:lnTo>
                    <a:pt x="273938" y="547877"/>
                  </a:lnTo>
                  <a:lnTo>
                    <a:pt x="323179" y="543464"/>
                  </a:lnTo>
                  <a:lnTo>
                    <a:pt x="369525" y="530739"/>
                  </a:lnTo>
                  <a:lnTo>
                    <a:pt x="412201" y="510477"/>
                  </a:lnTo>
                  <a:lnTo>
                    <a:pt x="450434" y="483450"/>
                  </a:lnTo>
                  <a:lnTo>
                    <a:pt x="483450" y="450434"/>
                  </a:lnTo>
                  <a:lnTo>
                    <a:pt x="510477" y="412201"/>
                  </a:lnTo>
                  <a:lnTo>
                    <a:pt x="530739" y="369525"/>
                  </a:lnTo>
                  <a:lnTo>
                    <a:pt x="543464" y="323179"/>
                  </a:lnTo>
                  <a:lnTo>
                    <a:pt x="547877" y="273938"/>
                  </a:lnTo>
                  <a:lnTo>
                    <a:pt x="543464" y="224698"/>
                  </a:lnTo>
                  <a:lnTo>
                    <a:pt x="530739" y="178352"/>
                  </a:lnTo>
                  <a:lnTo>
                    <a:pt x="510477" y="135676"/>
                  </a:lnTo>
                  <a:lnTo>
                    <a:pt x="483450" y="97443"/>
                  </a:lnTo>
                  <a:lnTo>
                    <a:pt x="450434" y="64427"/>
                  </a:lnTo>
                  <a:lnTo>
                    <a:pt x="412201" y="37400"/>
                  </a:lnTo>
                  <a:lnTo>
                    <a:pt x="369525" y="17138"/>
                  </a:lnTo>
                  <a:lnTo>
                    <a:pt x="323179" y="4413"/>
                  </a:lnTo>
                  <a:lnTo>
                    <a:pt x="273938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40501" y="2763012"/>
              <a:ext cx="99059" cy="80009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981955" y="844296"/>
              <a:ext cx="1066800" cy="1934210"/>
            </a:xfrm>
            <a:custGeom>
              <a:avLst/>
              <a:gdLst/>
              <a:ahLst/>
              <a:cxnLst/>
              <a:rect l="l" t="t" r="r" b="b"/>
              <a:pathLst>
                <a:path w="1066800" h="1934210">
                  <a:moveTo>
                    <a:pt x="569213" y="1933955"/>
                  </a:moveTo>
                  <a:lnTo>
                    <a:pt x="0" y="1517903"/>
                  </a:lnTo>
                </a:path>
                <a:path w="1066800" h="1934210">
                  <a:moveTo>
                    <a:pt x="792860" y="0"/>
                  </a:moveTo>
                  <a:lnTo>
                    <a:pt x="743620" y="4413"/>
                  </a:lnTo>
                  <a:lnTo>
                    <a:pt x="697274" y="17138"/>
                  </a:lnTo>
                  <a:lnTo>
                    <a:pt x="654598" y="37400"/>
                  </a:lnTo>
                  <a:lnTo>
                    <a:pt x="616365" y="64427"/>
                  </a:lnTo>
                  <a:lnTo>
                    <a:pt x="583348" y="97443"/>
                  </a:lnTo>
                  <a:lnTo>
                    <a:pt x="556322" y="135676"/>
                  </a:lnTo>
                  <a:lnTo>
                    <a:pt x="536060" y="178352"/>
                  </a:lnTo>
                  <a:lnTo>
                    <a:pt x="523335" y="224698"/>
                  </a:lnTo>
                  <a:lnTo>
                    <a:pt x="518921" y="273938"/>
                  </a:lnTo>
                  <a:lnTo>
                    <a:pt x="523335" y="323179"/>
                  </a:lnTo>
                  <a:lnTo>
                    <a:pt x="536060" y="369525"/>
                  </a:lnTo>
                  <a:lnTo>
                    <a:pt x="556322" y="412201"/>
                  </a:lnTo>
                  <a:lnTo>
                    <a:pt x="583348" y="450434"/>
                  </a:lnTo>
                  <a:lnTo>
                    <a:pt x="616365" y="483450"/>
                  </a:lnTo>
                  <a:lnTo>
                    <a:pt x="654598" y="510477"/>
                  </a:lnTo>
                  <a:lnTo>
                    <a:pt x="697274" y="530739"/>
                  </a:lnTo>
                  <a:lnTo>
                    <a:pt x="743620" y="543464"/>
                  </a:lnTo>
                  <a:lnTo>
                    <a:pt x="792860" y="547877"/>
                  </a:lnTo>
                  <a:lnTo>
                    <a:pt x="842101" y="543464"/>
                  </a:lnTo>
                  <a:lnTo>
                    <a:pt x="888447" y="530739"/>
                  </a:lnTo>
                  <a:lnTo>
                    <a:pt x="931123" y="510477"/>
                  </a:lnTo>
                  <a:lnTo>
                    <a:pt x="969356" y="483450"/>
                  </a:lnTo>
                  <a:lnTo>
                    <a:pt x="1002372" y="450434"/>
                  </a:lnTo>
                  <a:lnTo>
                    <a:pt x="1029399" y="412201"/>
                  </a:lnTo>
                  <a:lnTo>
                    <a:pt x="1049661" y="369525"/>
                  </a:lnTo>
                  <a:lnTo>
                    <a:pt x="1062386" y="323179"/>
                  </a:lnTo>
                  <a:lnTo>
                    <a:pt x="1066799" y="273938"/>
                  </a:lnTo>
                  <a:lnTo>
                    <a:pt x="1062386" y="224698"/>
                  </a:lnTo>
                  <a:lnTo>
                    <a:pt x="1049661" y="178352"/>
                  </a:lnTo>
                  <a:lnTo>
                    <a:pt x="1029399" y="135676"/>
                  </a:lnTo>
                  <a:lnTo>
                    <a:pt x="1002372" y="97443"/>
                  </a:lnTo>
                  <a:lnTo>
                    <a:pt x="969356" y="64427"/>
                  </a:lnTo>
                  <a:lnTo>
                    <a:pt x="931123" y="37400"/>
                  </a:lnTo>
                  <a:lnTo>
                    <a:pt x="888447" y="17138"/>
                  </a:lnTo>
                  <a:lnTo>
                    <a:pt x="842101" y="4413"/>
                  </a:lnTo>
                  <a:lnTo>
                    <a:pt x="79286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96989" y="2196084"/>
              <a:ext cx="71627" cy="103631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067555" y="1049274"/>
              <a:ext cx="2345690" cy="1156335"/>
            </a:xfrm>
            <a:custGeom>
              <a:avLst/>
              <a:gdLst/>
              <a:ahLst/>
              <a:cxnLst/>
              <a:rect l="l" t="t" r="r" b="b"/>
              <a:pathLst>
                <a:path w="2345690" h="1156335">
                  <a:moveTo>
                    <a:pt x="2345435" y="1155953"/>
                  </a:moveTo>
                  <a:lnTo>
                    <a:pt x="1845563" y="306323"/>
                  </a:lnTo>
                </a:path>
                <a:path w="2345690" h="1156335">
                  <a:moveTo>
                    <a:pt x="273938" y="0"/>
                  </a:moveTo>
                  <a:lnTo>
                    <a:pt x="224698" y="4413"/>
                  </a:lnTo>
                  <a:lnTo>
                    <a:pt x="178352" y="17138"/>
                  </a:lnTo>
                  <a:lnTo>
                    <a:pt x="135676" y="37400"/>
                  </a:lnTo>
                  <a:lnTo>
                    <a:pt x="97443" y="64427"/>
                  </a:lnTo>
                  <a:lnTo>
                    <a:pt x="64427" y="97443"/>
                  </a:lnTo>
                  <a:lnTo>
                    <a:pt x="37400" y="135676"/>
                  </a:lnTo>
                  <a:lnTo>
                    <a:pt x="17138" y="178352"/>
                  </a:lnTo>
                  <a:lnTo>
                    <a:pt x="4413" y="224698"/>
                  </a:lnTo>
                  <a:lnTo>
                    <a:pt x="0" y="273938"/>
                  </a:lnTo>
                  <a:lnTo>
                    <a:pt x="4413" y="323179"/>
                  </a:lnTo>
                  <a:lnTo>
                    <a:pt x="17138" y="369525"/>
                  </a:lnTo>
                  <a:lnTo>
                    <a:pt x="37400" y="412201"/>
                  </a:lnTo>
                  <a:lnTo>
                    <a:pt x="64427" y="450434"/>
                  </a:lnTo>
                  <a:lnTo>
                    <a:pt x="97443" y="483450"/>
                  </a:lnTo>
                  <a:lnTo>
                    <a:pt x="135676" y="510477"/>
                  </a:lnTo>
                  <a:lnTo>
                    <a:pt x="178352" y="530739"/>
                  </a:lnTo>
                  <a:lnTo>
                    <a:pt x="224698" y="543464"/>
                  </a:lnTo>
                  <a:lnTo>
                    <a:pt x="273938" y="547877"/>
                  </a:lnTo>
                  <a:lnTo>
                    <a:pt x="323179" y="543464"/>
                  </a:lnTo>
                  <a:lnTo>
                    <a:pt x="369525" y="530739"/>
                  </a:lnTo>
                  <a:lnTo>
                    <a:pt x="412201" y="510477"/>
                  </a:lnTo>
                  <a:lnTo>
                    <a:pt x="450434" y="483450"/>
                  </a:lnTo>
                  <a:lnTo>
                    <a:pt x="483450" y="450434"/>
                  </a:lnTo>
                  <a:lnTo>
                    <a:pt x="510477" y="412201"/>
                  </a:lnTo>
                  <a:lnTo>
                    <a:pt x="530739" y="369525"/>
                  </a:lnTo>
                  <a:lnTo>
                    <a:pt x="543464" y="323179"/>
                  </a:lnTo>
                  <a:lnTo>
                    <a:pt x="547877" y="273938"/>
                  </a:lnTo>
                  <a:lnTo>
                    <a:pt x="543464" y="224698"/>
                  </a:lnTo>
                  <a:lnTo>
                    <a:pt x="530739" y="178352"/>
                  </a:lnTo>
                  <a:lnTo>
                    <a:pt x="510477" y="135676"/>
                  </a:lnTo>
                  <a:lnTo>
                    <a:pt x="483450" y="97443"/>
                  </a:lnTo>
                  <a:lnTo>
                    <a:pt x="450434" y="64427"/>
                  </a:lnTo>
                  <a:lnTo>
                    <a:pt x="412201" y="37400"/>
                  </a:lnTo>
                  <a:lnTo>
                    <a:pt x="369525" y="17138"/>
                  </a:lnTo>
                  <a:lnTo>
                    <a:pt x="323179" y="4413"/>
                  </a:lnTo>
                  <a:lnTo>
                    <a:pt x="273938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16067" y="1831086"/>
              <a:ext cx="101345" cy="76199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4568951" y="1475994"/>
              <a:ext cx="557530" cy="370840"/>
            </a:xfrm>
            <a:custGeom>
              <a:avLst/>
              <a:gdLst/>
              <a:ahLst/>
              <a:cxnLst/>
              <a:rect l="l" t="t" r="r" b="b"/>
              <a:pathLst>
                <a:path w="557529" h="370839">
                  <a:moveTo>
                    <a:pt x="557021" y="370331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2" name="object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13597"/>
              </p:ext>
            </p:extLst>
          </p:nvPr>
        </p:nvGraphicFramePr>
        <p:xfrm>
          <a:off x="221360" y="341757"/>
          <a:ext cx="9601199" cy="7074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34075">
                <a:tc gridSpan="8">
                  <a:txBody>
                    <a:bodyPr/>
                    <a:lstStyle/>
                    <a:p>
                      <a:pPr marL="4592955">
                        <a:lnSpc>
                          <a:spcPct val="100000"/>
                        </a:lnSpc>
                        <a:spcBef>
                          <a:spcPts val="2525"/>
                        </a:spcBef>
                        <a:tabLst>
                          <a:tab pos="5461000" algn="l"/>
                          <a:tab pos="6351905" algn="l"/>
                          <a:tab pos="7734934" algn="l"/>
                        </a:tabLst>
                      </a:pPr>
                      <a:r>
                        <a:rPr sz="3600" spc="-75" baseline="-20833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3600" baseline="-20833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3600" spc="-75" baseline="-46296" dirty="0">
                          <a:latin typeface="Arial MT"/>
                          <a:cs typeface="Arial MT"/>
                        </a:rPr>
                        <a:t>7</a:t>
                      </a:r>
                      <a:r>
                        <a:rPr sz="3600" baseline="-46296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3600" spc="-37" baseline="-6944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3600" baseline="-6944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15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R="134429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11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4447540">
                        <a:lnSpc>
                          <a:spcPct val="100000"/>
                        </a:lnSpc>
                        <a:tabLst>
                          <a:tab pos="7880350" algn="l"/>
                        </a:tabLst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9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3600" spc="-75" baseline="-35879" dirty="0">
                          <a:latin typeface="Arial MT"/>
                          <a:cs typeface="Arial MT"/>
                        </a:rPr>
                        <a:t>8</a:t>
                      </a:r>
                      <a:endParaRPr sz="3600" baseline="-35879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R="1116330" algn="r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16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1769110">
                        <a:lnSpc>
                          <a:spcPct val="100000"/>
                        </a:lnSpc>
                        <a:spcBef>
                          <a:spcPts val="1560"/>
                        </a:spcBef>
                        <a:tabLst>
                          <a:tab pos="8546465" algn="l"/>
                        </a:tabLst>
                      </a:pPr>
                      <a:r>
                        <a:rPr sz="3600" spc="-75" baseline="-2314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3600" baseline="-2314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12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3952240">
                        <a:lnSpc>
                          <a:spcPct val="100000"/>
                        </a:lnSpc>
                        <a:spcBef>
                          <a:spcPts val="1585"/>
                        </a:spcBef>
                        <a:tabLst>
                          <a:tab pos="8154034" algn="l"/>
                        </a:tabLst>
                      </a:pPr>
                      <a:r>
                        <a:rPr sz="2400" spc="-25" dirty="0">
                          <a:latin typeface="Arial MT"/>
                          <a:cs typeface="Arial MT"/>
                        </a:rPr>
                        <a:t>13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3600" spc="-75" baseline="-12731" dirty="0">
                          <a:latin typeface="Arial MT"/>
                          <a:cs typeface="Arial MT"/>
                        </a:rPr>
                        <a:t>6</a:t>
                      </a:r>
                      <a:endParaRPr sz="3600" baseline="-12731">
                        <a:latin typeface="Arial MT"/>
                        <a:cs typeface="Arial MT"/>
                      </a:endParaRPr>
                    </a:p>
                    <a:p>
                      <a:pPr marL="6915784">
                        <a:lnSpc>
                          <a:spcPct val="100000"/>
                        </a:lnSpc>
                        <a:spcBef>
                          <a:spcPts val="2735"/>
                        </a:spcBef>
                        <a:tabLst>
                          <a:tab pos="8253095" algn="l"/>
                        </a:tabLst>
                      </a:pPr>
                      <a:r>
                        <a:rPr sz="3600" spc="-75" baseline="-5787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3600" baseline="-5787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400" spc="-25" dirty="0">
                          <a:latin typeface="Arial MT"/>
                          <a:cs typeface="Arial MT"/>
                        </a:rPr>
                        <a:t>14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990600">
                        <a:lnSpc>
                          <a:spcPts val="2430"/>
                        </a:lnSpc>
                        <a:spcBef>
                          <a:spcPts val="115"/>
                        </a:spcBef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4</a:t>
                      </a:r>
                      <a:endParaRPr sz="2400">
                        <a:latin typeface="Arial MT"/>
                        <a:cs typeface="Arial MT"/>
                      </a:endParaRPr>
                    </a:p>
                    <a:p>
                      <a:pPr marL="6066155">
                        <a:lnSpc>
                          <a:spcPts val="2430"/>
                        </a:lnSpc>
                      </a:pPr>
                      <a:r>
                        <a:rPr sz="2400" spc="-50" dirty="0">
                          <a:latin typeface="Arial MT"/>
                          <a:cs typeface="Arial MT"/>
                        </a:rPr>
                        <a:t>3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206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6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3930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Walton</a:t>
                      </a:r>
                      <a:r>
                        <a:rPr sz="15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School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Engineering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  <a:spcBef>
                          <a:spcPts val="17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DATE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114300">
                        <a:lnSpc>
                          <a:spcPts val="12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4/8/2024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marL="45720">
                        <a:lnSpc>
                          <a:spcPts val="1650"/>
                        </a:lnSpc>
                        <a:tabLst>
                          <a:tab pos="795020" algn="l"/>
                        </a:tabLst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Arbor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Press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SIZE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 marR="664845" indent="-6350">
                        <a:lnSpc>
                          <a:spcPts val="1070"/>
                        </a:lnSpc>
                        <a:spcBef>
                          <a:spcPts val="32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CLASS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IED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ts val="1019"/>
                        </a:lnSpc>
                        <a:spcBef>
                          <a:spcPts val="17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TITLE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7150">
                        <a:lnSpc>
                          <a:spcPts val="126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Exploded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View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marR="139700" indent="-10160">
                        <a:lnSpc>
                          <a:spcPts val="1030"/>
                        </a:lnSpc>
                        <a:spcBef>
                          <a:spcPts val="30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PER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baseline="2777" dirty="0">
                          <a:latin typeface="Arial MT"/>
                          <a:cs typeface="Arial MT"/>
                        </a:rPr>
                        <a:t>SCALE</a:t>
                      </a:r>
                      <a:r>
                        <a:rPr sz="1500" spc="517" baseline="2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1:2.5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500" baseline="8333" dirty="0">
                          <a:latin typeface="Arial MT"/>
                          <a:cs typeface="Arial MT"/>
                        </a:rPr>
                        <a:t>AUTHOR</a:t>
                      </a:r>
                      <a:r>
                        <a:rPr sz="1500" spc="615" baseline="8333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Siddharth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Gupta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SHEET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1/1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3" name="object 83"/>
          <p:cNvSpPr/>
          <p:nvPr/>
        </p:nvSpPr>
        <p:spPr>
          <a:xfrm>
            <a:off x="4949189" y="21107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949189" y="119634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91439"/>
                </a:moveTo>
                <a:lnTo>
                  <a:pt x="79247" y="228599"/>
                </a:lnTo>
                <a:lnTo>
                  <a:pt x="79247" y="0"/>
                </a:lnTo>
              </a:path>
              <a:path w="158750" h="228600">
                <a:moveTo>
                  <a:pt x="79247" y="228599"/>
                </a:moveTo>
                <a:lnTo>
                  <a:pt x="0" y="9143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0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90677" y="0"/>
                </a:moveTo>
                <a:lnTo>
                  <a:pt x="90677" y="158495"/>
                </a:lnTo>
              </a:path>
              <a:path w="227965" h="158750">
                <a:moveTo>
                  <a:pt x="90677" y="0"/>
                </a:moveTo>
                <a:lnTo>
                  <a:pt x="227837" y="79247"/>
                </a:lnTo>
                <a:lnTo>
                  <a:pt x="0" y="79247"/>
                </a:lnTo>
              </a:path>
              <a:path w="227965" h="158750">
                <a:moveTo>
                  <a:pt x="227837" y="79247"/>
                </a:moveTo>
                <a:lnTo>
                  <a:pt x="90677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6" name="object 8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156453" y="6289547"/>
            <a:ext cx="327660" cy="326897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1020317" y="4885182"/>
            <a:ext cx="918210" cy="744220"/>
            <a:chOff x="1020317" y="4885182"/>
            <a:chExt cx="918210" cy="744220"/>
          </a:xfrm>
        </p:grpSpPr>
        <p:sp>
          <p:nvSpPr>
            <p:cNvPr id="88" name="object 88"/>
            <p:cNvSpPr/>
            <p:nvPr/>
          </p:nvSpPr>
          <p:spPr>
            <a:xfrm>
              <a:off x="1024889" y="4889754"/>
              <a:ext cx="548005" cy="548005"/>
            </a:xfrm>
            <a:custGeom>
              <a:avLst/>
              <a:gdLst/>
              <a:ahLst/>
              <a:cxnLst/>
              <a:rect l="l" t="t" r="r" b="b"/>
              <a:pathLst>
                <a:path w="548005" h="548004">
                  <a:moveTo>
                    <a:pt x="273938" y="0"/>
                  </a:moveTo>
                  <a:lnTo>
                    <a:pt x="224698" y="4413"/>
                  </a:lnTo>
                  <a:lnTo>
                    <a:pt x="178352" y="17138"/>
                  </a:lnTo>
                  <a:lnTo>
                    <a:pt x="135676" y="37400"/>
                  </a:lnTo>
                  <a:lnTo>
                    <a:pt x="97443" y="64427"/>
                  </a:lnTo>
                  <a:lnTo>
                    <a:pt x="64427" y="97443"/>
                  </a:lnTo>
                  <a:lnTo>
                    <a:pt x="37400" y="135676"/>
                  </a:lnTo>
                  <a:lnTo>
                    <a:pt x="17138" y="178352"/>
                  </a:lnTo>
                  <a:lnTo>
                    <a:pt x="4413" y="224698"/>
                  </a:lnTo>
                  <a:lnTo>
                    <a:pt x="0" y="273938"/>
                  </a:lnTo>
                  <a:lnTo>
                    <a:pt x="4413" y="323179"/>
                  </a:lnTo>
                  <a:lnTo>
                    <a:pt x="17138" y="369525"/>
                  </a:lnTo>
                  <a:lnTo>
                    <a:pt x="37400" y="412201"/>
                  </a:lnTo>
                  <a:lnTo>
                    <a:pt x="64427" y="450434"/>
                  </a:lnTo>
                  <a:lnTo>
                    <a:pt x="97443" y="483450"/>
                  </a:lnTo>
                  <a:lnTo>
                    <a:pt x="135676" y="510477"/>
                  </a:lnTo>
                  <a:lnTo>
                    <a:pt x="178352" y="530739"/>
                  </a:lnTo>
                  <a:lnTo>
                    <a:pt x="224698" y="543464"/>
                  </a:lnTo>
                  <a:lnTo>
                    <a:pt x="273938" y="547877"/>
                  </a:lnTo>
                  <a:lnTo>
                    <a:pt x="323179" y="543464"/>
                  </a:lnTo>
                  <a:lnTo>
                    <a:pt x="369525" y="530739"/>
                  </a:lnTo>
                  <a:lnTo>
                    <a:pt x="412201" y="510477"/>
                  </a:lnTo>
                  <a:lnTo>
                    <a:pt x="450434" y="483450"/>
                  </a:lnTo>
                  <a:lnTo>
                    <a:pt x="483450" y="450434"/>
                  </a:lnTo>
                  <a:lnTo>
                    <a:pt x="510477" y="412201"/>
                  </a:lnTo>
                  <a:lnTo>
                    <a:pt x="530739" y="369525"/>
                  </a:lnTo>
                  <a:lnTo>
                    <a:pt x="543464" y="323179"/>
                  </a:lnTo>
                  <a:lnTo>
                    <a:pt x="547877" y="273938"/>
                  </a:lnTo>
                  <a:lnTo>
                    <a:pt x="543464" y="224698"/>
                  </a:lnTo>
                  <a:lnTo>
                    <a:pt x="530739" y="178352"/>
                  </a:lnTo>
                  <a:lnTo>
                    <a:pt x="510477" y="135676"/>
                  </a:lnTo>
                  <a:lnTo>
                    <a:pt x="483450" y="97443"/>
                  </a:lnTo>
                  <a:lnTo>
                    <a:pt x="450434" y="64427"/>
                  </a:lnTo>
                  <a:lnTo>
                    <a:pt x="412201" y="37400"/>
                  </a:lnTo>
                  <a:lnTo>
                    <a:pt x="369525" y="17138"/>
                  </a:lnTo>
                  <a:lnTo>
                    <a:pt x="323179" y="4413"/>
                  </a:lnTo>
                  <a:lnTo>
                    <a:pt x="273938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38705" y="5549646"/>
              <a:ext cx="99821" cy="79247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1520189" y="5324856"/>
              <a:ext cx="329565" cy="239395"/>
            </a:xfrm>
            <a:custGeom>
              <a:avLst/>
              <a:gdLst/>
              <a:ahLst/>
              <a:cxnLst/>
              <a:rect l="l" t="t" r="r" b="b"/>
              <a:pathLst>
                <a:path w="329564" h="239395">
                  <a:moveTo>
                    <a:pt x="329183" y="239267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4628388" y="703326"/>
            <a:ext cx="1262380" cy="1126490"/>
            <a:chOff x="4628388" y="703326"/>
            <a:chExt cx="1262380" cy="1126490"/>
          </a:xfrm>
        </p:grpSpPr>
        <p:sp>
          <p:nvSpPr>
            <p:cNvPr id="92" name="object 92"/>
            <p:cNvSpPr/>
            <p:nvPr/>
          </p:nvSpPr>
          <p:spPr>
            <a:xfrm>
              <a:off x="4632960" y="707898"/>
              <a:ext cx="548005" cy="548005"/>
            </a:xfrm>
            <a:custGeom>
              <a:avLst/>
              <a:gdLst/>
              <a:ahLst/>
              <a:cxnLst/>
              <a:rect l="l" t="t" r="r" b="b"/>
              <a:pathLst>
                <a:path w="548004" h="548005">
                  <a:moveTo>
                    <a:pt x="273938" y="0"/>
                  </a:moveTo>
                  <a:lnTo>
                    <a:pt x="224698" y="4413"/>
                  </a:lnTo>
                  <a:lnTo>
                    <a:pt x="178352" y="17138"/>
                  </a:lnTo>
                  <a:lnTo>
                    <a:pt x="135676" y="37400"/>
                  </a:lnTo>
                  <a:lnTo>
                    <a:pt x="97443" y="64427"/>
                  </a:lnTo>
                  <a:lnTo>
                    <a:pt x="64427" y="97443"/>
                  </a:lnTo>
                  <a:lnTo>
                    <a:pt x="37400" y="135676"/>
                  </a:lnTo>
                  <a:lnTo>
                    <a:pt x="17138" y="178352"/>
                  </a:lnTo>
                  <a:lnTo>
                    <a:pt x="4413" y="224698"/>
                  </a:lnTo>
                  <a:lnTo>
                    <a:pt x="0" y="273938"/>
                  </a:lnTo>
                  <a:lnTo>
                    <a:pt x="4413" y="323179"/>
                  </a:lnTo>
                  <a:lnTo>
                    <a:pt x="17138" y="369525"/>
                  </a:lnTo>
                  <a:lnTo>
                    <a:pt x="37400" y="412201"/>
                  </a:lnTo>
                  <a:lnTo>
                    <a:pt x="64427" y="450434"/>
                  </a:lnTo>
                  <a:lnTo>
                    <a:pt x="97443" y="483450"/>
                  </a:lnTo>
                  <a:lnTo>
                    <a:pt x="135676" y="510477"/>
                  </a:lnTo>
                  <a:lnTo>
                    <a:pt x="178352" y="530739"/>
                  </a:lnTo>
                  <a:lnTo>
                    <a:pt x="224698" y="543464"/>
                  </a:lnTo>
                  <a:lnTo>
                    <a:pt x="273938" y="547877"/>
                  </a:lnTo>
                  <a:lnTo>
                    <a:pt x="323179" y="543464"/>
                  </a:lnTo>
                  <a:lnTo>
                    <a:pt x="369525" y="530739"/>
                  </a:lnTo>
                  <a:lnTo>
                    <a:pt x="412201" y="510477"/>
                  </a:lnTo>
                  <a:lnTo>
                    <a:pt x="450434" y="483450"/>
                  </a:lnTo>
                  <a:lnTo>
                    <a:pt x="483450" y="450434"/>
                  </a:lnTo>
                  <a:lnTo>
                    <a:pt x="510477" y="412201"/>
                  </a:lnTo>
                  <a:lnTo>
                    <a:pt x="530739" y="369525"/>
                  </a:lnTo>
                  <a:lnTo>
                    <a:pt x="543464" y="323179"/>
                  </a:lnTo>
                  <a:lnTo>
                    <a:pt x="547877" y="273938"/>
                  </a:lnTo>
                  <a:lnTo>
                    <a:pt x="543464" y="224698"/>
                  </a:lnTo>
                  <a:lnTo>
                    <a:pt x="530739" y="178352"/>
                  </a:lnTo>
                  <a:lnTo>
                    <a:pt x="510477" y="135676"/>
                  </a:lnTo>
                  <a:lnTo>
                    <a:pt x="483450" y="97443"/>
                  </a:lnTo>
                  <a:lnTo>
                    <a:pt x="450434" y="64427"/>
                  </a:lnTo>
                  <a:lnTo>
                    <a:pt x="412201" y="37400"/>
                  </a:lnTo>
                  <a:lnTo>
                    <a:pt x="369525" y="17138"/>
                  </a:lnTo>
                  <a:lnTo>
                    <a:pt x="323179" y="4413"/>
                  </a:lnTo>
                  <a:lnTo>
                    <a:pt x="273938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795010" y="1743456"/>
              <a:ext cx="95249" cy="86105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5114544" y="1161288"/>
              <a:ext cx="692785" cy="596900"/>
            </a:xfrm>
            <a:custGeom>
              <a:avLst/>
              <a:gdLst/>
              <a:ahLst/>
              <a:cxnLst/>
              <a:rect l="l" t="t" r="r" b="b"/>
              <a:pathLst>
                <a:path w="692785" h="596900">
                  <a:moveTo>
                    <a:pt x="692657" y="596645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4320187B-11C8-15EE-82C4-2DDF9AE3F2B4}"/>
              </a:ext>
            </a:extLst>
          </p:cNvPr>
          <p:cNvSpPr txBox="1"/>
          <p:nvPr/>
        </p:nvSpPr>
        <p:spPr>
          <a:xfrm>
            <a:off x="5025995" y="6227420"/>
            <a:ext cx="4787611" cy="11691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600438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7838" y="348234"/>
            <a:ext cx="9601200" cy="7077709"/>
          </a:xfrm>
          <a:custGeom>
            <a:avLst/>
            <a:gdLst/>
            <a:ahLst/>
            <a:cxnLst/>
            <a:rect l="l" t="t" r="r" b="b"/>
            <a:pathLst>
              <a:path w="9601200" h="7077709">
                <a:moveTo>
                  <a:pt x="0" y="7077455"/>
                </a:moveTo>
                <a:lnTo>
                  <a:pt x="9601199" y="7077455"/>
                </a:lnTo>
                <a:lnTo>
                  <a:pt x="9601199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49189" y="21107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524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7315961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7838" y="348234"/>
            <a:ext cx="0" cy="7077709"/>
          </a:xfrm>
          <a:custGeom>
            <a:avLst/>
            <a:gdLst/>
            <a:ahLst/>
            <a:cxnLst/>
            <a:rect l="l" t="t" r="r" b="b"/>
            <a:pathLst>
              <a:path h="7077709">
                <a:moveTo>
                  <a:pt x="0" y="0"/>
                </a:moveTo>
                <a:lnTo>
                  <a:pt x="0" y="707745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49189" y="119634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91439"/>
                </a:moveTo>
                <a:lnTo>
                  <a:pt x="79247" y="228599"/>
                </a:lnTo>
                <a:lnTo>
                  <a:pt x="79247" y="0"/>
                </a:lnTo>
              </a:path>
              <a:path w="158750" h="228600">
                <a:moveTo>
                  <a:pt x="79247" y="228599"/>
                </a:moveTo>
                <a:lnTo>
                  <a:pt x="0" y="9143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49189" y="7425690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137159"/>
                </a:moveTo>
                <a:lnTo>
                  <a:pt x="0" y="137159"/>
                </a:lnTo>
              </a:path>
              <a:path w="158750" h="228600">
                <a:moveTo>
                  <a:pt x="158495" y="137159"/>
                </a:moveTo>
                <a:lnTo>
                  <a:pt x="79247" y="0"/>
                </a:lnTo>
                <a:lnTo>
                  <a:pt x="79247" y="228599"/>
                </a:lnTo>
              </a:path>
              <a:path w="158750" h="228600">
                <a:moveTo>
                  <a:pt x="79247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29038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137159" y="0"/>
                </a:moveTo>
                <a:lnTo>
                  <a:pt x="137159" y="158495"/>
                </a:lnTo>
              </a:path>
              <a:path w="227965" h="158750">
                <a:moveTo>
                  <a:pt x="137159" y="0"/>
                </a:moveTo>
                <a:lnTo>
                  <a:pt x="0" y="79247"/>
                </a:lnTo>
                <a:lnTo>
                  <a:pt x="227837" y="79247"/>
                </a:lnTo>
              </a:path>
              <a:path w="227965" h="158750">
                <a:moveTo>
                  <a:pt x="0" y="79247"/>
                </a:moveTo>
                <a:lnTo>
                  <a:pt x="137159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90677" y="0"/>
                </a:moveTo>
                <a:lnTo>
                  <a:pt x="90677" y="158495"/>
                </a:lnTo>
              </a:path>
              <a:path w="227965" h="158750">
                <a:moveTo>
                  <a:pt x="90677" y="0"/>
                </a:moveTo>
                <a:lnTo>
                  <a:pt x="227837" y="79247"/>
                </a:lnTo>
                <a:lnTo>
                  <a:pt x="0" y="79247"/>
                </a:lnTo>
              </a:path>
              <a:path w="227965" h="158750">
                <a:moveTo>
                  <a:pt x="227837" y="79247"/>
                </a:moveTo>
                <a:lnTo>
                  <a:pt x="90677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147309" y="74256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47309" y="66255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47309" y="71970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47309" y="6282690"/>
            <a:ext cx="4681855" cy="1143000"/>
          </a:xfrm>
          <a:custGeom>
            <a:avLst/>
            <a:gdLst/>
            <a:ahLst/>
            <a:cxnLst/>
            <a:rect l="l" t="t" r="r" b="b"/>
            <a:pathLst>
              <a:path w="4681855" h="1143000">
                <a:moveTo>
                  <a:pt x="0" y="571499"/>
                </a:moveTo>
                <a:lnTo>
                  <a:pt x="4681727" y="571499"/>
                </a:lnTo>
              </a:path>
              <a:path w="4681855" h="1143000">
                <a:moveTo>
                  <a:pt x="4681727" y="1142999"/>
                </a:moveTo>
                <a:lnTo>
                  <a:pt x="4681727" y="0"/>
                </a:lnTo>
              </a:path>
              <a:path w="4681855" h="1143000">
                <a:moveTo>
                  <a:pt x="338327" y="914399"/>
                </a:moveTo>
                <a:lnTo>
                  <a:pt x="338327" y="571499"/>
                </a:lnTo>
              </a:path>
              <a:path w="4681855" h="1143000">
                <a:moveTo>
                  <a:pt x="1481327" y="914399"/>
                </a:moveTo>
                <a:lnTo>
                  <a:pt x="1481327" y="571499"/>
                </a:lnTo>
              </a:path>
              <a:path w="4681855" h="1143000">
                <a:moveTo>
                  <a:pt x="0" y="1142999"/>
                </a:moveTo>
                <a:lnTo>
                  <a:pt x="0" y="0"/>
                </a:lnTo>
              </a:path>
              <a:path w="4681855" h="1143000">
                <a:moveTo>
                  <a:pt x="1252727" y="1142999"/>
                </a:moveTo>
                <a:lnTo>
                  <a:pt x="1252727" y="914399"/>
                </a:lnTo>
              </a:path>
              <a:path w="4681855" h="1143000">
                <a:moveTo>
                  <a:pt x="3595877" y="1142999"/>
                </a:moveTo>
                <a:lnTo>
                  <a:pt x="3595877" y="914399"/>
                </a:lnTo>
              </a:path>
              <a:path w="4681855" h="1143000">
                <a:moveTo>
                  <a:pt x="4224527" y="914399"/>
                </a:moveTo>
                <a:lnTo>
                  <a:pt x="4224527" y="571499"/>
                </a:lnTo>
              </a:path>
              <a:path w="4681855" h="1143000">
                <a:moveTo>
                  <a:pt x="4677155" y="0"/>
                </a:moveTo>
                <a:lnTo>
                  <a:pt x="0" y="0"/>
                </a:lnTo>
              </a:path>
              <a:path w="4681855" h="1143000">
                <a:moveTo>
                  <a:pt x="3310127" y="0"/>
                </a:moveTo>
                <a:lnTo>
                  <a:pt x="3310127" y="342899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36641" y="6863875"/>
            <a:ext cx="8572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baseline="16666" dirty="0">
                <a:latin typeface="Arial MT"/>
                <a:cs typeface="Arial MT"/>
              </a:rPr>
              <a:t>SIZE</a:t>
            </a:r>
            <a:r>
              <a:rPr sz="1500" spc="525" baseline="16666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CLASS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6453" y="6289547"/>
            <a:ext cx="327660" cy="32689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527802" y="6274992"/>
            <a:ext cx="2783205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 MT"/>
                <a:cs typeface="Arial MT"/>
              </a:rPr>
              <a:t>Walton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High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School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Engineering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4488" y="7206775"/>
            <a:ext cx="5651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latin typeface="Arial MT"/>
                <a:cs typeface="Arial MT"/>
              </a:rPr>
              <a:t>AUTHOR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87638" y="7216681"/>
            <a:ext cx="6604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Arial MT"/>
                <a:cs typeface="Arial MT"/>
              </a:rPr>
              <a:t>SHEET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1/1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88711" y="7200279"/>
            <a:ext cx="7334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aseline="2777" dirty="0">
                <a:latin typeface="Arial MT"/>
                <a:cs typeface="Arial MT"/>
              </a:rPr>
              <a:t>SCALE</a:t>
            </a:r>
            <a:r>
              <a:rPr sz="1500" spc="517" baseline="2777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1:4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61102" y="6983509"/>
            <a:ext cx="1111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latin typeface="Arial MT"/>
                <a:cs typeface="Arial MT"/>
              </a:rPr>
              <a:t>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06381" y="6857779"/>
            <a:ext cx="288290" cy="3092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2225" marR="5080" indent="-10160">
              <a:lnSpc>
                <a:spcPts val="1030"/>
              </a:lnSpc>
              <a:spcBef>
                <a:spcPts val="280"/>
              </a:spcBef>
            </a:pPr>
            <a:r>
              <a:rPr sz="1000" spc="-25" dirty="0">
                <a:latin typeface="Arial MT"/>
                <a:cs typeface="Arial MT"/>
              </a:rPr>
              <a:t>PER </a:t>
            </a:r>
            <a:r>
              <a:rPr sz="1000" spc="-50" dirty="0">
                <a:latin typeface="Arial MT"/>
                <a:cs typeface="Arial MT"/>
              </a:rPr>
              <a:t>6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80329" y="6592746"/>
            <a:ext cx="1786889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2000" algn="l"/>
              </a:tabLst>
            </a:pPr>
            <a:r>
              <a:rPr sz="1000" spc="-10" dirty="0">
                <a:latin typeface="Arial MT"/>
                <a:cs typeface="Arial MT"/>
              </a:rPr>
              <a:t>PROJECT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500" dirty="0">
                <a:latin typeface="Arial MT"/>
                <a:cs typeface="Arial MT"/>
              </a:rPr>
              <a:t>Arbor </a:t>
            </a:r>
            <a:r>
              <a:rPr sz="1500" spc="-10" dirty="0">
                <a:latin typeface="Arial MT"/>
                <a:cs typeface="Arial MT"/>
              </a:rPr>
              <a:t>Press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73088" y="6862351"/>
            <a:ext cx="664845" cy="316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19"/>
              </a:lnSpc>
              <a:spcBef>
                <a:spcPts val="105"/>
              </a:spcBef>
            </a:pPr>
            <a:r>
              <a:rPr sz="1000" spc="-10" dirty="0">
                <a:latin typeface="Arial MT"/>
                <a:cs typeface="Arial MT"/>
              </a:rPr>
              <a:t>TITLE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260"/>
              </a:lnSpc>
            </a:pPr>
            <a:r>
              <a:rPr sz="1200" dirty="0">
                <a:latin typeface="Arial MT"/>
                <a:cs typeface="Arial MT"/>
              </a:rPr>
              <a:t>Parts </a:t>
            </a:r>
            <a:r>
              <a:rPr sz="1200" spc="-20" dirty="0">
                <a:latin typeface="Arial MT"/>
                <a:cs typeface="Arial MT"/>
              </a:rPr>
              <a:t>List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49131" y="6290851"/>
            <a:ext cx="717550" cy="321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40"/>
              </a:lnSpc>
              <a:spcBef>
                <a:spcPts val="105"/>
              </a:spcBef>
            </a:pPr>
            <a:r>
              <a:rPr sz="1000" spc="-20" dirty="0">
                <a:latin typeface="Arial MT"/>
                <a:cs typeface="Arial MT"/>
              </a:rPr>
              <a:t>DATE</a:t>
            </a:r>
            <a:endParaRPr sz="1000">
              <a:latin typeface="Arial MT"/>
              <a:cs typeface="Arial MT"/>
            </a:endParaRPr>
          </a:p>
          <a:p>
            <a:pPr marL="22225">
              <a:lnSpc>
                <a:spcPts val="1280"/>
              </a:lnSpc>
            </a:pPr>
            <a:r>
              <a:rPr sz="1200" spc="-10" dirty="0">
                <a:latin typeface="Arial MT"/>
                <a:cs typeface="Arial MT"/>
              </a:rPr>
              <a:t>3/24/2024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30088" y="6999511"/>
            <a:ext cx="2387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latin typeface="Arial MT"/>
                <a:cs typeface="Arial MT"/>
              </a:rPr>
              <a:t>IED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73138" y="7202565"/>
            <a:ext cx="114173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Siddharth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Gupta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893825" y="521970"/>
          <a:ext cx="8219439" cy="54514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4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0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904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PARTS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LIST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ITEM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QTY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66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NUMBER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MATERIAL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 2: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BASE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ALUMINUM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6061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15.471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 1: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COLOUMN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ALUMINUM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6061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18.108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 4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TABLE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ALUMINUM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6061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0.932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10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PUNCH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HOLDER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ALUMINUM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6061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1.014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15 GEAR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PLATE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ALUMINUM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6061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1.417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12A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ACTUATOR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V1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GENERIC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1.60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7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 marR="203835" indent="-16510">
                        <a:lnSpc>
                          <a:spcPct val="101299"/>
                        </a:lnSpc>
                        <a:spcBef>
                          <a:spcPts val="9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14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- GEAR BY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MR.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BENTON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V1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(1)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ALUMINUM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6061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0.69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8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 6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RACK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ALUMINUM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6061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2.337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9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 7 RACK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PAD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ALUMINUM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6061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0.547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8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COVER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PLATE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ALUMINUM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6061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1.391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16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- GEAR PLATE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SCREW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V1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STEEL,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MILD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0.069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ACTUATOR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SCREW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STEEL,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MILD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0.15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COLUMN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SCREW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V1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STEEL,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MILD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0.942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 5 TABLE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PIN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ALUMINUM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6061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0.065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marR="48260" indent="2540">
                        <a:lnSpc>
                          <a:spcPct val="101299"/>
                        </a:lnSpc>
                        <a:spcBef>
                          <a:spcPts val="9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8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COVER PLATE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SCREW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V1 (1)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STEEL,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MILD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0.054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16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 marR="663575" indent="-10160">
                        <a:lnSpc>
                          <a:spcPct val="100800"/>
                        </a:lnSpc>
                        <a:spcBef>
                          <a:spcPts val="10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11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PUNCH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HOLDER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SCREW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V1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(1)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STEEL,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MILD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0.128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OUNCEMASS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AC55B600-6208-647D-D4E0-7C90F2947054}"/>
              </a:ext>
            </a:extLst>
          </p:cNvPr>
          <p:cNvSpPr txBox="1"/>
          <p:nvPr/>
        </p:nvSpPr>
        <p:spPr>
          <a:xfrm>
            <a:off x="5042283" y="6254986"/>
            <a:ext cx="4787611" cy="11691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05989" y="5619750"/>
            <a:ext cx="0" cy="233679"/>
          </a:xfrm>
          <a:custGeom>
            <a:avLst/>
            <a:gdLst/>
            <a:ahLst/>
            <a:cxnLst/>
            <a:rect l="l" t="t" r="r" b="b"/>
            <a:pathLst>
              <a:path h="233679">
                <a:moveTo>
                  <a:pt x="0" y="0"/>
                </a:moveTo>
                <a:lnTo>
                  <a:pt x="0" y="0"/>
                </a:lnTo>
                <a:lnTo>
                  <a:pt x="0" y="80771"/>
                </a:lnTo>
                <a:lnTo>
                  <a:pt x="0" y="95249"/>
                </a:lnTo>
              </a:path>
              <a:path h="233679">
                <a:moveTo>
                  <a:pt x="0" y="137921"/>
                </a:moveTo>
                <a:lnTo>
                  <a:pt x="0" y="137921"/>
                </a:lnTo>
                <a:lnTo>
                  <a:pt x="0" y="232409"/>
                </a:lnTo>
                <a:lnTo>
                  <a:pt x="0" y="23317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16301" y="4578096"/>
            <a:ext cx="0" cy="71120"/>
          </a:xfrm>
          <a:custGeom>
            <a:avLst/>
            <a:gdLst/>
            <a:ahLst/>
            <a:cxnLst/>
            <a:rect l="l" t="t" r="r" b="b"/>
            <a:pathLst>
              <a:path h="71120">
                <a:moveTo>
                  <a:pt x="0" y="70865"/>
                </a:moveTo>
                <a:lnTo>
                  <a:pt x="0" y="70865"/>
                </a:lnTo>
                <a:lnTo>
                  <a:pt x="0" y="761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16301" y="5285232"/>
            <a:ext cx="0" cy="71120"/>
          </a:xfrm>
          <a:custGeom>
            <a:avLst/>
            <a:gdLst/>
            <a:ahLst/>
            <a:cxnLst/>
            <a:rect l="l" t="t" r="r" b="b"/>
            <a:pathLst>
              <a:path h="71120">
                <a:moveTo>
                  <a:pt x="0" y="70865"/>
                </a:moveTo>
                <a:lnTo>
                  <a:pt x="0" y="70865"/>
                </a:lnTo>
                <a:lnTo>
                  <a:pt x="0" y="761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729483" y="3822953"/>
            <a:ext cx="169545" cy="85090"/>
            <a:chOff x="2729483" y="3822953"/>
            <a:chExt cx="169545" cy="85090"/>
          </a:xfrm>
        </p:grpSpPr>
        <p:sp>
          <p:nvSpPr>
            <p:cNvPr id="6" name="object 6"/>
            <p:cNvSpPr/>
            <p:nvPr/>
          </p:nvSpPr>
          <p:spPr>
            <a:xfrm>
              <a:off x="2823210" y="3832097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33146"/>
                  </a:moveTo>
                  <a:lnTo>
                    <a:pt x="2604" y="46049"/>
                  </a:lnTo>
                  <a:lnTo>
                    <a:pt x="9708" y="56585"/>
                  </a:lnTo>
                  <a:lnTo>
                    <a:pt x="20244" y="63689"/>
                  </a:lnTo>
                  <a:lnTo>
                    <a:pt x="33146" y="66293"/>
                  </a:lnTo>
                  <a:lnTo>
                    <a:pt x="46049" y="63689"/>
                  </a:lnTo>
                  <a:lnTo>
                    <a:pt x="56585" y="56585"/>
                  </a:lnTo>
                  <a:lnTo>
                    <a:pt x="63689" y="46049"/>
                  </a:lnTo>
                  <a:lnTo>
                    <a:pt x="66293" y="33146"/>
                  </a:lnTo>
                  <a:lnTo>
                    <a:pt x="63689" y="20244"/>
                  </a:lnTo>
                  <a:lnTo>
                    <a:pt x="56585" y="9708"/>
                  </a:lnTo>
                  <a:lnTo>
                    <a:pt x="46049" y="2604"/>
                  </a:lnTo>
                  <a:lnTo>
                    <a:pt x="33146" y="0"/>
                  </a:lnTo>
                  <a:lnTo>
                    <a:pt x="20244" y="2604"/>
                  </a:lnTo>
                  <a:lnTo>
                    <a:pt x="9708" y="9708"/>
                  </a:lnTo>
                  <a:lnTo>
                    <a:pt x="2604" y="20244"/>
                  </a:lnTo>
                  <a:lnTo>
                    <a:pt x="0" y="33146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34055" y="3837431"/>
              <a:ext cx="56515" cy="55880"/>
            </a:xfrm>
            <a:custGeom>
              <a:avLst/>
              <a:gdLst/>
              <a:ahLst/>
              <a:cxnLst/>
              <a:rect l="l" t="t" r="r" b="b"/>
              <a:pathLst>
                <a:path w="56514" h="55879">
                  <a:moveTo>
                    <a:pt x="56387" y="28193"/>
                  </a:moveTo>
                  <a:lnTo>
                    <a:pt x="29717" y="0"/>
                  </a:lnTo>
                  <a:lnTo>
                    <a:pt x="24383" y="0"/>
                  </a:lnTo>
                  <a:lnTo>
                    <a:pt x="19049" y="1523"/>
                  </a:lnTo>
                  <a:lnTo>
                    <a:pt x="13715" y="3809"/>
                  </a:lnTo>
                </a:path>
                <a:path w="56514" h="55879">
                  <a:moveTo>
                    <a:pt x="0" y="28193"/>
                  </a:moveTo>
                  <a:lnTo>
                    <a:pt x="0" y="30479"/>
                  </a:lnTo>
                  <a:lnTo>
                    <a:pt x="1523" y="35813"/>
                  </a:lnTo>
                  <a:lnTo>
                    <a:pt x="3047" y="41147"/>
                  </a:lnTo>
                  <a:lnTo>
                    <a:pt x="6095" y="44957"/>
                  </a:lnTo>
                  <a:lnTo>
                    <a:pt x="9905" y="48767"/>
                  </a:lnTo>
                  <a:lnTo>
                    <a:pt x="13715" y="52577"/>
                  </a:lnTo>
                  <a:lnTo>
                    <a:pt x="19049" y="54101"/>
                  </a:lnTo>
                  <a:lnTo>
                    <a:pt x="24383" y="55625"/>
                  </a:lnTo>
                  <a:lnTo>
                    <a:pt x="29717" y="55625"/>
                  </a:lnTo>
                  <a:lnTo>
                    <a:pt x="34289" y="54863"/>
                  </a:lnTo>
                  <a:lnTo>
                    <a:pt x="39623" y="53339"/>
                  </a:lnTo>
                  <a:lnTo>
                    <a:pt x="41909" y="5181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810255" y="3611879"/>
            <a:ext cx="508000" cy="508000"/>
            <a:chOff x="2810255" y="3611879"/>
            <a:chExt cx="508000" cy="508000"/>
          </a:xfrm>
        </p:grpSpPr>
        <p:sp>
          <p:nvSpPr>
            <p:cNvPr id="9" name="object 9"/>
            <p:cNvSpPr/>
            <p:nvPr/>
          </p:nvSpPr>
          <p:spPr>
            <a:xfrm>
              <a:off x="2814827" y="3616451"/>
              <a:ext cx="498475" cy="498475"/>
            </a:xfrm>
            <a:custGeom>
              <a:avLst/>
              <a:gdLst/>
              <a:ahLst/>
              <a:cxnLst/>
              <a:rect l="l" t="t" r="r" b="b"/>
              <a:pathLst>
                <a:path w="498475" h="498475">
                  <a:moveTo>
                    <a:pt x="498347" y="249173"/>
                  </a:moveTo>
                  <a:lnTo>
                    <a:pt x="496823" y="221741"/>
                  </a:lnTo>
                  <a:lnTo>
                    <a:pt x="492251" y="194309"/>
                  </a:lnTo>
                  <a:lnTo>
                    <a:pt x="484631" y="167639"/>
                  </a:lnTo>
                  <a:lnTo>
                    <a:pt x="483107" y="163829"/>
                  </a:lnTo>
                </a:path>
                <a:path w="498475" h="498475">
                  <a:moveTo>
                    <a:pt x="464819" y="124205"/>
                  </a:moveTo>
                  <a:lnTo>
                    <a:pt x="461009" y="118109"/>
                  </a:lnTo>
                  <a:lnTo>
                    <a:pt x="445769" y="96011"/>
                  </a:lnTo>
                  <a:lnTo>
                    <a:pt x="427481" y="74675"/>
                  </a:lnTo>
                  <a:lnTo>
                    <a:pt x="409193" y="57911"/>
                  </a:lnTo>
                </a:path>
                <a:path w="498475" h="498475">
                  <a:moveTo>
                    <a:pt x="373379" y="33527"/>
                  </a:moveTo>
                  <a:lnTo>
                    <a:pt x="361187" y="26669"/>
                  </a:lnTo>
                  <a:lnTo>
                    <a:pt x="336041" y="15239"/>
                  </a:lnTo>
                  <a:lnTo>
                    <a:pt x="310133" y="6857"/>
                  </a:lnTo>
                  <a:lnTo>
                    <a:pt x="291845" y="3809"/>
                  </a:lnTo>
                </a:path>
                <a:path w="498475" h="498475">
                  <a:moveTo>
                    <a:pt x="248411" y="0"/>
                  </a:moveTo>
                  <a:lnTo>
                    <a:pt x="227837" y="0"/>
                  </a:lnTo>
                  <a:lnTo>
                    <a:pt x="201167" y="3809"/>
                  </a:lnTo>
                  <a:lnTo>
                    <a:pt x="174497" y="10667"/>
                  </a:lnTo>
                  <a:lnTo>
                    <a:pt x="163067" y="15239"/>
                  </a:lnTo>
                </a:path>
                <a:path w="498475" h="498475">
                  <a:moveTo>
                    <a:pt x="123443" y="32765"/>
                  </a:moveTo>
                  <a:lnTo>
                    <a:pt x="101345" y="48005"/>
                  </a:lnTo>
                  <a:lnTo>
                    <a:pt x="80009" y="65531"/>
                  </a:lnTo>
                  <a:lnTo>
                    <a:pt x="60959" y="85343"/>
                  </a:lnTo>
                  <a:lnTo>
                    <a:pt x="57911" y="89153"/>
                  </a:lnTo>
                </a:path>
                <a:path w="498475" h="498475">
                  <a:moveTo>
                    <a:pt x="32765" y="124967"/>
                  </a:moveTo>
                  <a:lnTo>
                    <a:pt x="28955" y="130301"/>
                  </a:lnTo>
                  <a:lnTo>
                    <a:pt x="17525" y="155447"/>
                  </a:lnTo>
                  <a:lnTo>
                    <a:pt x="8381" y="181355"/>
                  </a:lnTo>
                  <a:lnTo>
                    <a:pt x="3047" y="205739"/>
                  </a:lnTo>
                </a:path>
                <a:path w="498475" h="498475">
                  <a:moveTo>
                    <a:pt x="0" y="249173"/>
                  </a:moveTo>
                  <a:lnTo>
                    <a:pt x="0" y="262889"/>
                  </a:lnTo>
                  <a:lnTo>
                    <a:pt x="2285" y="290321"/>
                  </a:lnTo>
                  <a:lnTo>
                    <a:pt x="8381" y="316991"/>
                  </a:lnTo>
                  <a:lnTo>
                    <a:pt x="14477" y="334517"/>
                  </a:lnTo>
                </a:path>
                <a:path w="498475" h="498475">
                  <a:moveTo>
                    <a:pt x="33527" y="374141"/>
                  </a:moveTo>
                  <a:lnTo>
                    <a:pt x="43433" y="390905"/>
                  </a:lnTo>
                  <a:lnTo>
                    <a:pt x="60959" y="413003"/>
                  </a:lnTo>
                  <a:lnTo>
                    <a:pt x="80009" y="432815"/>
                  </a:lnTo>
                  <a:lnTo>
                    <a:pt x="89153" y="440435"/>
                  </a:lnTo>
                </a:path>
                <a:path w="498475" h="498475">
                  <a:moveTo>
                    <a:pt x="124205" y="465581"/>
                  </a:moveTo>
                  <a:lnTo>
                    <a:pt x="148589" y="477773"/>
                  </a:lnTo>
                  <a:lnTo>
                    <a:pt x="174497" y="486917"/>
                  </a:lnTo>
                  <a:lnTo>
                    <a:pt x="201167" y="493775"/>
                  </a:lnTo>
                  <a:lnTo>
                    <a:pt x="205739" y="494537"/>
                  </a:lnTo>
                </a:path>
                <a:path w="498475" h="498475">
                  <a:moveTo>
                    <a:pt x="249173" y="498347"/>
                  </a:moveTo>
                  <a:lnTo>
                    <a:pt x="255269" y="498347"/>
                  </a:lnTo>
                  <a:lnTo>
                    <a:pt x="282701" y="496061"/>
                  </a:lnTo>
                  <a:lnTo>
                    <a:pt x="310133" y="490727"/>
                  </a:lnTo>
                  <a:lnTo>
                    <a:pt x="334517" y="483107"/>
                  </a:lnTo>
                </a:path>
                <a:path w="498475" h="498475">
                  <a:moveTo>
                    <a:pt x="374141" y="464057"/>
                  </a:moveTo>
                  <a:lnTo>
                    <a:pt x="384809" y="457961"/>
                  </a:lnTo>
                  <a:lnTo>
                    <a:pt x="407669" y="441197"/>
                  </a:lnTo>
                  <a:lnTo>
                    <a:pt x="427481" y="422909"/>
                  </a:lnTo>
                  <a:lnTo>
                    <a:pt x="439673" y="408431"/>
                  </a:lnTo>
                </a:path>
                <a:path w="498475" h="498475">
                  <a:moveTo>
                    <a:pt x="464819" y="372617"/>
                  </a:moveTo>
                  <a:lnTo>
                    <a:pt x="473963" y="355091"/>
                  </a:lnTo>
                  <a:lnTo>
                    <a:pt x="484631" y="329945"/>
                  </a:lnTo>
                  <a:lnTo>
                    <a:pt x="492251" y="303275"/>
                  </a:lnTo>
                  <a:lnTo>
                    <a:pt x="494537" y="29108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21508" y="3723131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0" y="142112"/>
                  </a:moveTo>
                  <a:lnTo>
                    <a:pt x="7245" y="187031"/>
                  </a:lnTo>
                  <a:lnTo>
                    <a:pt x="27419" y="226043"/>
                  </a:lnTo>
                  <a:lnTo>
                    <a:pt x="58182" y="256806"/>
                  </a:lnTo>
                  <a:lnTo>
                    <a:pt x="97194" y="276980"/>
                  </a:lnTo>
                  <a:lnTo>
                    <a:pt x="142112" y="284225"/>
                  </a:lnTo>
                  <a:lnTo>
                    <a:pt x="187031" y="276980"/>
                  </a:lnTo>
                  <a:lnTo>
                    <a:pt x="226043" y="256806"/>
                  </a:lnTo>
                  <a:lnTo>
                    <a:pt x="256806" y="226043"/>
                  </a:lnTo>
                  <a:lnTo>
                    <a:pt x="276980" y="187031"/>
                  </a:lnTo>
                  <a:lnTo>
                    <a:pt x="284225" y="142112"/>
                  </a:lnTo>
                  <a:lnTo>
                    <a:pt x="276980" y="97194"/>
                  </a:lnTo>
                  <a:lnTo>
                    <a:pt x="256806" y="58182"/>
                  </a:lnTo>
                  <a:lnTo>
                    <a:pt x="226043" y="27419"/>
                  </a:lnTo>
                  <a:lnTo>
                    <a:pt x="187031" y="7245"/>
                  </a:lnTo>
                  <a:lnTo>
                    <a:pt x="142112" y="0"/>
                  </a:lnTo>
                  <a:lnTo>
                    <a:pt x="97194" y="7245"/>
                  </a:lnTo>
                  <a:lnTo>
                    <a:pt x="58182" y="27419"/>
                  </a:lnTo>
                  <a:lnTo>
                    <a:pt x="27419" y="58182"/>
                  </a:lnTo>
                  <a:lnTo>
                    <a:pt x="7245" y="97194"/>
                  </a:lnTo>
                  <a:lnTo>
                    <a:pt x="0" y="142112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3245357" y="4036314"/>
            <a:ext cx="0" cy="245110"/>
          </a:xfrm>
          <a:custGeom>
            <a:avLst/>
            <a:gdLst/>
            <a:ahLst/>
            <a:cxnLst/>
            <a:rect l="l" t="t" r="r" b="b"/>
            <a:pathLst>
              <a:path h="245110">
                <a:moveTo>
                  <a:pt x="0" y="244601"/>
                </a:moveTo>
                <a:lnTo>
                  <a:pt x="0" y="144017"/>
                </a:lnTo>
              </a:path>
              <a:path h="245110">
                <a:moveTo>
                  <a:pt x="0" y="101345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2456688" y="3440429"/>
            <a:ext cx="1057910" cy="2504440"/>
            <a:chOff x="2456688" y="3440429"/>
            <a:chExt cx="1057910" cy="2504440"/>
          </a:xfrm>
        </p:grpSpPr>
        <p:sp>
          <p:nvSpPr>
            <p:cNvPr id="13" name="object 13"/>
            <p:cNvSpPr/>
            <p:nvPr/>
          </p:nvSpPr>
          <p:spPr>
            <a:xfrm>
              <a:off x="3245358" y="3449573"/>
              <a:ext cx="0" cy="245110"/>
            </a:xfrm>
            <a:custGeom>
              <a:avLst/>
              <a:gdLst/>
              <a:ahLst/>
              <a:cxnLst/>
              <a:rect l="l" t="t" r="r" b="b"/>
              <a:pathLst>
                <a:path h="245110">
                  <a:moveTo>
                    <a:pt x="0" y="244601"/>
                  </a:moveTo>
                  <a:lnTo>
                    <a:pt x="0" y="144017"/>
                  </a:lnTo>
                </a:path>
                <a:path h="245110">
                  <a:moveTo>
                    <a:pt x="0" y="101345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73858" y="3449573"/>
              <a:ext cx="831850" cy="831850"/>
            </a:xfrm>
            <a:custGeom>
              <a:avLst/>
              <a:gdLst/>
              <a:ahLst/>
              <a:cxnLst/>
              <a:rect l="l" t="t" r="r" b="b"/>
              <a:pathLst>
                <a:path w="831850" h="831850">
                  <a:moveTo>
                    <a:pt x="0" y="831341"/>
                  </a:moveTo>
                  <a:lnTo>
                    <a:pt x="831341" y="831341"/>
                  </a:lnTo>
                  <a:lnTo>
                    <a:pt x="831341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7450" y="4271771"/>
              <a:ext cx="225932" cy="22593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465832" y="4488941"/>
              <a:ext cx="0" cy="1455420"/>
            </a:xfrm>
            <a:custGeom>
              <a:avLst/>
              <a:gdLst/>
              <a:ahLst/>
              <a:cxnLst/>
              <a:rect l="l" t="t" r="r" b="b"/>
              <a:pathLst>
                <a:path h="1455420">
                  <a:moveTo>
                    <a:pt x="0" y="1455419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41398" y="3440429"/>
            <a:ext cx="225932" cy="22593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29355" y="3822953"/>
            <a:ext cx="84581" cy="84581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2049779" y="3657600"/>
            <a:ext cx="416559" cy="2287270"/>
          </a:xfrm>
          <a:custGeom>
            <a:avLst/>
            <a:gdLst/>
            <a:ahLst/>
            <a:cxnLst/>
            <a:rect l="l" t="t" r="r" b="b"/>
            <a:pathLst>
              <a:path w="416560" h="2287270">
                <a:moveTo>
                  <a:pt x="0" y="0"/>
                </a:moveTo>
                <a:lnTo>
                  <a:pt x="0" y="2286761"/>
                </a:lnTo>
                <a:lnTo>
                  <a:pt x="416051" y="228676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57805" y="3449573"/>
            <a:ext cx="1247775" cy="0"/>
          </a:xfrm>
          <a:custGeom>
            <a:avLst/>
            <a:gdLst/>
            <a:ahLst/>
            <a:cxnLst/>
            <a:rect l="l" t="t" r="r" b="b"/>
            <a:pathLst>
              <a:path w="1247775">
                <a:moveTo>
                  <a:pt x="1247393" y="0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86683" y="4098798"/>
            <a:ext cx="55880" cy="55880"/>
          </a:xfrm>
          <a:custGeom>
            <a:avLst/>
            <a:gdLst/>
            <a:ahLst/>
            <a:cxnLst/>
            <a:rect l="l" t="t" r="r" b="b"/>
            <a:pathLst>
              <a:path w="55880" h="55879">
                <a:moveTo>
                  <a:pt x="55625" y="27431"/>
                </a:moveTo>
                <a:lnTo>
                  <a:pt x="28955" y="0"/>
                </a:lnTo>
                <a:lnTo>
                  <a:pt x="23621" y="0"/>
                </a:lnTo>
                <a:lnTo>
                  <a:pt x="18287" y="1523"/>
                </a:lnTo>
                <a:lnTo>
                  <a:pt x="13715" y="3809"/>
                </a:lnTo>
              </a:path>
              <a:path w="55880" h="55879">
                <a:moveTo>
                  <a:pt x="0" y="27431"/>
                </a:moveTo>
                <a:lnTo>
                  <a:pt x="0" y="30479"/>
                </a:lnTo>
                <a:lnTo>
                  <a:pt x="761" y="35813"/>
                </a:lnTo>
                <a:lnTo>
                  <a:pt x="3047" y="40385"/>
                </a:lnTo>
                <a:lnTo>
                  <a:pt x="5333" y="44957"/>
                </a:lnTo>
                <a:lnTo>
                  <a:pt x="9143" y="48767"/>
                </a:lnTo>
                <a:lnTo>
                  <a:pt x="13715" y="51815"/>
                </a:lnTo>
                <a:lnTo>
                  <a:pt x="18287" y="54101"/>
                </a:lnTo>
                <a:lnTo>
                  <a:pt x="23621" y="55625"/>
                </a:lnTo>
                <a:lnTo>
                  <a:pt x="28955" y="55625"/>
                </a:lnTo>
                <a:lnTo>
                  <a:pt x="34289" y="54863"/>
                </a:lnTo>
                <a:lnTo>
                  <a:pt x="38861" y="53339"/>
                </a:lnTo>
                <a:lnTo>
                  <a:pt x="41909" y="5181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86683" y="3576066"/>
            <a:ext cx="55880" cy="56515"/>
          </a:xfrm>
          <a:custGeom>
            <a:avLst/>
            <a:gdLst/>
            <a:ahLst/>
            <a:cxnLst/>
            <a:rect l="l" t="t" r="r" b="b"/>
            <a:pathLst>
              <a:path w="55880" h="56514">
                <a:moveTo>
                  <a:pt x="55625" y="28193"/>
                </a:moveTo>
                <a:lnTo>
                  <a:pt x="38861" y="3047"/>
                </a:lnTo>
                <a:lnTo>
                  <a:pt x="34289" y="761"/>
                </a:lnTo>
                <a:lnTo>
                  <a:pt x="28955" y="0"/>
                </a:lnTo>
                <a:lnTo>
                  <a:pt x="23621" y="761"/>
                </a:lnTo>
                <a:lnTo>
                  <a:pt x="18287" y="1523"/>
                </a:lnTo>
                <a:lnTo>
                  <a:pt x="13715" y="3809"/>
                </a:lnTo>
              </a:path>
              <a:path w="55880" h="56514">
                <a:moveTo>
                  <a:pt x="0" y="28193"/>
                </a:moveTo>
                <a:lnTo>
                  <a:pt x="0" y="31241"/>
                </a:lnTo>
                <a:lnTo>
                  <a:pt x="761" y="35813"/>
                </a:lnTo>
                <a:lnTo>
                  <a:pt x="23621" y="55625"/>
                </a:lnTo>
                <a:lnTo>
                  <a:pt x="28955" y="56387"/>
                </a:lnTo>
                <a:lnTo>
                  <a:pt x="34289" y="55625"/>
                </a:lnTo>
                <a:lnTo>
                  <a:pt x="38861" y="54101"/>
                </a:lnTo>
                <a:lnTo>
                  <a:pt x="41909" y="5257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49779" y="5619750"/>
            <a:ext cx="156210" cy="0"/>
          </a:xfrm>
          <a:custGeom>
            <a:avLst/>
            <a:gdLst/>
            <a:ahLst/>
            <a:cxnLst/>
            <a:rect l="l" t="t" r="r" b="b"/>
            <a:pathLst>
              <a:path w="156210">
                <a:moveTo>
                  <a:pt x="0" y="0"/>
                </a:moveTo>
                <a:lnTo>
                  <a:pt x="56387" y="0"/>
                </a:lnTo>
              </a:path>
              <a:path w="156210">
                <a:moveTo>
                  <a:pt x="99821" y="0"/>
                </a:moveTo>
                <a:lnTo>
                  <a:pt x="15620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49779" y="5852922"/>
            <a:ext cx="156210" cy="0"/>
          </a:xfrm>
          <a:custGeom>
            <a:avLst/>
            <a:gdLst/>
            <a:ahLst/>
            <a:cxnLst/>
            <a:rect l="l" t="t" r="r" b="b"/>
            <a:pathLst>
              <a:path w="156210">
                <a:moveTo>
                  <a:pt x="0" y="0"/>
                </a:moveTo>
                <a:lnTo>
                  <a:pt x="56387" y="0"/>
                </a:lnTo>
              </a:path>
              <a:path w="156210">
                <a:moveTo>
                  <a:pt x="99821" y="0"/>
                </a:moveTo>
                <a:lnTo>
                  <a:pt x="15620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205989" y="5670803"/>
            <a:ext cx="260350" cy="0"/>
          </a:xfrm>
          <a:custGeom>
            <a:avLst/>
            <a:gdLst/>
            <a:ahLst/>
            <a:cxnLst/>
            <a:rect l="l" t="t" r="r" b="b"/>
            <a:pathLst>
              <a:path w="260350">
                <a:moveTo>
                  <a:pt x="0" y="0"/>
                </a:moveTo>
                <a:lnTo>
                  <a:pt x="44195" y="0"/>
                </a:lnTo>
              </a:path>
              <a:path w="260350">
                <a:moveTo>
                  <a:pt x="86867" y="0"/>
                </a:moveTo>
                <a:lnTo>
                  <a:pt x="172973" y="0"/>
                </a:lnTo>
              </a:path>
              <a:path w="260350">
                <a:moveTo>
                  <a:pt x="215645" y="0"/>
                </a:moveTo>
                <a:lnTo>
                  <a:pt x="25984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05989" y="5801867"/>
            <a:ext cx="260350" cy="0"/>
          </a:xfrm>
          <a:custGeom>
            <a:avLst/>
            <a:gdLst/>
            <a:ahLst/>
            <a:cxnLst/>
            <a:rect l="l" t="t" r="r" b="b"/>
            <a:pathLst>
              <a:path w="260350">
                <a:moveTo>
                  <a:pt x="0" y="0"/>
                </a:moveTo>
                <a:lnTo>
                  <a:pt x="44195" y="0"/>
                </a:lnTo>
              </a:path>
              <a:path w="260350">
                <a:moveTo>
                  <a:pt x="86867" y="0"/>
                </a:moveTo>
                <a:lnTo>
                  <a:pt x="172973" y="0"/>
                </a:lnTo>
              </a:path>
              <a:path w="260350">
                <a:moveTo>
                  <a:pt x="215645" y="0"/>
                </a:moveTo>
                <a:lnTo>
                  <a:pt x="25984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416301" y="4536948"/>
            <a:ext cx="49530" cy="41275"/>
          </a:xfrm>
          <a:custGeom>
            <a:avLst/>
            <a:gdLst/>
            <a:ahLst/>
            <a:cxnLst/>
            <a:rect l="l" t="t" r="r" b="b"/>
            <a:pathLst>
              <a:path w="49530" h="41275">
                <a:moveTo>
                  <a:pt x="0" y="41147"/>
                </a:moveTo>
                <a:lnTo>
                  <a:pt x="4952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049779" y="4648961"/>
            <a:ext cx="416559" cy="41910"/>
          </a:xfrm>
          <a:custGeom>
            <a:avLst/>
            <a:gdLst/>
            <a:ahLst/>
            <a:cxnLst/>
            <a:rect l="l" t="t" r="r" b="b"/>
            <a:pathLst>
              <a:path w="416560" h="41910">
                <a:moveTo>
                  <a:pt x="268985" y="0"/>
                </a:moveTo>
                <a:lnTo>
                  <a:pt x="366521" y="0"/>
                </a:lnTo>
                <a:lnTo>
                  <a:pt x="416051" y="41909"/>
                </a:lnTo>
              </a:path>
              <a:path w="416560" h="41910">
                <a:moveTo>
                  <a:pt x="226313" y="0"/>
                </a:moveTo>
                <a:lnTo>
                  <a:pt x="140207" y="0"/>
                </a:lnTo>
              </a:path>
              <a:path w="416560" h="41910">
                <a:moveTo>
                  <a:pt x="9753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49779" y="4578096"/>
            <a:ext cx="367030" cy="0"/>
          </a:xfrm>
          <a:custGeom>
            <a:avLst/>
            <a:gdLst/>
            <a:ahLst/>
            <a:cxnLst/>
            <a:rect l="l" t="t" r="r" b="b"/>
            <a:pathLst>
              <a:path w="367030">
                <a:moveTo>
                  <a:pt x="366521" y="0"/>
                </a:moveTo>
                <a:lnTo>
                  <a:pt x="268985" y="0"/>
                </a:lnTo>
              </a:path>
              <a:path w="367030">
                <a:moveTo>
                  <a:pt x="226313" y="0"/>
                </a:moveTo>
                <a:lnTo>
                  <a:pt x="140207" y="0"/>
                </a:lnTo>
              </a:path>
              <a:path w="367030">
                <a:moveTo>
                  <a:pt x="9753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416301" y="5244084"/>
            <a:ext cx="49530" cy="41275"/>
          </a:xfrm>
          <a:custGeom>
            <a:avLst/>
            <a:gdLst/>
            <a:ahLst/>
            <a:cxnLst/>
            <a:rect l="l" t="t" r="r" b="b"/>
            <a:pathLst>
              <a:path w="49530" h="41275">
                <a:moveTo>
                  <a:pt x="0" y="41147"/>
                </a:moveTo>
                <a:lnTo>
                  <a:pt x="4952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049779" y="5356097"/>
            <a:ext cx="416559" cy="41275"/>
          </a:xfrm>
          <a:custGeom>
            <a:avLst/>
            <a:gdLst/>
            <a:ahLst/>
            <a:cxnLst/>
            <a:rect l="l" t="t" r="r" b="b"/>
            <a:pathLst>
              <a:path w="416560" h="41275">
                <a:moveTo>
                  <a:pt x="268985" y="0"/>
                </a:moveTo>
                <a:lnTo>
                  <a:pt x="366521" y="0"/>
                </a:lnTo>
                <a:lnTo>
                  <a:pt x="416051" y="41147"/>
                </a:lnTo>
              </a:path>
              <a:path w="416560" h="41275">
                <a:moveTo>
                  <a:pt x="226313" y="0"/>
                </a:moveTo>
                <a:lnTo>
                  <a:pt x="140207" y="0"/>
                </a:lnTo>
              </a:path>
              <a:path w="416560" h="41275">
                <a:moveTo>
                  <a:pt x="9753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049779" y="5285232"/>
            <a:ext cx="367030" cy="0"/>
          </a:xfrm>
          <a:custGeom>
            <a:avLst/>
            <a:gdLst/>
            <a:ahLst/>
            <a:cxnLst/>
            <a:rect l="l" t="t" r="r" b="b"/>
            <a:pathLst>
              <a:path w="367030">
                <a:moveTo>
                  <a:pt x="366521" y="0"/>
                </a:moveTo>
                <a:lnTo>
                  <a:pt x="268985" y="0"/>
                </a:lnTo>
              </a:path>
              <a:path w="367030">
                <a:moveTo>
                  <a:pt x="226313" y="0"/>
                </a:moveTo>
                <a:lnTo>
                  <a:pt x="140207" y="0"/>
                </a:lnTo>
              </a:path>
              <a:path w="367030">
                <a:moveTo>
                  <a:pt x="9753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22320" y="4200905"/>
            <a:ext cx="17145" cy="56515"/>
          </a:xfrm>
          <a:custGeom>
            <a:avLst/>
            <a:gdLst/>
            <a:ahLst/>
            <a:cxnLst/>
            <a:rect l="l" t="t" r="r" b="b"/>
            <a:pathLst>
              <a:path w="17145" h="56514">
                <a:moveTo>
                  <a:pt x="16763" y="56387"/>
                </a:moveTo>
                <a:lnTo>
                  <a:pt x="0" y="28193"/>
                </a:lnTo>
                <a:lnTo>
                  <a:pt x="1676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39083" y="4257294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166115" y="0"/>
                </a:moveTo>
                <a:lnTo>
                  <a:pt x="104393" y="0"/>
                </a:lnTo>
              </a:path>
              <a:path w="166370">
                <a:moveTo>
                  <a:pt x="61721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39083" y="4200905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166115" y="0"/>
                </a:moveTo>
                <a:lnTo>
                  <a:pt x="104393" y="0"/>
                </a:lnTo>
              </a:path>
              <a:path w="166370">
                <a:moveTo>
                  <a:pt x="61721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22320" y="3473958"/>
            <a:ext cx="17145" cy="55880"/>
          </a:xfrm>
          <a:custGeom>
            <a:avLst/>
            <a:gdLst/>
            <a:ahLst/>
            <a:cxnLst/>
            <a:rect l="l" t="t" r="r" b="b"/>
            <a:pathLst>
              <a:path w="17145" h="55879">
                <a:moveTo>
                  <a:pt x="16763" y="55625"/>
                </a:moveTo>
                <a:lnTo>
                  <a:pt x="0" y="27431"/>
                </a:lnTo>
                <a:lnTo>
                  <a:pt x="1676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339083" y="3529584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166115" y="0"/>
                </a:moveTo>
                <a:lnTo>
                  <a:pt x="104393" y="0"/>
                </a:lnTo>
              </a:path>
              <a:path w="166370">
                <a:moveTo>
                  <a:pt x="61721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339083" y="3473958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166115" y="0"/>
                </a:moveTo>
                <a:lnTo>
                  <a:pt x="104393" y="0"/>
                </a:lnTo>
              </a:path>
              <a:path w="166370">
                <a:moveTo>
                  <a:pt x="61721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205989" y="5658611"/>
            <a:ext cx="260350" cy="0"/>
          </a:xfrm>
          <a:custGeom>
            <a:avLst/>
            <a:gdLst/>
            <a:ahLst/>
            <a:cxnLst/>
            <a:rect l="l" t="t" r="r" b="b"/>
            <a:pathLst>
              <a:path w="260350">
                <a:moveTo>
                  <a:pt x="259841" y="0"/>
                </a:moveTo>
                <a:lnTo>
                  <a:pt x="215645" y="0"/>
                </a:lnTo>
              </a:path>
              <a:path w="260350">
                <a:moveTo>
                  <a:pt x="172973" y="0"/>
                </a:moveTo>
                <a:lnTo>
                  <a:pt x="86867" y="0"/>
                </a:lnTo>
              </a:path>
              <a:path w="260350">
                <a:moveTo>
                  <a:pt x="441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05989" y="5814060"/>
            <a:ext cx="260350" cy="0"/>
          </a:xfrm>
          <a:custGeom>
            <a:avLst/>
            <a:gdLst/>
            <a:ahLst/>
            <a:cxnLst/>
            <a:rect l="l" t="t" r="r" b="b"/>
            <a:pathLst>
              <a:path w="260350">
                <a:moveTo>
                  <a:pt x="0" y="0"/>
                </a:moveTo>
                <a:lnTo>
                  <a:pt x="44195" y="0"/>
                </a:lnTo>
              </a:path>
              <a:path w="260350">
                <a:moveTo>
                  <a:pt x="86867" y="0"/>
                </a:moveTo>
                <a:lnTo>
                  <a:pt x="172973" y="0"/>
                </a:lnTo>
              </a:path>
              <a:path w="260350">
                <a:moveTo>
                  <a:pt x="215645" y="0"/>
                </a:moveTo>
                <a:lnTo>
                  <a:pt x="25984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23388" y="3821429"/>
            <a:ext cx="176021" cy="88391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3339083" y="4263390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0" y="0"/>
                </a:moveTo>
                <a:lnTo>
                  <a:pt x="61721" y="0"/>
                </a:lnTo>
              </a:path>
              <a:path w="166370">
                <a:moveTo>
                  <a:pt x="104393" y="0"/>
                </a:moveTo>
                <a:lnTo>
                  <a:pt x="16611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339083" y="4194810"/>
            <a:ext cx="166370" cy="68580"/>
          </a:xfrm>
          <a:custGeom>
            <a:avLst/>
            <a:gdLst/>
            <a:ahLst/>
            <a:cxnLst/>
            <a:rect l="l" t="t" r="r" b="b"/>
            <a:pathLst>
              <a:path w="166370" h="68579">
                <a:moveTo>
                  <a:pt x="166115" y="0"/>
                </a:moveTo>
                <a:lnTo>
                  <a:pt x="104393" y="0"/>
                </a:lnTo>
              </a:path>
              <a:path w="166370" h="68579">
                <a:moveTo>
                  <a:pt x="61721" y="0"/>
                </a:moveTo>
                <a:lnTo>
                  <a:pt x="0" y="0"/>
                </a:lnTo>
              </a:path>
              <a:path w="166370" h="68579">
                <a:moveTo>
                  <a:pt x="0" y="68579"/>
                </a:moveTo>
                <a:lnTo>
                  <a:pt x="0" y="68579"/>
                </a:lnTo>
                <a:lnTo>
                  <a:pt x="0" y="761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339083" y="3535679"/>
            <a:ext cx="166370" cy="0"/>
          </a:xfrm>
          <a:custGeom>
            <a:avLst/>
            <a:gdLst/>
            <a:ahLst/>
            <a:cxnLst/>
            <a:rect l="l" t="t" r="r" b="b"/>
            <a:pathLst>
              <a:path w="166370">
                <a:moveTo>
                  <a:pt x="0" y="0"/>
                </a:moveTo>
                <a:lnTo>
                  <a:pt x="61721" y="0"/>
                </a:lnTo>
              </a:path>
              <a:path w="166370">
                <a:moveTo>
                  <a:pt x="104393" y="0"/>
                </a:moveTo>
                <a:lnTo>
                  <a:pt x="16611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339083" y="3467861"/>
            <a:ext cx="166370" cy="67945"/>
          </a:xfrm>
          <a:custGeom>
            <a:avLst/>
            <a:gdLst/>
            <a:ahLst/>
            <a:cxnLst/>
            <a:rect l="l" t="t" r="r" b="b"/>
            <a:pathLst>
              <a:path w="166370" h="67945">
                <a:moveTo>
                  <a:pt x="166115" y="0"/>
                </a:moveTo>
                <a:lnTo>
                  <a:pt x="104393" y="0"/>
                </a:lnTo>
              </a:path>
              <a:path w="166370" h="67945">
                <a:moveTo>
                  <a:pt x="61721" y="0"/>
                </a:moveTo>
                <a:lnTo>
                  <a:pt x="0" y="0"/>
                </a:lnTo>
              </a:path>
              <a:path w="166370" h="67945">
                <a:moveTo>
                  <a:pt x="0" y="67817"/>
                </a:moveTo>
                <a:lnTo>
                  <a:pt x="0" y="67817"/>
                </a:lnTo>
                <a:lnTo>
                  <a:pt x="0" y="2285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80587" y="4092702"/>
            <a:ext cx="67945" cy="67945"/>
          </a:xfrm>
          <a:custGeom>
            <a:avLst/>
            <a:gdLst/>
            <a:ahLst/>
            <a:cxnLst/>
            <a:rect l="l" t="t" r="r" b="b"/>
            <a:pathLst>
              <a:path w="67944" h="67945">
                <a:moveTo>
                  <a:pt x="67817" y="33527"/>
                </a:moveTo>
                <a:lnTo>
                  <a:pt x="41909" y="761"/>
                </a:lnTo>
                <a:lnTo>
                  <a:pt x="35051" y="0"/>
                </a:lnTo>
                <a:lnTo>
                  <a:pt x="28955" y="0"/>
                </a:lnTo>
                <a:lnTo>
                  <a:pt x="22859" y="1523"/>
                </a:lnTo>
                <a:lnTo>
                  <a:pt x="16763" y="4571"/>
                </a:lnTo>
              </a:path>
              <a:path w="67944" h="67945">
                <a:moveTo>
                  <a:pt x="0" y="34289"/>
                </a:moveTo>
                <a:lnTo>
                  <a:pt x="0" y="37337"/>
                </a:lnTo>
                <a:lnTo>
                  <a:pt x="761" y="43433"/>
                </a:lnTo>
                <a:lnTo>
                  <a:pt x="28955" y="67817"/>
                </a:lnTo>
                <a:lnTo>
                  <a:pt x="35051" y="67817"/>
                </a:lnTo>
                <a:lnTo>
                  <a:pt x="41909" y="67055"/>
                </a:lnTo>
                <a:lnTo>
                  <a:pt x="48005" y="64769"/>
                </a:lnTo>
                <a:lnTo>
                  <a:pt x="51053" y="6324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180587" y="3569970"/>
            <a:ext cx="67945" cy="68580"/>
          </a:xfrm>
          <a:custGeom>
            <a:avLst/>
            <a:gdLst/>
            <a:ahLst/>
            <a:cxnLst/>
            <a:rect l="l" t="t" r="r" b="b"/>
            <a:pathLst>
              <a:path w="67944" h="68579">
                <a:moveTo>
                  <a:pt x="67817" y="34289"/>
                </a:moveTo>
                <a:lnTo>
                  <a:pt x="53339" y="6857"/>
                </a:lnTo>
                <a:lnTo>
                  <a:pt x="48005" y="3047"/>
                </a:lnTo>
                <a:lnTo>
                  <a:pt x="41909" y="1523"/>
                </a:lnTo>
                <a:lnTo>
                  <a:pt x="35051" y="0"/>
                </a:lnTo>
                <a:lnTo>
                  <a:pt x="28955" y="761"/>
                </a:lnTo>
                <a:lnTo>
                  <a:pt x="22859" y="2285"/>
                </a:lnTo>
                <a:lnTo>
                  <a:pt x="16763" y="4571"/>
                </a:lnTo>
              </a:path>
              <a:path w="67944" h="68579">
                <a:moveTo>
                  <a:pt x="0" y="34289"/>
                </a:moveTo>
                <a:lnTo>
                  <a:pt x="0" y="37337"/>
                </a:lnTo>
                <a:lnTo>
                  <a:pt x="761" y="44195"/>
                </a:lnTo>
                <a:lnTo>
                  <a:pt x="35051" y="68579"/>
                </a:lnTo>
                <a:lnTo>
                  <a:pt x="41909" y="67817"/>
                </a:lnTo>
                <a:lnTo>
                  <a:pt x="48005" y="65531"/>
                </a:lnTo>
                <a:lnTo>
                  <a:pt x="51053" y="6400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27069" y="3821429"/>
            <a:ext cx="88391" cy="88391"/>
          </a:xfrm>
          <a:prstGeom prst="rect">
            <a:avLst/>
          </a:prstGeom>
        </p:spPr>
      </p:pic>
      <p:sp>
        <p:nvSpPr>
          <p:cNvPr id="49" name="object 49"/>
          <p:cNvSpPr/>
          <p:nvPr/>
        </p:nvSpPr>
        <p:spPr>
          <a:xfrm>
            <a:off x="2205989" y="1759458"/>
            <a:ext cx="0" cy="234315"/>
          </a:xfrm>
          <a:custGeom>
            <a:avLst/>
            <a:gdLst/>
            <a:ahLst/>
            <a:cxnLst/>
            <a:rect l="l" t="t" r="r" b="b"/>
            <a:pathLst>
              <a:path h="234314">
                <a:moveTo>
                  <a:pt x="0" y="0"/>
                </a:moveTo>
                <a:lnTo>
                  <a:pt x="0" y="0"/>
                </a:lnTo>
                <a:lnTo>
                  <a:pt x="0" y="80771"/>
                </a:lnTo>
                <a:lnTo>
                  <a:pt x="0" y="95249"/>
                </a:lnTo>
              </a:path>
              <a:path h="234314">
                <a:moveTo>
                  <a:pt x="0" y="138683"/>
                </a:moveTo>
                <a:lnTo>
                  <a:pt x="0" y="138683"/>
                </a:lnTo>
                <a:lnTo>
                  <a:pt x="0" y="232409"/>
                </a:lnTo>
                <a:lnTo>
                  <a:pt x="0" y="23393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416301" y="1840992"/>
            <a:ext cx="0" cy="71120"/>
          </a:xfrm>
          <a:custGeom>
            <a:avLst/>
            <a:gdLst/>
            <a:ahLst/>
            <a:cxnLst/>
            <a:rect l="l" t="t" r="r" b="b"/>
            <a:pathLst>
              <a:path h="71119">
                <a:moveTo>
                  <a:pt x="0" y="70865"/>
                </a:moveTo>
                <a:lnTo>
                  <a:pt x="0" y="70865"/>
                </a:lnTo>
                <a:lnTo>
                  <a:pt x="0" y="761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814066" y="2007870"/>
            <a:ext cx="499109" cy="0"/>
          </a:xfrm>
          <a:custGeom>
            <a:avLst/>
            <a:gdLst/>
            <a:ahLst/>
            <a:cxnLst/>
            <a:rect l="l" t="t" r="r" b="b"/>
            <a:pathLst>
              <a:path w="499110">
                <a:moveTo>
                  <a:pt x="499109" y="0"/>
                </a:moveTo>
                <a:lnTo>
                  <a:pt x="499109" y="0"/>
                </a:lnTo>
                <a:lnTo>
                  <a:pt x="410717" y="0"/>
                </a:lnTo>
                <a:lnTo>
                  <a:pt x="399287" y="0"/>
                </a:lnTo>
              </a:path>
              <a:path w="499110">
                <a:moveTo>
                  <a:pt x="356615" y="0"/>
                </a:moveTo>
                <a:lnTo>
                  <a:pt x="342137" y="0"/>
                </a:lnTo>
                <a:lnTo>
                  <a:pt x="316229" y="0"/>
                </a:lnTo>
                <a:lnTo>
                  <a:pt x="289559" y="0"/>
                </a:lnTo>
                <a:lnTo>
                  <a:pt x="271271" y="0"/>
                </a:lnTo>
              </a:path>
              <a:path w="499110">
                <a:moveTo>
                  <a:pt x="227837" y="0"/>
                </a:moveTo>
                <a:lnTo>
                  <a:pt x="208787" y="0"/>
                </a:lnTo>
                <a:lnTo>
                  <a:pt x="182879" y="0"/>
                </a:lnTo>
                <a:lnTo>
                  <a:pt x="156971" y="0"/>
                </a:lnTo>
                <a:lnTo>
                  <a:pt x="142493" y="0"/>
                </a:lnTo>
              </a:path>
              <a:path w="499110">
                <a:moveTo>
                  <a:pt x="99059" y="0"/>
                </a:moveTo>
                <a:lnTo>
                  <a:pt x="99059" y="0"/>
                </a:lnTo>
                <a:lnTo>
                  <a:pt x="152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245357" y="1616202"/>
            <a:ext cx="260350" cy="520700"/>
          </a:xfrm>
          <a:custGeom>
            <a:avLst/>
            <a:gdLst/>
            <a:ahLst/>
            <a:cxnLst/>
            <a:rect l="l" t="t" r="r" b="b"/>
            <a:pathLst>
              <a:path w="260350" h="520700">
                <a:moveTo>
                  <a:pt x="0" y="130301"/>
                </a:moveTo>
                <a:lnTo>
                  <a:pt x="259841" y="130301"/>
                </a:lnTo>
              </a:path>
              <a:path w="260350" h="520700">
                <a:moveTo>
                  <a:pt x="259841" y="520445"/>
                </a:moveTo>
                <a:lnTo>
                  <a:pt x="259841" y="390143"/>
                </a:lnTo>
                <a:lnTo>
                  <a:pt x="0" y="390143"/>
                </a:lnTo>
                <a:lnTo>
                  <a:pt x="0" y="130301"/>
                </a:lnTo>
              </a:path>
              <a:path w="260350" h="520700">
                <a:moveTo>
                  <a:pt x="259841" y="130301"/>
                </a:moveTo>
                <a:lnTo>
                  <a:pt x="25984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2040635" y="1607058"/>
            <a:ext cx="1473835" cy="539115"/>
            <a:chOff x="2040635" y="1607058"/>
            <a:chExt cx="1473835" cy="539115"/>
          </a:xfrm>
        </p:grpSpPr>
        <p:sp>
          <p:nvSpPr>
            <p:cNvPr id="54" name="object 54"/>
            <p:cNvSpPr/>
            <p:nvPr/>
          </p:nvSpPr>
          <p:spPr>
            <a:xfrm>
              <a:off x="2465831" y="1616202"/>
              <a:ext cx="0" cy="520700"/>
            </a:xfrm>
            <a:custGeom>
              <a:avLst/>
              <a:gdLst/>
              <a:ahLst/>
              <a:cxnLst/>
              <a:rect l="l" t="t" r="r" b="b"/>
              <a:pathLst>
                <a:path h="520700">
                  <a:moveTo>
                    <a:pt x="0" y="520445"/>
                  </a:moveTo>
                  <a:lnTo>
                    <a:pt x="0" y="474725"/>
                  </a:lnTo>
                </a:path>
                <a:path h="520700">
                  <a:moveTo>
                    <a:pt x="0" y="432053"/>
                  </a:moveTo>
                  <a:lnTo>
                    <a:pt x="0" y="345947"/>
                  </a:lnTo>
                </a:path>
                <a:path h="520700">
                  <a:moveTo>
                    <a:pt x="0" y="303275"/>
                  </a:moveTo>
                  <a:lnTo>
                    <a:pt x="0" y="217169"/>
                  </a:lnTo>
                </a:path>
                <a:path h="520700">
                  <a:moveTo>
                    <a:pt x="0" y="174497"/>
                  </a:moveTo>
                  <a:lnTo>
                    <a:pt x="0" y="88391"/>
                  </a:lnTo>
                </a:path>
                <a:path h="520700">
                  <a:moveTo>
                    <a:pt x="0" y="45719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049779" y="1616202"/>
              <a:ext cx="1455420" cy="520700"/>
            </a:xfrm>
            <a:custGeom>
              <a:avLst/>
              <a:gdLst/>
              <a:ahLst/>
              <a:cxnLst/>
              <a:rect l="l" t="t" r="r" b="b"/>
              <a:pathLst>
                <a:path w="1455420" h="520700">
                  <a:moveTo>
                    <a:pt x="1455419" y="0"/>
                  </a:moveTo>
                  <a:lnTo>
                    <a:pt x="1455419" y="0"/>
                  </a:lnTo>
                  <a:lnTo>
                    <a:pt x="0" y="0"/>
                  </a:lnTo>
                  <a:lnTo>
                    <a:pt x="0" y="520445"/>
                  </a:lnTo>
                  <a:lnTo>
                    <a:pt x="208025" y="520445"/>
                  </a:lnTo>
                  <a:lnTo>
                    <a:pt x="1455419" y="52044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049779" y="1616202"/>
              <a:ext cx="1455420" cy="520700"/>
            </a:xfrm>
            <a:custGeom>
              <a:avLst/>
              <a:gdLst/>
              <a:ahLst/>
              <a:cxnLst/>
              <a:rect l="l" t="t" r="r" b="b"/>
              <a:pathLst>
                <a:path w="1455420" h="520700">
                  <a:moveTo>
                    <a:pt x="0" y="143255"/>
                  </a:moveTo>
                  <a:lnTo>
                    <a:pt x="56387" y="143255"/>
                  </a:lnTo>
                </a:path>
                <a:path w="1455420" h="520700">
                  <a:moveTo>
                    <a:pt x="99821" y="143255"/>
                  </a:moveTo>
                  <a:lnTo>
                    <a:pt x="156209" y="143255"/>
                  </a:lnTo>
                </a:path>
                <a:path w="1455420" h="520700">
                  <a:moveTo>
                    <a:pt x="0" y="377189"/>
                  </a:moveTo>
                  <a:lnTo>
                    <a:pt x="56387" y="377189"/>
                  </a:lnTo>
                </a:path>
                <a:path w="1455420" h="520700">
                  <a:moveTo>
                    <a:pt x="99821" y="377189"/>
                  </a:moveTo>
                  <a:lnTo>
                    <a:pt x="156209" y="377189"/>
                  </a:lnTo>
                </a:path>
                <a:path w="1455420" h="520700">
                  <a:moveTo>
                    <a:pt x="156209" y="195071"/>
                  </a:moveTo>
                  <a:lnTo>
                    <a:pt x="200405" y="195071"/>
                  </a:lnTo>
                </a:path>
                <a:path w="1455420" h="520700">
                  <a:moveTo>
                    <a:pt x="243077" y="195071"/>
                  </a:moveTo>
                  <a:lnTo>
                    <a:pt x="329183" y="195071"/>
                  </a:lnTo>
                </a:path>
                <a:path w="1455420" h="520700">
                  <a:moveTo>
                    <a:pt x="371855" y="195071"/>
                  </a:moveTo>
                  <a:lnTo>
                    <a:pt x="416051" y="195071"/>
                  </a:lnTo>
                </a:path>
                <a:path w="1455420" h="520700">
                  <a:moveTo>
                    <a:pt x="156209" y="325373"/>
                  </a:moveTo>
                  <a:lnTo>
                    <a:pt x="200405" y="325373"/>
                  </a:lnTo>
                </a:path>
                <a:path w="1455420" h="520700">
                  <a:moveTo>
                    <a:pt x="243077" y="325373"/>
                  </a:moveTo>
                  <a:lnTo>
                    <a:pt x="329183" y="325373"/>
                  </a:lnTo>
                </a:path>
                <a:path w="1455420" h="520700">
                  <a:moveTo>
                    <a:pt x="371855" y="325373"/>
                  </a:moveTo>
                  <a:lnTo>
                    <a:pt x="416051" y="325373"/>
                  </a:lnTo>
                </a:path>
                <a:path w="1455420" h="520700">
                  <a:moveTo>
                    <a:pt x="366521" y="224789"/>
                  </a:moveTo>
                  <a:lnTo>
                    <a:pt x="416051" y="182879"/>
                  </a:lnTo>
                </a:path>
                <a:path w="1455420" h="520700">
                  <a:moveTo>
                    <a:pt x="268985" y="295655"/>
                  </a:moveTo>
                  <a:lnTo>
                    <a:pt x="366521" y="295655"/>
                  </a:lnTo>
                  <a:lnTo>
                    <a:pt x="416051" y="337565"/>
                  </a:lnTo>
                </a:path>
                <a:path w="1455420" h="520700">
                  <a:moveTo>
                    <a:pt x="226313" y="295655"/>
                  </a:moveTo>
                  <a:lnTo>
                    <a:pt x="140207" y="295655"/>
                  </a:lnTo>
                </a:path>
                <a:path w="1455420" h="520700">
                  <a:moveTo>
                    <a:pt x="97535" y="295655"/>
                  </a:moveTo>
                  <a:lnTo>
                    <a:pt x="0" y="295655"/>
                  </a:lnTo>
                </a:path>
                <a:path w="1455420" h="520700">
                  <a:moveTo>
                    <a:pt x="366521" y="224789"/>
                  </a:moveTo>
                  <a:lnTo>
                    <a:pt x="268985" y="224789"/>
                  </a:lnTo>
                </a:path>
                <a:path w="1455420" h="520700">
                  <a:moveTo>
                    <a:pt x="226313" y="224789"/>
                  </a:moveTo>
                  <a:lnTo>
                    <a:pt x="140207" y="224789"/>
                  </a:lnTo>
                </a:path>
                <a:path w="1455420" h="520700">
                  <a:moveTo>
                    <a:pt x="97535" y="224789"/>
                  </a:moveTo>
                  <a:lnTo>
                    <a:pt x="0" y="224789"/>
                  </a:lnTo>
                </a:path>
                <a:path w="1455420" h="520700">
                  <a:moveTo>
                    <a:pt x="772667" y="520445"/>
                  </a:moveTo>
                  <a:lnTo>
                    <a:pt x="772667" y="416051"/>
                  </a:lnTo>
                  <a:lnTo>
                    <a:pt x="806195" y="396239"/>
                  </a:lnTo>
                  <a:lnTo>
                    <a:pt x="838961" y="416051"/>
                  </a:lnTo>
                  <a:lnTo>
                    <a:pt x="838961" y="520445"/>
                  </a:lnTo>
                </a:path>
                <a:path w="1455420" h="520700">
                  <a:moveTo>
                    <a:pt x="740663" y="156209"/>
                  </a:moveTo>
                  <a:lnTo>
                    <a:pt x="712469" y="172973"/>
                  </a:lnTo>
                  <a:lnTo>
                    <a:pt x="684275" y="156209"/>
                  </a:lnTo>
                </a:path>
                <a:path w="1455420" h="520700">
                  <a:moveTo>
                    <a:pt x="740663" y="0"/>
                  </a:moveTo>
                  <a:lnTo>
                    <a:pt x="740663" y="56387"/>
                  </a:lnTo>
                </a:path>
                <a:path w="1455420" h="520700">
                  <a:moveTo>
                    <a:pt x="740663" y="99821"/>
                  </a:moveTo>
                  <a:lnTo>
                    <a:pt x="740663" y="156209"/>
                  </a:lnTo>
                </a:path>
                <a:path w="1455420" h="520700">
                  <a:moveTo>
                    <a:pt x="684275" y="0"/>
                  </a:moveTo>
                  <a:lnTo>
                    <a:pt x="684275" y="56387"/>
                  </a:lnTo>
                </a:path>
                <a:path w="1455420" h="520700">
                  <a:moveTo>
                    <a:pt x="684275" y="99821"/>
                  </a:moveTo>
                  <a:lnTo>
                    <a:pt x="684275" y="156209"/>
                  </a:lnTo>
                </a:path>
                <a:path w="1455420" h="520700">
                  <a:moveTo>
                    <a:pt x="1263395" y="0"/>
                  </a:moveTo>
                  <a:lnTo>
                    <a:pt x="1263395" y="43433"/>
                  </a:lnTo>
                </a:path>
                <a:path w="1455420" h="520700">
                  <a:moveTo>
                    <a:pt x="1263395" y="86867"/>
                  </a:moveTo>
                  <a:lnTo>
                    <a:pt x="1263395" y="130301"/>
                  </a:lnTo>
                </a:path>
                <a:path w="1455420" h="520700">
                  <a:moveTo>
                    <a:pt x="1263395" y="390143"/>
                  </a:moveTo>
                  <a:lnTo>
                    <a:pt x="1263395" y="391667"/>
                  </a:lnTo>
                </a:path>
                <a:path w="1455420" h="520700">
                  <a:moveTo>
                    <a:pt x="764285" y="0"/>
                  </a:moveTo>
                  <a:lnTo>
                    <a:pt x="764285" y="45719"/>
                  </a:lnTo>
                </a:path>
                <a:path w="1455420" h="520700">
                  <a:moveTo>
                    <a:pt x="764285" y="88391"/>
                  </a:moveTo>
                  <a:lnTo>
                    <a:pt x="764285" y="174497"/>
                  </a:lnTo>
                </a:path>
                <a:path w="1455420" h="520700">
                  <a:moveTo>
                    <a:pt x="764285" y="217169"/>
                  </a:moveTo>
                  <a:lnTo>
                    <a:pt x="764285" y="303275"/>
                  </a:lnTo>
                </a:path>
                <a:path w="1455420" h="520700">
                  <a:moveTo>
                    <a:pt x="764285" y="345947"/>
                  </a:moveTo>
                  <a:lnTo>
                    <a:pt x="764285" y="391667"/>
                  </a:lnTo>
                </a:path>
                <a:path w="1455420" h="520700">
                  <a:moveTo>
                    <a:pt x="1155953" y="391667"/>
                  </a:moveTo>
                  <a:lnTo>
                    <a:pt x="1155953" y="434339"/>
                  </a:lnTo>
                </a:path>
                <a:path w="1455420" h="520700">
                  <a:moveTo>
                    <a:pt x="1155953" y="477011"/>
                  </a:moveTo>
                  <a:lnTo>
                    <a:pt x="1155953" y="520445"/>
                  </a:lnTo>
                </a:path>
                <a:path w="1455420" h="520700">
                  <a:moveTo>
                    <a:pt x="871727" y="391667"/>
                  </a:moveTo>
                  <a:lnTo>
                    <a:pt x="871727" y="434339"/>
                  </a:lnTo>
                </a:path>
                <a:path w="1455420" h="520700">
                  <a:moveTo>
                    <a:pt x="871727" y="477011"/>
                  </a:moveTo>
                  <a:lnTo>
                    <a:pt x="871727" y="520445"/>
                  </a:lnTo>
                </a:path>
                <a:path w="1455420" h="520700">
                  <a:moveTo>
                    <a:pt x="1289303" y="496061"/>
                  </a:moveTo>
                  <a:lnTo>
                    <a:pt x="1272539" y="468629"/>
                  </a:lnTo>
                  <a:lnTo>
                    <a:pt x="1289303" y="440435"/>
                  </a:lnTo>
                </a:path>
                <a:path w="1455420" h="520700">
                  <a:moveTo>
                    <a:pt x="1455419" y="496061"/>
                  </a:moveTo>
                  <a:lnTo>
                    <a:pt x="1393697" y="496061"/>
                  </a:lnTo>
                </a:path>
                <a:path w="1455420" h="520700">
                  <a:moveTo>
                    <a:pt x="1351025" y="496061"/>
                  </a:moveTo>
                  <a:lnTo>
                    <a:pt x="1289303" y="496061"/>
                  </a:lnTo>
                </a:path>
                <a:path w="1455420" h="520700">
                  <a:moveTo>
                    <a:pt x="1455419" y="440435"/>
                  </a:moveTo>
                  <a:lnTo>
                    <a:pt x="1393697" y="440435"/>
                  </a:lnTo>
                </a:path>
                <a:path w="1455420" h="520700">
                  <a:moveTo>
                    <a:pt x="1351025" y="440435"/>
                  </a:moveTo>
                  <a:lnTo>
                    <a:pt x="1289303" y="440435"/>
                  </a:lnTo>
                </a:path>
                <a:path w="1455420" h="520700">
                  <a:moveTo>
                    <a:pt x="1289303" y="80009"/>
                  </a:moveTo>
                  <a:lnTo>
                    <a:pt x="1272539" y="51815"/>
                  </a:lnTo>
                  <a:lnTo>
                    <a:pt x="1289303" y="24383"/>
                  </a:lnTo>
                </a:path>
                <a:path w="1455420" h="520700">
                  <a:moveTo>
                    <a:pt x="1455419" y="80009"/>
                  </a:moveTo>
                  <a:lnTo>
                    <a:pt x="1393697" y="80009"/>
                  </a:lnTo>
                </a:path>
                <a:path w="1455420" h="520700">
                  <a:moveTo>
                    <a:pt x="1351025" y="80009"/>
                  </a:moveTo>
                  <a:lnTo>
                    <a:pt x="1289303" y="80009"/>
                  </a:lnTo>
                </a:path>
                <a:path w="1455420" h="520700">
                  <a:moveTo>
                    <a:pt x="1455419" y="24383"/>
                  </a:moveTo>
                  <a:lnTo>
                    <a:pt x="1393697" y="24383"/>
                  </a:lnTo>
                </a:path>
                <a:path w="1455420" h="520700">
                  <a:moveTo>
                    <a:pt x="1351025" y="24383"/>
                  </a:moveTo>
                  <a:lnTo>
                    <a:pt x="1289303" y="24383"/>
                  </a:lnTo>
                </a:path>
                <a:path w="1455420" h="520700">
                  <a:moveTo>
                    <a:pt x="1192529" y="156209"/>
                  </a:moveTo>
                  <a:lnTo>
                    <a:pt x="1164335" y="172973"/>
                  </a:lnTo>
                  <a:lnTo>
                    <a:pt x="1136903" y="156209"/>
                  </a:lnTo>
                </a:path>
                <a:path w="1455420" h="520700">
                  <a:moveTo>
                    <a:pt x="1192529" y="0"/>
                  </a:moveTo>
                  <a:lnTo>
                    <a:pt x="1192529" y="56387"/>
                  </a:lnTo>
                </a:path>
                <a:path w="1455420" h="520700">
                  <a:moveTo>
                    <a:pt x="1192529" y="99821"/>
                  </a:moveTo>
                  <a:lnTo>
                    <a:pt x="1192529" y="156209"/>
                  </a:lnTo>
                </a:path>
                <a:path w="1455420" h="520700">
                  <a:moveTo>
                    <a:pt x="1136903" y="0"/>
                  </a:moveTo>
                  <a:lnTo>
                    <a:pt x="1136903" y="56387"/>
                  </a:lnTo>
                </a:path>
                <a:path w="1455420" h="520700">
                  <a:moveTo>
                    <a:pt x="1136903" y="99821"/>
                  </a:moveTo>
                  <a:lnTo>
                    <a:pt x="1136903" y="156209"/>
                  </a:lnTo>
                </a:path>
                <a:path w="1455420" h="520700">
                  <a:moveTo>
                    <a:pt x="1188719" y="520445"/>
                  </a:moveTo>
                  <a:lnTo>
                    <a:pt x="1188719" y="416051"/>
                  </a:lnTo>
                  <a:lnTo>
                    <a:pt x="1221485" y="396239"/>
                  </a:lnTo>
                  <a:lnTo>
                    <a:pt x="1255013" y="416051"/>
                  </a:lnTo>
                  <a:lnTo>
                    <a:pt x="1255013" y="520445"/>
                  </a:lnTo>
                </a:path>
                <a:path w="1455420" h="520700">
                  <a:moveTo>
                    <a:pt x="416051" y="182117"/>
                  </a:moveTo>
                  <a:lnTo>
                    <a:pt x="371855" y="182117"/>
                  </a:lnTo>
                </a:path>
                <a:path w="1455420" h="520700">
                  <a:moveTo>
                    <a:pt x="329183" y="182117"/>
                  </a:moveTo>
                  <a:lnTo>
                    <a:pt x="243077" y="182117"/>
                  </a:lnTo>
                </a:path>
                <a:path w="1455420" h="520700">
                  <a:moveTo>
                    <a:pt x="200405" y="182117"/>
                  </a:moveTo>
                  <a:lnTo>
                    <a:pt x="156209" y="182117"/>
                  </a:lnTo>
                </a:path>
                <a:path w="1455420" h="520700">
                  <a:moveTo>
                    <a:pt x="156209" y="338327"/>
                  </a:moveTo>
                  <a:lnTo>
                    <a:pt x="200405" y="338327"/>
                  </a:lnTo>
                </a:path>
                <a:path w="1455420" h="520700">
                  <a:moveTo>
                    <a:pt x="243077" y="338327"/>
                  </a:moveTo>
                  <a:lnTo>
                    <a:pt x="329183" y="338327"/>
                  </a:lnTo>
                </a:path>
                <a:path w="1455420" h="520700">
                  <a:moveTo>
                    <a:pt x="371855" y="338327"/>
                  </a:moveTo>
                  <a:lnTo>
                    <a:pt x="416051" y="338327"/>
                  </a:lnTo>
                </a:path>
                <a:path w="1455420" h="520700">
                  <a:moveTo>
                    <a:pt x="766571" y="416051"/>
                  </a:moveTo>
                  <a:lnTo>
                    <a:pt x="766571" y="520445"/>
                  </a:lnTo>
                </a:path>
                <a:path w="1455420" h="520700">
                  <a:moveTo>
                    <a:pt x="845057" y="520445"/>
                  </a:moveTo>
                  <a:lnTo>
                    <a:pt x="845057" y="416051"/>
                  </a:lnTo>
                </a:path>
                <a:path w="1455420" h="520700">
                  <a:moveTo>
                    <a:pt x="766571" y="416051"/>
                  </a:moveTo>
                  <a:lnTo>
                    <a:pt x="766571" y="416051"/>
                  </a:lnTo>
                  <a:lnTo>
                    <a:pt x="842771" y="416051"/>
                  </a:lnTo>
                  <a:lnTo>
                    <a:pt x="845057" y="416051"/>
                  </a:lnTo>
                </a:path>
                <a:path w="1455420" h="520700">
                  <a:moveTo>
                    <a:pt x="746759" y="156209"/>
                  </a:moveTo>
                  <a:lnTo>
                    <a:pt x="746759" y="99821"/>
                  </a:lnTo>
                </a:path>
                <a:path w="1455420" h="520700">
                  <a:moveTo>
                    <a:pt x="746759" y="56387"/>
                  </a:moveTo>
                  <a:lnTo>
                    <a:pt x="746759" y="0"/>
                  </a:lnTo>
                </a:path>
                <a:path w="1455420" h="520700">
                  <a:moveTo>
                    <a:pt x="678179" y="0"/>
                  </a:moveTo>
                  <a:lnTo>
                    <a:pt x="678179" y="56387"/>
                  </a:lnTo>
                </a:path>
                <a:path w="1455420" h="520700">
                  <a:moveTo>
                    <a:pt x="678179" y="99821"/>
                  </a:moveTo>
                  <a:lnTo>
                    <a:pt x="678179" y="156209"/>
                  </a:lnTo>
                </a:path>
                <a:path w="1455420" h="520700">
                  <a:moveTo>
                    <a:pt x="746759" y="156209"/>
                  </a:moveTo>
                  <a:lnTo>
                    <a:pt x="746759" y="156209"/>
                  </a:lnTo>
                  <a:lnTo>
                    <a:pt x="678941" y="156209"/>
                  </a:lnTo>
                  <a:lnTo>
                    <a:pt x="678179" y="156209"/>
                  </a:lnTo>
                </a:path>
                <a:path w="1455420" h="520700">
                  <a:moveTo>
                    <a:pt x="1289303" y="502157"/>
                  </a:moveTo>
                  <a:lnTo>
                    <a:pt x="1351025" y="502157"/>
                  </a:lnTo>
                </a:path>
                <a:path w="1455420" h="520700">
                  <a:moveTo>
                    <a:pt x="1393697" y="502157"/>
                  </a:moveTo>
                  <a:lnTo>
                    <a:pt x="1455419" y="502157"/>
                  </a:lnTo>
                </a:path>
                <a:path w="1455420" h="520700">
                  <a:moveTo>
                    <a:pt x="1455419" y="434339"/>
                  </a:moveTo>
                  <a:lnTo>
                    <a:pt x="1393697" y="434339"/>
                  </a:lnTo>
                </a:path>
                <a:path w="1455420" h="520700">
                  <a:moveTo>
                    <a:pt x="1351025" y="434339"/>
                  </a:moveTo>
                  <a:lnTo>
                    <a:pt x="1289303" y="434339"/>
                  </a:lnTo>
                </a:path>
                <a:path w="1455420" h="520700">
                  <a:moveTo>
                    <a:pt x="1289303" y="502157"/>
                  </a:moveTo>
                  <a:lnTo>
                    <a:pt x="1289303" y="502157"/>
                  </a:lnTo>
                  <a:lnTo>
                    <a:pt x="1289303" y="435101"/>
                  </a:lnTo>
                  <a:lnTo>
                    <a:pt x="1289303" y="434339"/>
                  </a:lnTo>
                </a:path>
                <a:path w="1455420" h="520700">
                  <a:moveTo>
                    <a:pt x="1289303" y="86105"/>
                  </a:moveTo>
                  <a:lnTo>
                    <a:pt x="1351025" y="86105"/>
                  </a:lnTo>
                </a:path>
                <a:path w="1455420" h="520700">
                  <a:moveTo>
                    <a:pt x="1393697" y="86105"/>
                  </a:moveTo>
                  <a:lnTo>
                    <a:pt x="1455419" y="86105"/>
                  </a:lnTo>
                </a:path>
                <a:path w="1455420" h="520700">
                  <a:moveTo>
                    <a:pt x="1455419" y="18287"/>
                  </a:moveTo>
                  <a:lnTo>
                    <a:pt x="1393697" y="18287"/>
                  </a:lnTo>
                </a:path>
                <a:path w="1455420" h="520700">
                  <a:moveTo>
                    <a:pt x="1351025" y="18287"/>
                  </a:moveTo>
                  <a:lnTo>
                    <a:pt x="1289303" y="18287"/>
                  </a:lnTo>
                </a:path>
                <a:path w="1455420" h="520700">
                  <a:moveTo>
                    <a:pt x="1289303" y="86105"/>
                  </a:moveTo>
                  <a:lnTo>
                    <a:pt x="1289303" y="86105"/>
                  </a:lnTo>
                  <a:lnTo>
                    <a:pt x="1289303" y="20573"/>
                  </a:lnTo>
                  <a:lnTo>
                    <a:pt x="1289303" y="18287"/>
                  </a:lnTo>
                </a:path>
                <a:path w="1455420" h="520700">
                  <a:moveTo>
                    <a:pt x="1198625" y="156209"/>
                  </a:moveTo>
                  <a:lnTo>
                    <a:pt x="1198625" y="130301"/>
                  </a:lnTo>
                </a:path>
                <a:path w="1455420" h="520700">
                  <a:moveTo>
                    <a:pt x="1198625" y="130301"/>
                  </a:moveTo>
                  <a:lnTo>
                    <a:pt x="1198625" y="86867"/>
                  </a:lnTo>
                </a:path>
                <a:path w="1455420" h="520700">
                  <a:moveTo>
                    <a:pt x="1198625" y="43433"/>
                  </a:moveTo>
                  <a:lnTo>
                    <a:pt x="1198625" y="0"/>
                  </a:lnTo>
                </a:path>
                <a:path w="1455420" h="520700">
                  <a:moveTo>
                    <a:pt x="1130045" y="0"/>
                  </a:moveTo>
                  <a:lnTo>
                    <a:pt x="1130045" y="56387"/>
                  </a:lnTo>
                </a:path>
                <a:path w="1455420" h="520700">
                  <a:moveTo>
                    <a:pt x="1130045" y="99821"/>
                  </a:moveTo>
                  <a:lnTo>
                    <a:pt x="1130045" y="15620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45357" y="1772412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3047" y="0"/>
                  </a:moveTo>
                  <a:lnTo>
                    <a:pt x="2285" y="0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179825" y="1772412"/>
              <a:ext cx="131445" cy="364490"/>
            </a:xfrm>
            <a:custGeom>
              <a:avLst/>
              <a:gdLst/>
              <a:ahLst/>
              <a:cxnLst/>
              <a:rect l="l" t="t" r="r" b="b"/>
              <a:pathLst>
                <a:path w="131445" h="364489">
                  <a:moveTo>
                    <a:pt x="65531" y="0"/>
                  </a:moveTo>
                  <a:lnTo>
                    <a:pt x="65531" y="0"/>
                  </a:lnTo>
                  <a:lnTo>
                    <a:pt x="761" y="0"/>
                  </a:lnTo>
                  <a:lnTo>
                    <a:pt x="0" y="0"/>
                  </a:lnTo>
                </a:path>
                <a:path w="131445" h="364489">
                  <a:moveTo>
                    <a:pt x="51815" y="259841"/>
                  </a:moveTo>
                  <a:lnTo>
                    <a:pt x="51815" y="364235"/>
                  </a:lnTo>
                </a:path>
                <a:path w="131445" h="364489">
                  <a:moveTo>
                    <a:pt x="131063" y="364235"/>
                  </a:moveTo>
                  <a:lnTo>
                    <a:pt x="131063" y="259841"/>
                  </a:lnTo>
                </a:path>
                <a:path w="131445" h="364489">
                  <a:moveTo>
                    <a:pt x="51815" y="259841"/>
                  </a:moveTo>
                  <a:lnTo>
                    <a:pt x="51815" y="259841"/>
                  </a:lnTo>
                  <a:lnTo>
                    <a:pt x="130301" y="259841"/>
                  </a:lnTo>
                  <a:lnTo>
                    <a:pt x="131063" y="25984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6199632" y="714937"/>
            <a:ext cx="1415415" cy="2373630"/>
            <a:chOff x="6199632" y="714937"/>
            <a:chExt cx="1415415" cy="2373630"/>
          </a:xfrm>
        </p:grpSpPr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8776" y="723138"/>
              <a:ext cx="1397507" cy="235610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1683" y="2734458"/>
              <a:ext cx="110495" cy="13711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23455" y="1815013"/>
              <a:ext cx="126929" cy="14959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23447" y="2384137"/>
              <a:ext cx="126967" cy="15805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46385" y="1498679"/>
              <a:ext cx="65496" cy="7883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07400" y="1493321"/>
              <a:ext cx="127425" cy="20779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7330574" y="1398326"/>
              <a:ext cx="47625" cy="280035"/>
            </a:xfrm>
            <a:custGeom>
              <a:avLst/>
              <a:gdLst/>
              <a:ahLst/>
              <a:cxnLst/>
              <a:rect l="l" t="t" r="r" b="b"/>
              <a:pathLst>
                <a:path w="47625" h="280035">
                  <a:moveTo>
                    <a:pt x="0" y="279665"/>
                  </a:moveTo>
                  <a:lnTo>
                    <a:pt x="23505" y="257072"/>
                  </a:lnTo>
                  <a:lnTo>
                    <a:pt x="39181" y="226130"/>
                  </a:lnTo>
                  <a:lnTo>
                    <a:pt x="47028" y="188376"/>
                  </a:lnTo>
                  <a:lnTo>
                    <a:pt x="47044" y="145348"/>
                  </a:lnTo>
                  <a:lnTo>
                    <a:pt x="39230" y="98584"/>
                  </a:lnTo>
                  <a:lnTo>
                    <a:pt x="23584" y="49622"/>
                  </a:lnTo>
                  <a:lnTo>
                    <a:pt x="106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319772" y="1399032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59" h="5715">
                  <a:moveTo>
                    <a:pt x="0" y="5333"/>
                  </a:moveTo>
                  <a:lnTo>
                    <a:pt x="9905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330038" y="1632306"/>
              <a:ext cx="33655" cy="6985"/>
            </a:xfrm>
            <a:custGeom>
              <a:avLst/>
              <a:gdLst/>
              <a:ahLst/>
              <a:cxnLst/>
              <a:rect l="l" t="t" r="r" b="b"/>
              <a:pathLst>
                <a:path w="33654" h="6985">
                  <a:moveTo>
                    <a:pt x="0" y="0"/>
                  </a:moveTo>
                  <a:lnTo>
                    <a:pt x="8507" y="2552"/>
                  </a:lnTo>
                  <a:lnTo>
                    <a:pt x="16898" y="4556"/>
                  </a:lnTo>
                  <a:lnTo>
                    <a:pt x="25159" y="6007"/>
                  </a:lnTo>
                  <a:lnTo>
                    <a:pt x="33273" y="6904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825387" y="1493003"/>
              <a:ext cx="201930" cy="259715"/>
            </a:xfrm>
            <a:custGeom>
              <a:avLst/>
              <a:gdLst/>
              <a:ahLst/>
              <a:cxnLst/>
              <a:rect l="l" t="t" r="r" b="b"/>
              <a:pathLst>
                <a:path w="201929" h="259714">
                  <a:moveTo>
                    <a:pt x="0" y="71993"/>
                  </a:moveTo>
                  <a:lnTo>
                    <a:pt x="7798" y="121821"/>
                  </a:lnTo>
                  <a:lnTo>
                    <a:pt x="29302" y="171171"/>
                  </a:lnTo>
                  <a:lnTo>
                    <a:pt x="61278" y="214445"/>
                  </a:lnTo>
                  <a:lnTo>
                    <a:pt x="100494" y="246042"/>
                  </a:lnTo>
                  <a:lnTo>
                    <a:pt x="139759" y="259350"/>
                  </a:lnTo>
                  <a:lnTo>
                    <a:pt x="171871" y="252746"/>
                  </a:lnTo>
                  <a:lnTo>
                    <a:pt x="193577" y="228119"/>
                  </a:lnTo>
                  <a:lnTo>
                    <a:pt x="201623" y="187357"/>
                  </a:lnTo>
                  <a:lnTo>
                    <a:pt x="193824" y="137528"/>
                  </a:lnTo>
                  <a:lnTo>
                    <a:pt x="172321" y="88178"/>
                  </a:lnTo>
                  <a:lnTo>
                    <a:pt x="140344" y="44904"/>
                  </a:lnTo>
                  <a:lnTo>
                    <a:pt x="101129" y="13307"/>
                  </a:lnTo>
                  <a:lnTo>
                    <a:pt x="61863" y="0"/>
                  </a:lnTo>
                  <a:lnTo>
                    <a:pt x="29751" y="6603"/>
                  </a:lnTo>
                  <a:lnTo>
                    <a:pt x="8045" y="31230"/>
                  </a:lnTo>
                  <a:lnTo>
                    <a:pt x="0" y="71993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329677" y="1198626"/>
              <a:ext cx="184150" cy="786130"/>
            </a:xfrm>
            <a:custGeom>
              <a:avLst/>
              <a:gdLst/>
              <a:ahLst/>
              <a:cxnLst/>
              <a:rect l="l" t="t" r="r" b="b"/>
              <a:pathLst>
                <a:path w="184150" h="786130">
                  <a:moveTo>
                    <a:pt x="0" y="200405"/>
                  </a:moveTo>
                  <a:lnTo>
                    <a:pt x="0" y="0"/>
                  </a:lnTo>
                  <a:lnTo>
                    <a:pt x="183641" y="105917"/>
                  </a:lnTo>
                  <a:lnTo>
                    <a:pt x="183641" y="785621"/>
                  </a:lnTo>
                  <a:lnTo>
                    <a:pt x="0" y="67970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255341" y="2053700"/>
              <a:ext cx="40005" cy="51435"/>
            </a:xfrm>
            <a:custGeom>
              <a:avLst/>
              <a:gdLst/>
              <a:ahLst/>
              <a:cxnLst/>
              <a:rect l="l" t="t" r="r" b="b"/>
              <a:pathLst>
                <a:path w="40004" h="51435">
                  <a:moveTo>
                    <a:pt x="0" y="36634"/>
                  </a:moveTo>
                  <a:lnTo>
                    <a:pt x="1632" y="44645"/>
                  </a:lnTo>
                  <a:lnTo>
                    <a:pt x="5946" y="49502"/>
                  </a:lnTo>
                  <a:lnTo>
                    <a:pt x="12297" y="50833"/>
                  </a:lnTo>
                  <a:lnTo>
                    <a:pt x="20039" y="48262"/>
                  </a:lnTo>
                  <a:lnTo>
                    <a:pt x="27753" y="42100"/>
                  </a:lnTo>
                  <a:lnTo>
                    <a:pt x="34024" y="33638"/>
                  </a:lnTo>
                  <a:lnTo>
                    <a:pt x="38220" y="23973"/>
                  </a:lnTo>
                  <a:lnTo>
                    <a:pt x="39708" y="14199"/>
                  </a:lnTo>
                  <a:lnTo>
                    <a:pt x="38075" y="6188"/>
                  </a:lnTo>
                  <a:lnTo>
                    <a:pt x="33761" y="1330"/>
                  </a:lnTo>
                  <a:lnTo>
                    <a:pt x="27410" y="0"/>
                  </a:lnTo>
                  <a:lnTo>
                    <a:pt x="19668" y="2571"/>
                  </a:lnTo>
                  <a:lnTo>
                    <a:pt x="11954" y="8732"/>
                  </a:lnTo>
                  <a:lnTo>
                    <a:pt x="5683" y="17194"/>
                  </a:lnTo>
                  <a:lnTo>
                    <a:pt x="1487" y="26860"/>
                  </a:lnTo>
                  <a:lnTo>
                    <a:pt x="0" y="36634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255341" y="1458578"/>
              <a:ext cx="40005" cy="51435"/>
            </a:xfrm>
            <a:custGeom>
              <a:avLst/>
              <a:gdLst/>
              <a:ahLst/>
              <a:cxnLst/>
              <a:rect l="l" t="t" r="r" b="b"/>
              <a:pathLst>
                <a:path w="40004" h="51434">
                  <a:moveTo>
                    <a:pt x="0" y="36634"/>
                  </a:moveTo>
                  <a:lnTo>
                    <a:pt x="1632" y="44645"/>
                  </a:lnTo>
                  <a:lnTo>
                    <a:pt x="5946" y="49502"/>
                  </a:lnTo>
                  <a:lnTo>
                    <a:pt x="12297" y="50833"/>
                  </a:lnTo>
                  <a:lnTo>
                    <a:pt x="20039" y="48262"/>
                  </a:lnTo>
                  <a:lnTo>
                    <a:pt x="27753" y="42100"/>
                  </a:lnTo>
                  <a:lnTo>
                    <a:pt x="34024" y="33638"/>
                  </a:lnTo>
                  <a:lnTo>
                    <a:pt x="38220" y="23973"/>
                  </a:lnTo>
                  <a:lnTo>
                    <a:pt x="39708" y="14199"/>
                  </a:lnTo>
                  <a:lnTo>
                    <a:pt x="38075" y="6188"/>
                  </a:lnTo>
                  <a:lnTo>
                    <a:pt x="33761" y="1330"/>
                  </a:lnTo>
                  <a:lnTo>
                    <a:pt x="27410" y="0"/>
                  </a:lnTo>
                  <a:lnTo>
                    <a:pt x="19668" y="2571"/>
                  </a:lnTo>
                  <a:lnTo>
                    <a:pt x="11954" y="8732"/>
                  </a:lnTo>
                  <a:lnTo>
                    <a:pt x="5683" y="17194"/>
                  </a:lnTo>
                  <a:lnTo>
                    <a:pt x="1487" y="26860"/>
                  </a:lnTo>
                  <a:lnTo>
                    <a:pt x="0" y="36634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549473" y="1289414"/>
              <a:ext cx="40005" cy="51435"/>
            </a:xfrm>
            <a:custGeom>
              <a:avLst/>
              <a:gdLst/>
              <a:ahLst/>
              <a:cxnLst/>
              <a:rect l="l" t="t" r="r" b="b"/>
              <a:pathLst>
                <a:path w="40004" h="51434">
                  <a:moveTo>
                    <a:pt x="0" y="36634"/>
                  </a:moveTo>
                  <a:lnTo>
                    <a:pt x="1632" y="44645"/>
                  </a:lnTo>
                  <a:lnTo>
                    <a:pt x="5946" y="49502"/>
                  </a:lnTo>
                  <a:lnTo>
                    <a:pt x="12297" y="50833"/>
                  </a:lnTo>
                  <a:lnTo>
                    <a:pt x="20039" y="48262"/>
                  </a:lnTo>
                  <a:lnTo>
                    <a:pt x="27753" y="42100"/>
                  </a:lnTo>
                  <a:lnTo>
                    <a:pt x="34024" y="33638"/>
                  </a:lnTo>
                  <a:lnTo>
                    <a:pt x="38220" y="23973"/>
                  </a:lnTo>
                  <a:lnTo>
                    <a:pt x="39708" y="14199"/>
                  </a:lnTo>
                  <a:lnTo>
                    <a:pt x="38075" y="6188"/>
                  </a:lnTo>
                  <a:lnTo>
                    <a:pt x="33761" y="1330"/>
                  </a:lnTo>
                  <a:lnTo>
                    <a:pt x="27410" y="0"/>
                  </a:lnTo>
                  <a:lnTo>
                    <a:pt x="19668" y="2571"/>
                  </a:lnTo>
                  <a:lnTo>
                    <a:pt x="11954" y="8732"/>
                  </a:lnTo>
                  <a:lnTo>
                    <a:pt x="5683" y="17194"/>
                  </a:lnTo>
                  <a:lnTo>
                    <a:pt x="1487" y="26860"/>
                  </a:lnTo>
                  <a:lnTo>
                    <a:pt x="0" y="36634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549473" y="1884536"/>
              <a:ext cx="40005" cy="51435"/>
            </a:xfrm>
            <a:custGeom>
              <a:avLst/>
              <a:gdLst/>
              <a:ahLst/>
              <a:cxnLst/>
              <a:rect l="l" t="t" r="r" b="b"/>
              <a:pathLst>
                <a:path w="40004" h="51435">
                  <a:moveTo>
                    <a:pt x="0" y="36634"/>
                  </a:moveTo>
                  <a:lnTo>
                    <a:pt x="1632" y="44645"/>
                  </a:lnTo>
                  <a:lnTo>
                    <a:pt x="5946" y="49502"/>
                  </a:lnTo>
                  <a:lnTo>
                    <a:pt x="12297" y="50833"/>
                  </a:lnTo>
                  <a:lnTo>
                    <a:pt x="20039" y="48262"/>
                  </a:lnTo>
                  <a:lnTo>
                    <a:pt x="27753" y="42100"/>
                  </a:lnTo>
                  <a:lnTo>
                    <a:pt x="34024" y="33638"/>
                  </a:lnTo>
                  <a:lnTo>
                    <a:pt x="38220" y="23973"/>
                  </a:lnTo>
                  <a:lnTo>
                    <a:pt x="39708" y="14199"/>
                  </a:lnTo>
                  <a:lnTo>
                    <a:pt x="38075" y="6188"/>
                  </a:lnTo>
                  <a:lnTo>
                    <a:pt x="33761" y="1330"/>
                  </a:lnTo>
                  <a:lnTo>
                    <a:pt x="27410" y="0"/>
                  </a:lnTo>
                  <a:lnTo>
                    <a:pt x="19668" y="2571"/>
                  </a:lnTo>
                  <a:lnTo>
                    <a:pt x="11954" y="8732"/>
                  </a:lnTo>
                  <a:lnTo>
                    <a:pt x="5683" y="17194"/>
                  </a:lnTo>
                  <a:lnTo>
                    <a:pt x="1487" y="26860"/>
                  </a:lnTo>
                  <a:lnTo>
                    <a:pt x="0" y="36634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649974" y="1198626"/>
              <a:ext cx="955675" cy="944244"/>
            </a:xfrm>
            <a:custGeom>
              <a:avLst/>
              <a:gdLst/>
              <a:ahLst/>
              <a:cxnLst/>
              <a:rect l="l" t="t" r="r" b="b"/>
              <a:pathLst>
                <a:path w="955675" h="944244">
                  <a:moveTo>
                    <a:pt x="679703" y="891539"/>
                  </a:moveTo>
                  <a:lnTo>
                    <a:pt x="679703" y="211835"/>
                  </a:lnTo>
                  <a:lnTo>
                    <a:pt x="496061" y="105917"/>
                  </a:lnTo>
                  <a:lnTo>
                    <a:pt x="679703" y="0"/>
                  </a:lnTo>
                </a:path>
                <a:path w="955675" h="944244">
                  <a:moveTo>
                    <a:pt x="679703" y="891539"/>
                  </a:moveTo>
                  <a:lnTo>
                    <a:pt x="588263" y="944117"/>
                  </a:lnTo>
                  <a:lnTo>
                    <a:pt x="588263" y="264413"/>
                  </a:lnTo>
                  <a:lnTo>
                    <a:pt x="679703" y="211835"/>
                  </a:lnTo>
                </a:path>
                <a:path w="955675" h="944244">
                  <a:moveTo>
                    <a:pt x="863345" y="785621"/>
                  </a:moveTo>
                  <a:lnTo>
                    <a:pt x="955547" y="733043"/>
                  </a:lnTo>
                  <a:lnTo>
                    <a:pt x="955547" y="53339"/>
                  </a:lnTo>
                  <a:lnTo>
                    <a:pt x="863345" y="105917"/>
                  </a:lnTo>
                </a:path>
                <a:path w="955675" h="944244">
                  <a:moveTo>
                    <a:pt x="0" y="605789"/>
                  </a:moveTo>
                  <a:lnTo>
                    <a:pt x="588263" y="94411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94395" y="1776993"/>
              <a:ext cx="165086" cy="12155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502908" y="1889760"/>
              <a:ext cx="367665" cy="1189990"/>
            </a:xfrm>
            <a:custGeom>
              <a:avLst/>
              <a:gdLst/>
              <a:ahLst/>
              <a:cxnLst/>
              <a:rect l="l" t="t" r="r" b="b"/>
              <a:pathLst>
                <a:path w="367665" h="1189989">
                  <a:moveTo>
                    <a:pt x="367283" y="41909"/>
                  </a:moveTo>
                  <a:lnTo>
                    <a:pt x="367283" y="977645"/>
                  </a:lnTo>
                  <a:lnTo>
                    <a:pt x="0" y="1189481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619879" y="724081"/>
              <a:ext cx="104139" cy="19685"/>
            </a:xfrm>
            <a:custGeom>
              <a:avLst/>
              <a:gdLst/>
              <a:ahLst/>
              <a:cxnLst/>
              <a:rect l="l" t="t" r="r" b="b"/>
              <a:pathLst>
                <a:path w="104140" h="19684">
                  <a:moveTo>
                    <a:pt x="103610" y="19425"/>
                  </a:moveTo>
                  <a:lnTo>
                    <a:pt x="74904" y="6167"/>
                  </a:lnTo>
                  <a:lnTo>
                    <a:pt x="47557" y="0"/>
                  </a:lnTo>
                  <a:lnTo>
                    <a:pt x="22334" y="997"/>
                  </a:lnTo>
                  <a:lnTo>
                    <a:pt x="0" y="9236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209407" y="937269"/>
              <a:ext cx="147320" cy="103505"/>
            </a:xfrm>
            <a:custGeom>
              <a:avLst/>
              <a:gdLst/>
              <a:ahLst/>
              <a:cxnLst/>
              <a:rect l="l" t="t" r="r" b="b"/>
              <a:pathLst>
                <a:path w="147320" h="103505">
                  <a:moveTo>
                    <a:pt x="146798" y="18073"/>
                  </a:moveTo>
                  <a:lnTo>
                    <a:pt x="100394" y="0"/>
                  </a:lnTo>
                  <a:lnTo>
                    <a:pt x="60094" y="885"/>
                  </a:lnTo>
                  <a:lnTo>
                    <a:pt x="28316" y="19327"/>
                  </a:lnTo>
                  <a:lnTo>
                    <a:pt x="7479" y="53921"/>
                  </a:lnTo>
                  <a:lnTo>
                    <a:pt x="0" y="103264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355842" y="743712"/>
              <a:ext cx="367665" cy="212090"/>
            </a:xfrm>
            <a:custGeom>
              <a:avLst/>
              <a:gdLst/>
              <a:ahLst/>
              <a:cxnLst/>
              <a:rect l="l" t="t" r="r" b="b"/>
              <a:pathLst>
                <a:path w="367665" h="212090">
                  <a:moveTo>
                    <a:pt x="0" y="211835"/>
                  </a:moveTo>
                  <a:lnTo>
                    <a:pt x="367283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40517" y="1667843"/>
              <a:ext cx="65496" cy="78834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6208776" y="733806"/>
              <a:ext cx="1397000" cy="2345690"/>
            </a:xfrm>
            <a:custGeom>
              <a:avLst/>
              <a:gdLst/>
              <a:ahLst/>
              <a:cxnLst/>
              <a:rect l="l" t="t" r="r" b="b"/>
              <a:pathLst>
                <a:path w="1397000" h="2345690">
                  <a:moveTo>
                    <a:pt x="0" y="307085"/>
                  </a:moveTo>
                  <a:lnTo>
                    <a:pt x="0" y="2176271"/>
                  </a:lnTo>
                  <a:lnTo>
                    <a:pt x="294131" y="2345435"/>
                  </a:lnTo>
                </a:path>
                <a:path w="1397000" h="2345690">
                  <a:moveTo>
                    <a:pt x="1029461" y="729233"/>
                  </a:moveTo>
                  <a:lnTo>
                    <a:pt x="147065" y="221741"/>
                  </a:lnTo>
                </a:path>
                <a:path w="1397000" h="2345690">
                  <a:moveTo>
                    <a:pt x="514349" y="9905"/>
                  </a:moveTo>
                  <a:lnTo>
                    <a:pt x="1396745" y="518159"/>
                  </a:lnTo>
                </a:path>
                <a:path w="1397000" h="2345690">
                  <a:moveTo>
                    <a:pt x="43433" y="211073"/>
                  </a:moveTo>
                  <a:lnTo>
                    <a:pt x="410717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6486144" y="5615178"/>
            <a:ext cx="242570" cy="242570"/>
            <a:chOff x="6486144" y="5615178"/>
            <a:chExt cx="242570" cy="242570"/>
          </a:xfrm>
        </p:grpSpPr>
        <p:sp>
          <p:nvSpPr>
            <p:cNvPr id="84" name="object 84"/>
            <p:cNvSpPr/>
            <p:nvPr/>
          </p:nvSpPr>
          <p:spPr>
            <a:xfrm>
              <a:off x="6490716" y="561975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79">
                  <a:moveTo>
                    <a:pt x="233171" y="116585"/>
                  </a:moveTo>
                  <a:lnTo>
                    <a:pt x="231647" y="97535"/>
                  </a:lnTo>
                  <a:lnTo>
                    <a:pt x="227075" y="80009"/>
                  </a:lnTo>
                  <a:lnTo>
                    <a:pt x="220217" y="62483"/>
                  </a:lnTo>
                  <a:lnTo>
                    <a:pt x="210311" y="46481"/>
                  </a:lnTo>
                  <a:lnTo>
                    <a:pt x="205739" y="41909"/>
                  </a:lnTo>
                </a:path>
                <a:path w="233679" h="233679">
                  <a:moveTo>
                    <a:pt x="174497" y="16001"/>
                  </a:moveTo>
                  <a:lnTo>
                    <a:pt x="166877" y="11429"/>
                  </a:lnTo>
                  <a:lnTo>
                    <a:pt x="149351" y="4571"/>
                  </a:lnTo>
                  <a:lnTo>
                    <a:pt x="130301" y="761"/>
                  </a:lnTo>
                  <a:lnTo>
                    <a:pt x="112013" y="0"/>
                  </a:lnTo>
                  <a:lnTo>
                    <a:pt x="96011" y="1523"/>
                  </a:lnTo>
                </a:path>
                <a:path w="233679" h="233679">
                  <a:moveTo>
                    <a:pt x="57911" y="16001"/>
                  </a:moveTo>
                  <a:lnTo>
                    <a:pt x="42671" y="25907"/>
                  </a:lnTo>
                  <a:lnTo>
                    <a:pt x="28955" y="38861"/>
                  </a:lnTo>
                  <a:lnTo>
                    <a:pt x="17525" y="54101"/>
                  </a:lnTo>
                  <a:lnTo>
                    <a:pt x="9143" y="70865"/>
                  </a:lnTo>
                  <a:lnTo>
                    <a:pt x="6857" y="76961"/>
                  </a:lnTo>
                </a:path>
                <a:path w="233679" h="233679">
                  <a:moveTo>
                    <a:pt x="0" y="117347"/>
                  </a:moveTo>
                  <a:lnTo>
                    <a:pt x="0" y="125729"/>
                  </a:lnTo>
                  <a:lnTo>
                    <a:pt x="3047" y="144779"/>
                  </a:lnTo>
                  <a:lnTo>
                    <a:pt x="9143" y="162305"/>
                  </a:lnTo>
                  <a:lnTo>
                    <a:pt x="17525" y="179069"/>
                  </a:lnTo>
                  <a:lnTo>
                    <a:pt x="27431" y="192023"/>
                  </a:lnTo>
                </a:path>
                <a:path w="233679" h="233679">
                  <a:moveTo>
                    <a:pt x="58673" y="217931"/>
                  </a:moveTo>
                  <a:lnTo>
                    <a:pt x="75437" y="225551"/>
                  </a:lnTo>
                  <a:lnTo>
                    <a:pt x="92963" y="230885"/>
                  </a:lnTo>
                  <a:lnTo>
                    <a:pt x="112013" y="233171"/>
                  </a:lnTo>
                  <a:lnTo>
                    <a:pt x="130301" y="232409"/>
                  </a:lnTo>
                  <a:lnTo>
                    <a:pt x="137159" y="230885"/>
                  </a:lnTo>
                </a:path>
                <a:path w="233679" h="233679">
                  <a:moveTo>
                    <a:pt x="175259" y="217169"/>
                  </a:moveTo>
                  <a:lnTo>
                    <a:pt x="182879" y="212597"/>
                  </a:lnTo>
                  <a:lnTo>
                    <a:pt x="197357" y="201167"/>
                  </a:lnTo>
                  <a:lnTo>
                    <a:pt x="210311" y="186689"/>
                  </a:lnTo>
                  <a:lnTo>
                    <a:pt x="220217" y="170687"/>
                  </a:lnTo>
                  <a:lnTo>
                    <a:pt x="226313" y="15620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542532" y="5670804"/>
              <a:ext cx="130810" cy="130810"/>
            </a:xfrm>
            <a:custGeom>
              <a:avLst/>
              <a:gdLst/>
              <a:ahLst/>
              <a:cxnLst/>
              <a:rect l="l" t="t" r="r" b="b"/>
              <a:pathLst>
                <a:path w="130809" h="130810">
                  <a:moveTo>
                    <a:pt x="0" y="65150"/>
                  </a:moveTo>
                  <a:lnTo>
                    <a:pt x="5119" y="90510"/>
                  </a:lnTo>
                  <a:lnTo>
                    <a:pt x="19082" y="111219"/>
                  </a:lnTo>
                  <a:lnTo>
                    <a:pt x="39791" y="125182"/>
                  </a:lnTo>
                  <a:lnTo>
                    <a:pt x="65150" y="130301"/>
                  </a:lnTo>
                  <a:lnTo>
                    <a:pt x="90510" y="125182"/>
                  </a:lnTo>
                  <a:lnTo>
                    <a:pt x="111219" y="111219"/>
                  </a:lnTo>
                  <a:lnTo>
                    <a:pt x="125182" y="90510"/>
                  </a:lnTo>
                  <a:lnTo>
                    <a:pt x="130301" y="65150"/>
                  </a:lnTo>
                  <a:lnTo>
                    <a:pt x="125182" y="39791"/>
                  </a:lnTo>
                  <a:lnTo>
                    <a:pt x="111219" y="19082"/>
                  </a:lnTo>
                  <a:lnTo>
                    <a:pt x="90510" y="5119"/>
                  </a:lnTo>
                  <a:lnTo>
                    <a:pt x="65150" y="0"/>
                  </a:lnTo>
                  <a:lnTo>
                    <a:pt x="39791" y="5119"/>
                  </a:lnTo>
                  <a:lnTo>
                    <a:pt x="19082" y="19082"/>
                  </a:lnTo>
                  <a:lnTo>
                    <a:pt x="5119" y="39791"/>
                  </a:lnTo>
                  <a:lnTo>
                    <a:pt x="0" y="6515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6" name="object 8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521957" y="4527803"/>
            <a:ext cx="171449" cy="171449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521957" y="5234178"/>
            <a:ext cx="171449" cy="171449"/>
          </a:xfrm>
          <a:prstGeom prst="rect">
            <a:avLst/>
          </a:prstGeom>
        </p:spPr>
      </p:pic>
      <p:grpSp>
        <p:nvGrpSpPr>
          <p:cNvPr id="88" name="object 88"/>
          <p:cNvGrpSpPr/>
          <p:nvPr/>
        </p:nvGrpSpPr>
        <p:grpSpPr>
          <a:xfrm>
            <a:off x="6338315" y="3440429"/>
            <a:ext cx="538480" cy="2513330"/>
            <a:chOff x="6338315" y="3440429"/>
            <a:chExt cx="538480" cy="2513330"/>
          </a:xfrm>
        </p:grpSpPr>
        <p:sp>
          <p:nvSpPr>
            <p:cNvPr id="89" name="object 89"/>
            <p:cNvSpPr/>
            <p:nvPr/>
          </p:nvSpPr>
          <p:spPr>
            <a:xfrm>
              <a:off x="6476237" y="3615689"/>
              <a:ext cx="0" cy="499109"/>
            </a:xfrm>
            <a:custGeom>
              <a:avLst/>
              <a:gdLst/>
              <a:ahLst/>
              <a:cxnLst/>
              <a:rect l="l" t="t" r="r" b="b"/>
              <a:pathLst>
                <a:path h="499110">
                  <a:moveTo>
                    <a:pt x="0" y="499109"/>
                  </a:moveTo>
                  <a:lnTo>
                    <a:pt x="0" y="499109"/>
                  </a:lnTo>
                  <a:lnTo>
                    <a:pt x="0" y="411479"/>
                  </a:lnTo>
                  <a:lnTo>
                    <a:pt x="0" y="400049"/>
                  </a:lnTo>
                </a:path>
                <a:path h="499110">
                  <a:moveTo>
                    <a:pt x="0" y="356615"/>
                  </a:moveTo>
                  <a:lnTo>
                    <a:pt x="0" y="342137"/>
                  </a:lnTo>
                  <a:lnTo>
                    <a:pt x="0" y="316229"/>
                  </a:lnTo>
                  <a:lnTo>
                    <a:pt x="0" y="290321"/>
                  </a:lnTo>
                  <a:lnTo>
                    <a:pt x="0" y="271271"/>
                  </a:lnTo>
                </a:path>
                <a:path h="499110">
                  <a:moveTo>
                    <a:pt x="0" y="228599"/>
                  </a:moveTo>
                  <a:lnTo>
                    <a:pt x="0" y="209549"/>
                  </a:lnTo>
                  <a:lnTo>
                    <a:pt x="0" y="182879"/>
                  </a:lnTo>
                  <a:lnTo>
                    <a:pt x="0" y="157733"/>
                  </a:lnTo>
                  <a:lnTo>
                    <a:pt x="0" y="142493"/>
                  </a:lnTo>
                </a:path>
                <a:path h="499110">
                  <a:moveTo>
                    <a:pt x="0" y="99821"/>
                  </a:moveTo>
                  <a:lnTo>
                    <a:pt x="0" y="99821"/>
                  </a:lnTo>
                  <a:lnTo>
                    <a:pt x="0" y="1523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477761" y="3449573"/>
              <a:ext cx="259079" cy="831850"/>
            </a:xfrm>
            <a:custGeom>
              <a:avLst/>
              <a:gdLst/>
              <a:ahLst/>
              <a:cxnLst/>
              <a:rect l="l" t="t" r="r" b="b"/>
              <a:pathLst>
                <a:path w="259079" h="831850">
                  <a:moveTo>
                    <a:pt x="259079" y="586739"/>
                  </a:moveTo>
                  <a:lnTo>
                    <a:pt x="0" y="586739"/>
                  </a:lnTo>
                </a:path>
                <a:path w="259079" h="831850">
                  <a:moveTo>
                    <a:pt x="0" y="244601"/>
                  </a:moveTo>
                  <a:lnTo>
                    <a:pt x="259079" y="244601"/>
                  </a:lnTo>
                </a:path>
                <a:path w="259079" h="831850">
                  <a:moveTo>
                    <a:pt x="259079" y="0"/>
                  </a:moveTo>
                  <a:lnTo>
                    <a:pt x="259079" y="831341"/>
                  </a:lnTo>
                  <a:lnTo>
                    <a:pt x="0" y="83134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62699" y="4191761"/>
              <a:ext cx="73913" cy="73913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78751" y="3464051"/>
              <a:ext cx="73913" cy="73913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62699" y="3464051"/>
              <a:ext cx="73913" cy="7391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78751" y="4191761"/>
              <a:ext cx="73913" cy="73913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347459" y="3449573"/>
              <a:ext cx="520065" cy="2494915"/>
            </a:xfrm>
            <a:custGeom>
              <a:avLst/>
              <a:gdLst/>
              <a:ahLst/>
              <a:cxnLst/>
              <a:rect l="l" t="t" r="r" b="b"/>
              <a:pathLst>
                <a:path w="520065" h="2494915">
                  <a:moveTo>
                    <a:pt x="130301" y="831341"/>
                  </a:moveTo>
                  <a:lnTo>
                    <a:pt x="130301" y="0"/>
                  </a:lnTo>
                  <a:lnTo>
                    <a:pt x="389381" y="0"/>
                  </a:lnTo>
                </a:path>
                <a:path w="520065" h="2494915">
                  <a:moveTo>
                    <a:pt x="130301" y="831341"/>
                  </a:moveTo>
                  <a:lnTo>
                    <a:pt x="0" y="831341"/>
                  </a:lnTo>
                  <a:lnTo>
                    <a:pt x="0" y="0"/>
                  </a:lnTo>
                  <a:lnTo>
                    <a:pt x="130301" y="0"/>
                  </a:lnTo>
                </a:path>
                <a:path w="520065" h="2494915">
                  <a:moveTo>
                    <a:pt x="389381" y="831341"/>
                  </a:moveTo>
                  <a:lnTo>
                    <a:pt x="519683" y="831341"/>
                  </a:lnTo>
                  <a:lnTo>
                    <a:pt x="519683" y="0"/>
                  </a:lnTo>
                  <a:lnTo>
                    <a:pt x="389381" y="0"/>
                  </a:lnTo>
                </a:path>
                <a:path w="520065" h="2494915">
                  <a:moveTo>
                    <a:pt x="0" y="831341"/>
                  </a:moveTo>
                  <a:lnTo>
                    <a:pt x="0" y="831341"/>
                  </a:lnTo>
                  <a:lnTo>
                    <a:pt x="0" y="1014221"/>
                  </a:lnTo>
                  <a:lnTo>
                    <a:pt x="0" y="1039367"/>
                  </a:lnTo>
                </a:path>
                <a:path w="520065" h="2494915">
                  <a:moveTo>
                    <a:pt x="519683" y="1039367"/>
                  </a:moveTo>
                  <a:lnTo>
                    <a:pt x="519683" y="1039367"/>
                  </a:lnTo>
                  <a:lnTo>
                    <a:pt x="519683" y="832865"/>
                  </a:lnTo>
                  <a:lnTo>
                    <a:pt x="519683" y="831341"/>
                  </a:lnTo>
                </a:path>
                <a:path w="520065" h="2494915">
                  <a:moveTo>
                    <a:pt x="519683" y="1039367"/>
                  </a:moveTo>
                  <a:lnTo>
                    <a:pt x="519683" y="2494787"/>
                  </a:lnTo>
                  <a:lnTo>
                    <a:pt x="0" y="2494787"/>
                  </a:lnTo>
                  <a:lnTo>
                    <a:pt x="0" y="103936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347459" y="3576065"/>
              <a:ext cx="520065" cy="2238375"/>
            </a:xfrm>
            <a:custGeom>
              <a:avLst/>
              <a:gdLst/>
              <a:ahLst/>
              <a:cxnLst/>
              <a:rect l="l" t="t" r="r" b="b"/>
              <a:pathLst>
                <a:path w="520065" h="2238375">
                  <a:moveTo>
                    <a:pt x="363473" y="316991"/>
                  </a:moveTo>
                  <a:lnTo>
                    <a:pt x="346709" y="289559"/>
                  </a:lnTo>
                  <a:lnTo>
                    <a:pt x="363473" y="261365"/>
                  </a:lnTo>
                </a:path>
                <a:path w="520065" h="2238375">
                  <a:moveTo>
                    <a:pt x="519683" y="316991"/>
                  </a:moveTo>
                  <a:lnTo>
                    <a:pt x="463295" y="316991"/>
                  </a:lnTo>
                </a:path>
                <a:path w="520065" h="2238375">
                  <a:moveTo>
                    <a:pt x="420623" y="316991"/>
                  </a:moveTo>
                  <a:lnTo>
                    <a:pt x="363473" y="316991"/>
                  </a:lnTo>
                </a:path>
                <a:path w="520065" h="2238375">
                  <a:moveTo>
                    <a:pt x="519683" y="261365"/>
                  </a:moveTo>
                  <a:lnTo>
                    <a:pt x="463295" y="261365"/>
                  </a:lnTo>
                </a:path>
                <a:path w="520065" h="2238375">
                  <a:moveTo>
                    <a:pt x="420623" y="261365"/>
                  </a:moveTo>
                  <a:lnTo>
                    <a:pt x="363473" y="261365"/>
                  </a:lnTo>
                </a:path>
                <a:path w="520065" h="2238375">
                  <a:moveTo>
                    <a:pt x="519683" y="538733"/>
                  </a:moveTo>
                  <a:lnTo>
                    <a:pt x="473963" y="538733"/>
                  </a:lnTo>
                </a:path>
                <a:path w="520065" h="2238375">
                  <a:moveTo>
                    <a:pt x="431291" y="538733"/>
                  </a:moveTo>
                  <a:lnTo>
                    <a:pt x="345947" y="538733"/>
                  </a:lnTo>
                </a:path>
                <a:path w="520065" h="2238375">
                  <a:moveTo>
                    <a:pt x="302513" y="538733"/>
                  </a:moveTo>
                  <a:lnTo>
                    <a:pt x="217169" y="538733"/>
                  </a:lnTo>
                </a:path>
                <a:path w="520065" h="2238375">
                  <a:moveTo>
                    <a:pt x="174497" y="538733"/>
                  </a:moveTo>
                  <a:lnTo>
                    <a:pt x="128777" y="538733"/>
                  </a:lnTo>
                </a:path>
                <a:path w="520065" h="2238375">
                  <a:moveTo>
                    <a:pt x="519683" y="39623"/>
                  </a:moveTo>
                  <a:lnTo>
                    <a:pt x="473963" y="39623"/>
                  </a:lnTo>
                </a:path>
                <a:path w="520065" h="2238375">
                  <a:moveTo>
                    <a:pt x="431291" y="39623"/>
                  </a:moveTo>
                  <a:lnTo>
                    <a:pt x="345947" y="39623"/>
                  </a:lnTo>
                </a:path>
                <a:path w="520065" h="2238375">
                  <a:moveTo>
                    <a:pt x="302513" y="39623"/>
                  </a:moveTo>
                  <a:lnTo>
                    <a:pt x="217169" y="39623"/>
                  </a:lnTo>
                </a:path>
                <a:path w="520065" h="2238375">
                  <a:moveTo>
                    <a:pt x="174497" y="39623"/>
                  </a:moveTo>
                  <a:lnTo>
                    <a:pt x="128777" y="39623"/>
                  </a:lnTo>
                </a:path>
                <a:path w="520065" h="2238375">
                  <a:moveTo>
                    <a:pt x="128777" y="432053"/>
                  </a:moveTo>
                  <a:lnTo>
                    <a:pt x="86105" y="432053"/>
                  </a:lnTo>
                </a:path>
                <a:path w="520065" h="2238375">
                  <a:moveTo>
                    <a:pt x="42671" y="432053"/>
                  </a:moveTo>
                  <a:lnTo>
                    <a:pt x="0" y="432053"/>
                  </a:lnTo>
                </a:path>
                <a:path w="520065" h="2238375">
                  <a:moveTo>
                    <a:pt x="128777" y="147065"/>
                  </a:moveTo>
                  <a:lnTo>
                    <a:pt x="86105" y="147065"/>
                  </a:lnTo>
                </a:path>
                <a:path w="520065" h="2238375">
                  <a:moveTo>
                    <a:pt x="42671" y="147065"/>
                  </a:moveTo>
                  <a:lnTo>
                    <a:pt x="0" y="147065"/>
                  </a:lnTo>
                </a:path>
                <a:path w="520065" h="2238375">
                  <a:moveTo>
                    <a:pt x="363473" y="578357"/>
                  </a:moveTo>
                  <a:lnTo>
                    <a:pt x="346709" y="550163"/>
                  </a:lnTo>
                  <a:lnTo>
                    <a:pt x="363473" y="522731"/>
                  </a:lnTo>
                </a:path>
                <a:path w="520065" h="2238375">
                  <a:moveTo>
                    <a:pt x="519683" y="578357"/>
                  </a:moveTo>
                  <a:lnTo>
                    <a:pt x="463295" y="578357"/>
                  </a:lnTo>
                </a:path>
                <a:path w="520065" h="2238375">
                  <a:moveTo>
                    <a:pt x="420623" y="578357"/>
                  </a:moveTo>
                  <a:lnTo>
                    <a:pt x="363473" y="578357"/>
                  </a:lnTo>
                </a:path>
                <a:path w="520065" h="2238375">
                  <a:moveTo>
                    <a:pt x="519683" y="522731"/>
                  </a:moveTo>
                  <a:lnTo>
                    <a:pt x="463295" y="522731"/>
                  </a:lnTo>
                </a:path>
                <a:path w="520065" h="2238375">
                  <a:moveTo>
                    <a:pt x="420623" y="522731"/>
                  </a:moveTo>
                  <a:lnTo>
                    <a:pt x="363473" y="522731"/>
                  </a:lnTo>
                </a:path>
                <a:path w="520065" h="2238375">
                  <a:moveTo>
                    <a:pt x="363473" y="56387"/>
                  </a:moveTo>
                  <a:lnTo>
                    <a:pt x="346709" y="28193"/>
                  </a:lnTo>
                  <a:lnTo>
                    <a:pt x="363473" y="0"/>
                  </a:lnTo>
                </a:path>
                <a:path w="520065" h="2238375">
                  <a:moveTo>
                    <a:pt x="519683" y="56387"/>
                  </a:moveTo>
                  <a:lnTo>
                    <a:pt x="463295" y="56387"/>
                  </a:lnTo>
                </a:path>
                <a:path w="520065" h="2238375">
                  <a:moveTo>
                    <a:pt x="420623" y="56387"/>
                  </a:moveTo>
                  <a:lnTo>
                    <a:pt x="363473" y="56387"/>
                  </a:lnTo>
                </a:path>
                <a:path w="520065" h="2238375">
                  <a:moveTo>
                    <a:pt x="519683" y="0"/>
                  </a:moveTo>
                  <a:lnTo>
                    <a:pt x="463295" y="0"/>
                  </a:lnTo>
                </a:path>
                <a:path w="520065" h="2238375">
                  <a:moveTo>
                    <a:pt x="420623" y="0"/>
                  </a:moveTo>
                  <a:lnTo>
                    <a:pt x="363473" y="0"/>
                  </a:lnTo>
                </a:path>
                <a:path w="520065" h="2238375">
                  <a:moveTo>
                    <a:pt x="0" y="256031"/>
                  </a:moveTo>
                  <a:lnTo>
                    <a:pt x="103631" y="256031"/>
                  </a:lnTo>
                  <a:lnTo>
                    <a:pt x="124205" y="289559"/>
                  </a:lnTo>
                  <a:lnTo>
                    <a:pt x="103631" y="322325"/>
                  </a:lnTo>
                  <a:lnTo>
                    <a:pt x="0" y="322325"/>
                  </a:lnTo>
                </a:path>
                <a:path w="520065" h="2238375">
                  <a:moveTo>
                    <a:pt x="182117" y="2160269"/>
                  </a:moveTo>
                  <a:lnTo>
                    <a:pt x="194309" y="2118359"/>
                  </a:lnTo>
                  <a:lnTo>
                    <a:pt x="214883" y="2097023"/>
                  </a:lnTo>
                  <a:lnTo>
                    <a:pt x="220979" y="2093213"/>
                  </a:lnTo>
                </a:path>
                <a:path w="520065" h="2238375">
                  <a:moveTo>
                    <a:pt x="259841" y="2082545"/>
                  </a:moveTo>
                  <a:lnTo>
                    <a:pt x="298703" y="2092451"/>
                  </a:lnTo>
                  <a:lnTo>
                    <a:pt x="320801" y="2112263"/>
                  </a:lnTo>
                  <a:lnTo>
                    <a:pt x="327659" y="2121407"/>
                  </a:lnTo>
                </a:path>
                <a:path w="520065" h="2238375">
                  <a:moveTo>
                    <a:pt x="337565" y="2161031"/>
                  </a:moveTo>
                  <a:lnTo>
                    <a:pt x="337565" y="2167889"/>
                  </a:lnTo>
                  <a:lnTo>
                    <a:pt x="334517" y="2182367"/>
                  </a:lnTo>
                  <a:lnTo>
                    <a:pt x="329183" y="2196083"/>
                  </a:lnTo>
                  <a:lnTo>
                    <a:pt x="320801" y="2208275"/>
                  </a:lnTo>
                  <a:lnTo>
                    <a:pt x="310895" y="2218943"/>
                  </a:lnTo>
                  <a:lnTo>
                    <a:pt x="298703" y="2228087"/>
                  </a:lnTo>
                </a:path>
                <a:path w="520065" h="2238375">
                  <a:moveTo>
                    <a:pt x="259079" y="2237993"/>
                  </a:moveTo>
                  <a:lnTo>
                    <a:pt x="256031" y="2237993"/>
                  </a:lnTo>
                  <a:lnTo>
                    <a:pt x="241553" y="2236469"/>
                  </a:lnTo>
                  <a:lnTo>
                    <a:pt x="227837" y="2231135"/>
                  </a:lnTo>
                  <a:lnTo>
                    <a:pt x="214883" y="2223515"/>
                  </a:lnTo>
                  <a:lnTo>
                    <a:pt x="203453" y="2214371"/>
                  </a:lnTo>
                  <a:lnTo>
                    <a:pt x="194309" y="2202179"/>
                  </a:lnTo>
                  <a:lnTo>
                    <a:pt x="192023" y="2198369"/>
                  </a:lnTo>
                </a:path>
                <a:path w="520065" h="2238375">
                  <a:moveTo>
                    <a:pt x="363473" y="323087"/>
                  </a:moveTo>
                  <a:lnTo>
                    <a:pt x="420623" y="323087"/>
                  </a:lnTo>
                </a:path>
                <a:path w="520065" h="2238375">
                  <a:moveTo>
                    <a:pt x="463295" y="323087"/>
                  </a:moveTo>
                  <a:lnTo>
                    <a:pt x="519683" y="323087"/>
                  </a:lnTo>
                </a:path>
                <a:path w="520065" h="2238375">
                  <a:moveTo>
                    <a:pt x="519683" y="255269"/>
                  </a:moveTo>
                  <a:lnTo>
                    <a:pt x="463295" y="255269"/>
                  </a:lnTo>
                </a:path>
                <a:path w="520065" h="2238375">
                  <a:moveTo>
                    <a:pt x="420623" y="255269"/>
                  </a:moveTo>
                  <a:lnTo>
                    <a:pt x="363473" y="255269"/>
                  </a:lnTo>
                </a:path>
                <a:path w="520065" h="2238375">
                  <a:moveTo>
                    <a:pt x="363473" y="323087"/>
                  </a:moveTo>
                  <a:lnTo>
                    <a:pt x="363473" y="323087"/>
                  </a:lnTo>
                  <a:lnTo>
                    <a:pt x="363473" y="256031"/>
                  </a:lnTo>
                  <a:lnTo>
                    <a:pt x="363473" y="25526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61175" y="4190237"/>
              <a:ext cx="76961" cy="77723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61175" y="3463289"/>
              <a:ext cx="76961" cy="76961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76465" y="3463289"/>
              <a:ext cx="76961" cy="76961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76465" y="4190237"/>
              <a:ext cx="76961" cy="77723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6710933" y="4092701"/>
              <a:ext cx="156210" cy="67945"/>
            </a:xfrm>
            <a:custGeom>
              <a:avLst/>
              <a:gdLst/>
              <a:ahLst/>
              <a:cxnLst/>
              <a:rect l="l" t="t" r="r" b="b"/>
              <a:pathLst>
                <a:path w="156209" h="67945">
                  <a:moveTo>
                    <a:pt x="0" y="67817"/>
                  </a:moveTo>
                  <a:lnTo>
                    <a:pt x="57149" y="67817"/>
                  </a:lnTo>
                </a:path>
                <a:path w="156209" h="67945">
                  <a:moveTo>
                    <a:pt x="99821" y="67817"/>
                  </a:moveTo>
                  <a:lnTo>
                    <a:pt x="156209" y="67817"/>
                  </a:lnTo>
                </a:path>
                <a:path w="156209" h="67945">
                  <a:moveTo>
                    <a:pt x="156209" y="0"/>
                  </a:moveTo>
                  <a:lnTo>
                    <a:pt x="99821" y="0"/>
                  </a:lnTo>
                </a:path>
                <a:path w="156209" h="67945">
                  <a:moveTo>
                    <a:pt x="57149" y="0"/>
                  </a:moveTo>
                  <a:lnTo>
                    <a:pt x="0" y="0"/>
                  </a:lnTo>
                </a:path>
                <a:path w="156209" h="67945">
                  <a:moveTo>
                    <a:pt x="0" y="67817"/>
                  </a:moveTo>
                  <a:lnTo>
                    <a:pt x="0" y="67817"/>
                  </a:lnTo>
                  <a:lnTo>
                    <a:pt x="0" y="53339"/>
                  </a:lnTo>
                  <a:lnTo>
                    <a:pt x="0" y="4800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710933" y="4112513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28193"/>
                  </a:moveTo>
                  <a:lnTo>
                    <a:pt x="0" y="19049"/>
                  </a:lnTo>
                  <a:lnTo>
                    <a:pt x="0" y="9143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710933" y="3569969"/>
              <a:ext cx="156210" cy="542925"/>
            </a:xfrm>
            <a:custGeom>
              <a:avLst/>
              <a:gdLst/>
              <a:ahLst/>
              <a:cxnLst/>
              <a:rect l="l" t="t" r="r" b="b"/>
              <a:pathLst>
                <a:path w="156209" h="542925">
                  <a:moveTo>
                    <a:pt x="0" y="542543"/>
                  </a:moveTo>
                  <a:lnTo>
                    <a:pt x="0" y="536447"/>
                  </a:lnTo>
                  <a:lnTo>
                    <a:pt x="0" y="531875"/>
                  </a:lnTo>
                  <a:lnTo>
                    <a:pt x="0" y="528065"/>
                  </a:lnTo>
                  <a:lnTo>
                    <a:pt x="0" y="525017"/>
                  </a:lnTo>
                  <a:lnTo>
                    <a:pt x="0" y="522731"/>
                  </a:lnTo>
                </a:path>
                <a:path w="156209" h="542925">
                  <a:moveTo>
                    <a:pt x="0" y="68579"/>
                  </a:moveTo>
                  <a:lnTo>
                    <a:pt x="57149" y="68579"/>
                  </a:lnTo>
                </a:path>
                <a:path w="156209" h="542925">
                  <a:moveTo>
                    <a:pt x="99821" y="68579"/>
                  </a:moveTo>
                  <a:lnTo>
                    <a:pt x="156209" y="68579"/>
                  </a:lnTo>
                </a:path>
                <a:path w="156209" h="542925">
                  <a:moveTo>
                    <a:pt x="156209" y="0"/>
                  </a:moveTo>
                  <a:lnTo>
                    <a:pt x="99821" y="0"/>
                  </a:lnTo>
                </a:path>
                <a:path w="156209" h="542925">
                  <a:moveTo>
                    <a:pt x="57149" y="0"/>
                  </a:moveTo>
                  <a:lnTo>
                    <a:pt x="0" y="0"/>
                  </a:lnTo>
                </a:path>
                <a:path w="156209" h="542925">
                  <a:moveTo>
                    <a:pt x="0" y="68579"/>
                  </a:moveTo>
                  <a:lnTo>
                    <a:pt x="0" y="68579"/>
                  </a:lnTo>
                  <a:lnTo>
                    <a:pt x="0" y="54101"/>
                  </a:lnTo>
                  <a:lnTo>
                    <a:pt x="0" y="4876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710933" y="3589781"/>
              <a:ext cx="0" cy="29209"/>
            </a:xfrm>
            <a:custGeom>
              <a:avLst/>
              <a:gdLst/>
              <a:ahLst/>
              <a:cxnLst/>
              <a:rect l="l" t="t" r="r" b="b"/>
              <a:pathLst>
                <a:path h="29210">
                  <a:moveTo>
                    <a:pt x="0" y="28955"/>
                  </a:moveTo>
                  <a:lnTo>
                    <a:pt x="0" y="19811"/>
                  </a:lnTo>
                  <a:lnTo>
                    <a:pt x="0" y="9905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347459" y="3569969"/>
              <a:ext cx="363855" cy="335280"/>
            </a:xfrm>
            <a:custGeom>
              <a:avLst/>
              <a:gdLst/>
              <a:ahLst/>
              <a:cxnLst/>
              <a:rect l="l" t="t" r="r" b="b"/>
              <a:pathLst>
                <a:path w="363854" h="335279">
                  <a:moveTo>
                    <a:pt x="363473" y="19811"/>
                  </a:moveTo>
                  <a:lnTo>
                    <a:pt x="363473" y="19811"/>
                  </a:lnTo>
                  <a:lnTo>
                    <a:pt x="363473" y="761"/>
                  </a:lnTo>
                  <a:lnTo>
                    <a:pt x="363473" y="0"/>
                  </a:lnTo>
                </a:path>
                <a:path w="363854" h="335279">
                  <a:moveTo>
                    <a:pt x="103631" y="256031"/>
                  </a:moveTo>
                  <a:lnTo>
                    <a:pt x="0" y="256031"/>
                  </a:lnTo>
                </a:path>
                <a:path w="363854" h="335279">
                  <a:moveTo>
                    <a:pt x="0" y="335279"/>
                  </a:moveTo>
                  <a:lnTo>
                    <a:pt x="103631" y="335279"/>
                  </a:lnTo>
                </a:path>
                <a:path w="363854" h="335279">
                  <a:moveTo>
                    <a:pt x="103631" y="256031"/>
                  </a:moveTo>
                  <a:lnTo>
                    <a:pt x="103631" y="256031"/>
                  </a:lnTo>
                  <a:lnTo>
                    <a:pt x="103631" y="334517"/>
                  </a:lnTo>
                  <a:lnTo>
                    <a:pt x="103631" y="33527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/>
          <p:nvPr/>
        </p:nvSpPr>
        <p:spPr>
          <a:xfrm>
            <a:off x="0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9600438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27838" y="348234"/>
            <a:ext cx="9601200" cy="7077709"/>
          </a:xfrm>
          <a:custGeom>
            <a:avLst/>
            <a:gdLst/>
            <a:ahLst/>
            <a:cxnLst/>
            <a:rect l="l" t="t" r="r" b="b"/>
            <a:pathLst>
              <a:path w="9601200" h="7077709">
                <a:moveTo>
                  <a:pt x="0" y="7077455"/>
                </a:moveTo>
                <a:lnTo>
                  <a:pt x="9601199" y="7077455"/>
                </a:lnTo>
                <a:lnTo>
                  <a:pt x="9601199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949189" y="21107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0" y="1524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0" y="7315961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27838" y="348234"/>
            <a:ext cx="0" cy="7077709"/>
          </a:xfrm>
          <a:custGeom>
            <a:avLst/>
            <a:gdLst/>
            <a:ahLst/>
            <a:cxnLst/>
            <a:rect l="l" t="t" r="r" b="b"/>
            <a:pathLst>
              <a:path h="7077709">
                <a:moveTo>
                  <a:pt x="0" y="0"/>
                </a:moveTo>
                <a:lnTo>
                  <a:pt x="0" y="707745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949189" y="119634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91439"/>
                </a:moveTo>
                <a:lnTo>
                  <a:pt x="79247" y="228599"/>
                </a:lnTo>
                <a:lnTo>
                  <a:pt x="79247" y="0"/>
                </a:lnTo>
              </a:path>
              <a:path w="158750" h="228600">
                <a:moveTo>
                  <a:pt x="79247" y="228599"/>
                </a:moveTo>
                <a:lnTo>
                  <a:pt x="0" y="9143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949189" y="7425690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137159"/>
                </a:moveTo>
                <a:lnTo>
                  <a:pt x="0" y="137159"/>
                </a:lnTo>
              </a:path>
              <a:path w="158750" h="228600">
                <a:moveTo>
                  <a:pt x="158495" y="137159"/>
                </a:moveTo>
                <a:lnTo>
                  <a:pt x="79247" y="0"/>
                </a:lnTo>
                <a:lnTo>
                  <a:pt x="79247" y="228599"/>
                </a:lnTo>
              </a:path>
              <a:path w="158750" h="228600">
                <a:moveTo>
                  <a:pt x="79247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9829038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137159" y="0"/>
                </a:moveTo>
                <a:lnTo>
                  <a:pt x="137159" y="158495"/>
                </a:lnTo>
              </a:path>
              <a:path w="227965" h="158750">
                <a:moveTo>
                  <a:pt x="137159" y="0"/>
                </a:moveTo>
                <a:lnTo>
                  <a:pt x="0" y="79247"/>
                </a:lnTo>
                <a:lnTo>
                  <a:pt x="227837" y="79247"/>
                </a:lnTo>
              </a:path>
              <a:path w="227965" h="158750">
                <a:moveTo>
                  <a:pt x="0" y="79247"/>
                </a:moveTo>
                <a:lnTo>
                  <a:pt x="137159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0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90677" y="0"/>
                </a:moveTo>
                <a:lnTo>
                  <a:pt x="90677" y="158495"/>
                </a:lnTo>
              </a:path>
              <a:path w="227965" h="158750">
                <a:moveTo>
                  <a:pt x="90677" y="0"/>
                </a:moveTo>
                <a:lnTo>
                  <a:pt x="227837" y="79247"/>
                </a:lnTo>
                <a:lnTo>
                  <a:pt x="0" y="79247"/>
                </a:lnTo>
              </a:path>
              <a:path w="227965" h="158750">
                <a:moveTo>
                  <a:pt x="227837" y="79247"/>
                </a:moveTo>
                <a:lnTo>
                  <a:pt x="90677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147309" y="74256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147309" y="66255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147309" y="71970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147309" y="6282690"/>
            <a:ext cx="4681855" cy="1143000"/>
          </a:xfrm>
          <a:custGeom>
            <a:avLst/>
            <a:gdLst/>
            <a:ahLst/>
            <a:cxnLst/>
            <a:rect l="l" t="t" r="r" b="b"/>
            <a:pathLst>
              <a:path w="4681855" h="1143000">
                <a:moveTo>
                  <a:pt x="0" y="571499"/>
                </a:moveTo>
                <a:lnTo>
                  <a:pt x="4681727" y="571499"/>
                </a:lnTo>
              </a:path>
              <a:path w="4681855" h="1143000">
                <a:moveTo>
                  <a:pt x="4681727" y="1142999"/>
                </a:moveTo>
                <a:lnTo>
                  <a:pt x="4681727" y="0"/>
                </a:lnTo>
              </a:path>
              <a:path w="4681855" h="1143000">
                <a:moveTo>
                  <a:pt x="338327" y="914399"/>
                </a:moveTo>
                <a:lnTo>
                  <a:pt x="338327" y="571499"/>
                </a:lnTo>
              </a:path>
              <a:path w="4681855" h="1143000">
                <a:moveTo>
                  <a:pt x="1481327" y="914399"/>
                </a:moveTo>
                <a:lnTo>
                  <a:pt x="1481327" y="571499"/>
                </a:lnTo>
              </a:path>
              <a:path w="4681855" h="1143000">
                <a:moveTo>
                  <a:pt x="0" y="1142999"/>
                </a:moveTo>
                <a:lnTo>
                  <a:pt x="0" y="0"/>
                </a:lnTo>
              </a:path>
              <a:path w="4681855" h="1143000">
                <a:moveTo>
                  <a:pt x="1252727" y="1142999"/>
                </a:moveTo>
                <a:lnTo>
                  <a:pt x="1252727" y="914399"/>
                </a:lnTo>
              </a:path>
              <a:path w="4681855" h="1143000">
                <a:moveTo>
                  <a:pt x="3595877" y="1142999"/>
                </a:moveTo>
                <a:lnTo>
                  <a:pt x="3595877" y="914399"/>
                </a:lnTo>
              </a:path>
              <a:path w="4681855" h="1143000">
                <a:moveTo>
                  <a:pt x="4224527" y="914399"/>
                </a:moveTo>
                <a:lnTo>
                  <a:pt x="4224527" y="571499"/>
                </a:lnTo>
              </a:path>
              <a:path w="4681855" h="1143000">
                <a:moveTo>
                  <a:pt x="4677155" y="0"/>
                </a:moveTo>
                <a:lnTo>
                  <a:pt x="0" y="0"/>
                </a:lnTo>
              </a:path>
              <a:path w="4681855" h="1143000">
                <a:moveTo>
                  <a:pt x="3310127" y="0"/>
                </a:moveTo>
                <a:lnTo>
                  <a:pt x="3310127" y="342899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5136641" y="6863875"/>
            <a:ext cx="8572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baseline="16666" dirty="0">
                <a:latin typeface="Arial MT"/>
                <a:cs typeface="Arial MT"/>
              </a:rPr>
              <a:t>SIZE</a:t>
            </a:r>
            <a:r>
              <a:rPr sz="1500" spc="525" baseline="16666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CLASS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22" name="object 1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156453" y="6289547"/>
            <a:ext cx="327660" cy="326897"/>
          </a:xfrm>
          <a:prstGeom prst="rect">
            <a:avLst/>
          </a:prstGeom>
        </p:spPr>
      </p:pic>
      <p:sp>
        <p:nvSpPr>
          <p:cNvPr id="123" name="object 123"/>
          <p:cNvSpPr txBox="1"/>
          <p:nvPr/>
        </p:nvSpPr>
        <p:spPr>
          <a:xfrm>
            <a:off x="5527802" y="6274992"/>
            <a:ext cx="2783205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 MT"/>
                <a:cs typeface="Arial MT"/>
              </a:rPr>
              <a:t>Walton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High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School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Engineering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6444488" y="7206775"/>
            <a:ext cx="5651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latin typeface="Arial MT"/>
                <a:cs typeface="Arial MT"/>
              </a:rPr>
              <a:t>AUTHOR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8787638" y="7216681"/>
            <a:ext cx="6604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Arial MT"/>
                <a:cs typeface="Arial MT"/>
              </a:rPr>
              <a:t>SHEET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1/1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188711" y="7200279"/>
            <a:ext cx="7334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aseline="2777" dirty="0">
                <a:latin typeface="Arial MT"/>
                <a:cs typeface="Arial MT"/>
              </a:rPr>
              <a:t>SCALE</a:t>
            </a:r>
            <a:r>
              <a:rPr sz="1500" spc="517" baseline="2777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1:3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5261102" y="6983509"/>
            <a:ext cx="1111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latin typeface="Arial MT"/>
                <a:cs typeface="Arial MT"/>
              </a:rPr>
              <a:t>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9406381" y="6857779"/>
            <a:ext cx="288290" cy="3092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2225" marR="5080" indent="-10160">
              <a:lnSpc>
                <a:spcPts val="1030"/>
              </a:lnSpc>
              <a:spcBef>
                <a:spcPts val="280"/>
              </a:spcBef>
            </a:pPr>
            <a:r>
              <a:rPr sz="1000" spc="-25" dirty="0">
                <a:latin typeface="Arial MT"/>
                <a:cs typeface="Arial MT"/>
              </a:rPr>
              <a:t>PER </a:t>
            </a:r>
            <a:r>
              <a:rPr sz="1000" spc="-50" dirty="0">
                <a:latin typeface="Arial MT"/>
                <a:cs typeface="Arial MT"/>
              </a:rPr>
              <a:t>6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5180329" y="6592746"/>
            <a:ext cx="1786889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2000" algn="l"/>
              </a:tabLst>
            </a:pPr>
            <a:r>
              <a:rPr sz="1000" spc="-10" dirty="0">
                <a:latin typeface="Arial MT"/>
                <a:cs typeface="Arial MT"/>
              </a:rPr>
              <a:t>PROJECT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500" dirty="0">
                <a:latin typeface="Arial MT"/>
                <a:cs typeface="Arial MT"/>
              </a:rPr>
              <a:t>Arbor </a:t>
            </a:r>
            <a:r>
              <a:rPr sz="1500" spc="-10" dirty="0">
                <a:latin typeface="Arial MT"/>
                <a:cs typeface="Arial MT"/>
              </a:rPr>
              <a:t>Press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6673088" y="6862351"/>
            <a:ext cx="1226185" cy="316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19"/>
              </a:lnSpc>
              <a:spcBef>
                <a:spcPts val="105"/>
              </a:spcBef>
            </a:pPr>
            <a:r>
              <a:rPr sz="1000" spc="-10" dirty="0">
                <a:latin typeface="Arial MT"/>
                <a:cs typeface="Arial MT"/>
              </a:rPr>
              <a:t>TITLE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260"/>
              </a:lnSpc>
            </a:pPr>
            <a:r>
              <a:rPr sz="1200" dirty="0">
                <a:latin typeface="Arial MT"/>
                <a:cs typeface="Arial MT"/>
              </a:rPr>
              <a:t>Coloum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Multiview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8549131" y="6290851"/>
            <a:ext cx="717550" cy="321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40"/>
              </a:lnSpc>
              <a:spcBef>
                <a:spcPts val="105"/>
              </a:spcBef>
            </a:pPr>
            <a:r>
              <a:rPr sz="1000" spc="-20" dirty="0">
                <a:latin typeface="Arial MT"/>
                <a:cs typeface="Arial MT"/>
              </a:rPr>
              <a:t>DATE</a:t>
            </a:r>
            <a:endParaRPr sz="1000">
              <a:latin typeface="Arial MT"/>
              <a:cs typeface="Arial MT"/>
            </a:endParaRPr>
          </a:p>
          <a:p>
            <a:pPr marL="22225">
              <a:lnSpc>
                <a:spcPts val="1280"/>
              </a:lnSpc>
            </a:pPr>
            <a:r>
              <a:rPr sz="1200" spc="-10" dirty="0">
                <a:latin typeface="Arial MT"/>
                <a:cs typeface="Arial MT"/>
              </a:rPr>
              <a:t>3/17/2024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530088" y="6999511"/>
            <a:ext cx="2387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latin typeface="Arial MT"/>
                <a:cs typeface="Arial MT"/>
              </a:rPr>
              <a:t>IED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7073138" y="7202565"/>
            <a:ext cx="114173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Siddharth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Gupta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3025139" y="2052066"/>
            <a:ext cx="224154" cy="306070"/>
            <a:chOff x="3025139" y="2052066"/>
            <a:chExt cx="224154" cy="306070"/>
          </a:xfrm>
        </p:grpSpPr>
        <p:sp>
          <p:nvSpPr>
            <p:cNvPr id="135" name="object 135"/>
            <p:cNvSpPr/>
            <p:nvPr/>
          </p:nvSpPr>
          <p:spPr>
            <a:xfrm>
              <a:off x="3025139" y="2052066"/>
              <a:ext cx="219710" cy="306070"/>
            </a:xfrm>
            <a:custGeom>
              <a:avLst/>
              <a:gdLst/>
              <a:ahLst/>
              <a:cxnLst/>
              <a:rect l="l" t="t" r="r" b="b"/>
              <a:pathLst>
                <a:path w="219710" h="306069">
                  <a:moveTo>
                    <a:pt x="219455" y="0"/>
                  </a:moveTo>
                  <a:lnTo>
                    <a:pt x="219455" y="305561"/>
                  </a:lnTo>
                </a:path>
                <a:path w="219710" h="306069">
                  <a:moveTo>
                    <a:pt x="109727" y="214121"/>
                  </a:moveTo>
                  <a:lnTo>
                    <a:pt x="0" y="21412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134867" y="224790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134867" y="224790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8" name="object 138"/>
          <p:cNvGrpSpPr/>
          <p:nvPr/>
        </p:nvGrpSpPr>
        <p:grpSpPr>
          <a:xfrm>
            <a:off x="2045207" y="2182368"/>
            <a:ext cx="577215" cy="429259"/>
            <a:chOff x="2045207" y="2182368"/>
            <a:chExt cx="577215" cy="429259"/>
          </a:xfrm>
        </p:grpSpPr>
        <p:sp>
          <p:nvSpPr>
            <p:cNvPr id="139" name="object 139"/>
            <p:cNvSpPr/>
            <p:nvPr/>
          </p:nvSpPr>
          <p:spPr>
            <a:xfrm>
              <a:off x="2049779" y="2182368"/>
              <a:ext cx="572770" cy="429259"/>
            </a:xfrm>
            <a:custGeom>
              <a:avLst/>
              <a:gdLst/>
              <a:ahLst/>
              <a:cxnLst/>
              <a:rect l="l" t="t" r="r" b="b"/>
              <a:pathLst>
                <a:path w="572769" h="429260">
                  <a:moveTo>
                    <a:pt x="0" y="0"/>
                  </a:moveTo>
                  <a:lnTo>
                    <a:pt x="0" y="429005"/>
                  </a:lnTo>
                </a:path>
                <a:path w="572769" h="429260">
                  <a:moveTo>
                    <a:pt x="109727" y="337565"/>
                  </a:moveTo>
                  <a:lnTo>
                    <a:pt x="572261" y="33756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049779" y="250164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049779" y="250164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" name="object 142"/>
          <p:cNvGrpSpPr/>
          <p:nvPr/>
        </p:nvGrpSpPr>
        <p:grpSpPr>
          <a:xfrm>
            <a:off x="1500187" y="3445573"/>
            <a:ext cx="716915" cy="2503170"/>
            <a:chOff x="1500187" y="3445573"/>
            <a:chExt cx="716915" cy="2503170"/>
          </a:xfrm>
        </p:grpSpPr>
        <p:sp>
          <p:nvSpPr>
            <p:cNvPr id="143" name="object 143"/>
            <p:cNvSpPr/>
            <p:nvPr/>
          </p:nvSpPr>
          <p:spPr>
            <a:xfrm>
              <a:off x="1504950" y="3450335"/>
              <a:ext cx="707390" cy="2493645"/>
            </a:xfrm>
            <a:custGeom>
              <a:avLst/>
              <a:gdLst/>
              <a:ahLst/>
              <a:cxnLst/>
              <a:rect l="l" t="t" r="r" b="b"/>
              <a:pathLst>
                <a:path w="707389" h="2493645">
                  <a:moveTo>
                    <a:pt x="707135" y="0"/>
                  </a:moveTo>
                  <a:lnTo>
                    <a:pt x="0" y="0"/>
                  </a:lnTo>
                </a:path>
                <a:path w="707389" h="2493645">
                  <a:moveTo>
                    <a:pt x="499109" y="2493263"/>
                  </a:moveTo>
                  <a:lnTo>
                    <a:pt x="0" y="2493263"/>
                  </a:lnTo>
                </a:path>
                <a:path w="707389" h="2493645">
                  <a:moveTo>
                    <a:pt x="91439" y="109727"/>
                  </a:moveTo>
                  <a:lnTo>
                    <a:pt x="91439" y="1136141"/>
                  </a:lnTo>
                </a:path>
                <a:path w="707389" h="2493645">
                  <a:moveTo>
                    <a:pt x="91439" y="2383535"/>
                  </a:moveTo>
                  <a:lnTo>
                    <a:pt x="91439" y="135788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578101" y="345033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578101" y="345033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578101" y="5833871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578101" y="5833871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8" name="object 148"/>
          <p:cNvGrpSpPr/>
          <p:nvPr/>
        </p:nvGrpSpPr>
        <p:grpSpPr>
          <a:xfrm>
            <a:off x="2932175" y="1860804"/>
            <a:ext cx="1451610" cy="750570"/>
            <a:chOff x="2932175" y="1860804"/>
            <a:chExt cx="1451610" cy="750570"/>
          </a:xfrm>
        </p:grpSpPr>
        <p:sp>
          <p:nvSpPr>
            <p:cNvPr id="149" name="object 149"/>
            <p:cNvSpPr/>
            <p:nvPr/>
          </p:nvSpPr>
          <p:spPr>
            <a:xfrm>
              <a:off x="3504437" y="2182368"/>
              <a:ext cx="219710" cy="175260"/>
            </a:xfrm>
            <a:custGeom>
              <a:avLst/>
              <a:gdLst/>
              <a:ahLst/>
              <a:cxnLst/>
              <a:rect l="l" t="t" r="r" b="b"/>
              <a:pathLst>
                <a:path w="219710" h="175260">
                  <a:moveTo>
                    <a:pt x="0" y="0"/>
                  </a:moveTo>
                  <a:lnTo>
                    <a:pt x="0" y="175259"/>
                  </a:lnTo>
                </a:path>
                <a:path w="219710" h="175260">
                  <a:moveTo>
                    <a:pt x="109727" y="83819"/>
                  </a:moveTo>
                  <a:lnTo>
                    <a:pt x="219455" y="8381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504437" y="224790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504437" y="224790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2932175" y="2182368"/>
              <a:ext cx="572770" cy="429259"/>
            </a:xfrm>
            <a:custGeom>
              <a:avLst/>
              <a:gdLst/>
              <a:ahLst/>
              <a:cxnLst/>
              <a:rect l="l" t="t" r="r" b="b"/>
              <a:pathLst>
                <a:path w="572770" h="429260">
                  <a:moveTo>
                    <a:pt x="572261" y="0"/>
                  </a:moveTo>
                  <a:lnTo>
                    <a:pt x="572261" y="429005"/>
                  </a:lnTo>
                </a:path>
                <a:path w="572770" h="429260">
                  <a:moveTo>
                    <a:pt x="462533" y="337565"/>
                  </a:moveTo>
                  <a:lnTo>
                    <a:pt x="0" y="33756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394709" y="250164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394709" y="250164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3367277" y="1865376"/>
              <a:ext cx="1012190" cy="490855"/>
            </a:xfrm>
            <a:custGeom>
              <a:avLst/>
              <a:gdLst/>
              <a:ahLst/>
              <a:cxnLst/>
              <a:rect l="l" t="t" r="r" b="b"/>
              <a:pathLst>
                <a:path w="1012189" h="490855">
                  <a:moveTo>
                    <a:pt x="182879" y="271271"/>
                  </a:moveTo>
                  <a:lnTo>
                    <a:pt x="993647" y="271271"/>
                  </a:lnTo>
                </a:path>
                <a:path w="1012189" h="490855">
                  <a:moveTo>
                    <a:pt x="0" y="218693"/>
                  </a:moveTo>
                  <a:lnTo>
                    <a:pt x="993647" y="218693"/>
                  </a:lnTo>
                </a:path>
                <a:path w="1012189" h="490855">
                  <a:moveTo>
                    <a:pt x="902207" y="380999"/>
                  </a:moveTo>
                  <a:lnTo>
                    <a:pt x="902207" y="490727"/>
                  </a:lnTo>
                </a:path>
                <a:path w="1012189" h="490855">
                  <a:moveTo>
                    <a:pt x="902207" y="108965"/>
                  </a:moveTo>
                  <a:lnTo>
                    <a:pt x="902207" y="0"/>
                  </a:lnTo>
                  <a:lnTo>
                    <a:pt x="1011935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4251197" y="213664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251197" y="213664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251197" y="197434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251197" y="197434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1541780" y="4585095"/>
            <a:ext cx="1111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latin typeface="Arial MT"/>
                <a:cs typeface="Arial MT"/>
              </a:rPr>
              <a:t>6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2045017" y="5984557"/>
            <a:ext cx="535305" cy="366395"/>
            <a:chOff x="2045017" y="5984557"/>
            <a:chExt cx="535305" cy="366395"/>
          </a:xfrm>
        </p:grpSpPr>
        <p:sp>
          <p:nvSpPr>
            <p:cNvPr id="162" name="object 162"/>
            <p:cNvSpPr/>
            <p:nvPr/>
          </p:nvSpPr>
          <p:spPr>
            <a:xfrm>
              <a:off x="2049779" y="5989320"/>
              <a:ext cx="525780" cy="356870"/>
            </a:xfrm>
            <a:custGeom>
              <a:avLst/>
              <a:gdLst/>
              <a:ahLst/>
              <a:cxnLst/>
              <a:rect l="l" t="t" r="r" b="b"/>
              <a:pathLst>
                <a:path w="525780" h="356870">
                  <a:moveTo>
                    <a:pt x="0" y="0"/>
                  </a:moveTo>
                  <a:lnTo>
                    <a:pt x="0" y="356615"/>
                  </a:lnTo>
                </a:path>
                <a:path w="525780" h="356870">
                  <a:moveTo>
                    <a:pt x="416051" y="0"/>
                  </a:moveTo>
                  <a:lnTo>
                    <a:pt x="416051" y="356615"/>
                  </a:lnTo>
                </a:path>
                <a:path w="525780" h="356870">
                  <a:moveTo>
                    <a:pt x="109727" y="265175"/>
                  </a:moveTo>
                  <a:lnTo>
                    <a:pt x="306323" y="265175"/>
                  </a:lnTo>
                </a:path>
                <a:path w="525780" h="356870">
                  <a:moveTo>
                    <a:pt x="416051" y="265175"/>
                  </a:moveTo>
                  <a:lnTo>
                    <a:pt x="525779" y="26517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049779" y="623620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049779" y="623620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356103" y="623620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2356103" y="623620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7" name="object 167"/>
          <p:cNvSpPr txBox="1"/>
          <p:nvPr/>
        </p:nvSpPr>
        <p:spPr>
          <a:xfrm>
            <a:off x="2600960" y="6143385"/>
            <a:ext cx="1111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8" name="object 168"/>
          <p:cNvSpPr/>
          <p:nvPr/>
        </p:nvSpPr>
        <p:spPr>
          <a:xfrm>
            <a:off x="2021585" y="3107436"/>
            <a:ext cx="165735" cy="241935"/>
          </a:xfrm>
          <a:custGeom>
            <a:avLst/>
            <a:gdLst/>
            <a:ahLst/>
            <a:cxnLst/>
            <a:rect l="l" t="t" r="r" b="b"/>
            <a:pathLst>
              <a:path w="165735" h="241935">
                <a:moveTo>
                  <a:pt x="0" y="0"/>
                </a:moveTo>
                <a:lnTo>
                  <a:pt x="109727" y="0"/>
                </a:lnTo>
                <a:lnTo>
                  <a:pt x="165353" y="24155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 txBox="1"/>
          <p:nvPr/>
        </p:nvSpPr>
        <p:spPr>
          <a:xfrm>
            <a:off x="1721611" y="2995563"/>
            <a:ext cx="2641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Arial MT"/>
                <a:cs typeface="Arial MT"/>
              </a:rPr>
              <a:t>R.5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70" name="object 170"/>
          <p:cNvGrpSpPr/>
          <p:nvPr/>
        </p:nvGrpSpPr>
        <p:grpSpPr>
          <a:xfrm>
            <a:off x="2168651" y="3344417"/>
            <a:ext cx="793115" cy="1423670"/>
            <a:chOff x="2168651" y="3344417"/>
            <a:chExt cx="793115" cy="1423670"/>
          </a:xfrm>
        </p:grpSpPr>
        <p:sp>
          <p:nvSpPr>
            <p:cNvPr id="171" name="object 171"/>
            <p:cNvSpPr/>
            <p:nvPr/>
          </p:nvSpPr>
          <p:spPr>
            <a:xfrm>
              <a:off x="2168651" y="3344417"/>
              <a:ext cx="43180" cy="111760"/>
            </a:xfrm>
            <a:custGeom>
              <a:avLst/>
              <a:gdLst/>
              <a:ahLst/>
              <a:cxnLst/>
              <a:rect l="l" t="t" r="r" b="b"/>
              <a:pathLst>
                <a:path w="43180" h="111760">
                  <a:moveTo>
                    <a:pt x="35813" y="0"/>
                  </a:moveTo>
                  <a:lnTo>
                    <a:pt x="0" y="8381"/>
                  </a:lnTo>
                  <a:lnTo>
                    <a:pt x="42671" y="111251"/>
                  </a:lnTo>
                  <a:lnTo>
                    <a:pt x="358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2168651" y="3344417"/>
              <a:ext cx="43180" cy="111760"/>
            </a:xfrm>
            <a:custGeom>
              <a:avLst/>
              <a:gdLst/>
              <a:ahLst/>
              <a:cxnLst/>
              <a:rect l="l" t="t" r="r" b="b"/>
              <a:pathLst>
                <a:path w="43180" h="111760">
                  <a:moveTo>
                    <a:pt x="35813" y="0"/>
                  </a:moveTo>
                  <a:lnTo>
                    <a:pt x="0" y="8381"/>
                  </a:lnTo>
                  <a:lnTo>
                    <a:pt x="42671" y="111251"/>
                  </a:lnTo>
                  <a:lnTo>
                    <a:pt x="3581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2620517" y="4406645"/>
              <a:ext cx="336550" cy="356870"/>
            </a:xfrm>
            <a:custGeom>
              <a:avLst/>
              <a:gdLst/>
              <a:ahLst/>
              <a:cxnLst/>
              <a:rect l="l" t="t" r="r" b="b"/>
              <a:pathLst>
                <a:path w="336550" h="356870">
                  <a:moveTo>
                    <a:pt x="336041" y="356615"/>
                  </a:moveTo>
                  <a:lnTo>
                    <a:pt x="226313" y="356615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174"/>
          <p:cNvSpPr txBox="1"/>
          <p:nvPr/>
        </p:nvSpPr>
        <p:spPr>
          <a:xfrm>
            <a:off x="2986532" y="4650626"/>
            <a:ext cx="2641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Arial MT"/>
                <a:cs typeface="Arial MT"/>
              </a:rPr>
              <a:t>R.5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5" name="object 175"/>
          <p:cNvSpPr/>
          <p:nvPr/>
        </p:nvSpPr>
        <p:spPr>
          <a:xfrm>
            <a:off x="6420611" y="4613910"/>
            <a:ext cx="90170" cy="0"/>
          </a:xfrm>
          <a:custGeom>
            <a:avLst/>
            <a:gdLst/>
            <a:ahLst/>
            <a:cxnLst/>
            <a:rect l="l" t="t" r="r" b="b"/>
            <a:pathLst>
              <a:path w="90170">
                <a:moveTo>
                  <a:pt x="0" y="0"/>
                </a:moveTo>
                <a:lnTo>
                  <a:pt x="8991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6607302" y="4427220"/>
            <a:ext cx="0" cy="90805"/>
          </a:xfrm>
          <a:custGeom>
            <a:avLst/>
            <a:gdLst/>
            <a:ahLst/>
            <a:cxnLst/>
            <a:rect l="l" t="t" r="r" b="b"/>
            <a:pathLst>
              <a:path h="90804">
                <a:moveTo>
                  <a:pt x="0" y="90677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6607302" y="5417058"/>
            <a:ext cx="0" cy="90170"/>
          </a:xfrm>
          <a:custGeom>
            <a:avLst/>
            <a:gdLst/>
            <a:ahLst/>
            <a:cxnLst/>
            <a:rect l="l" t="t" r="r" b="b"/>
            <a:pathLst>
              <a:path h="90170">
                <a:moveTo>
                  <a:pt x="0" y="89915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2329433" y="1876806"/>
            <a:ext cx="196850" cy="0"/>
          </a:xfrm>
          <a:custGeom>
            <a:avLst/>
            <a:gdLst/>
            <a:ahLst/>
            <a:cxnLst/>
            <a:rect l="l" t="t" r="r" b="b"/>
            <a:pathLst>
              <a:path w="196850">
                <a:moveTo>
                  <a:pt x="1965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2200655" y="1876806"/>
            <a:ext cx="64769" cy="0"/>
          </a:xfrm>
          <a:custGeom>
            <a:avLst/>
            <a:gdLst/>
            <a:ahLst/>
            <a:cxnLst/>
            <a:rect l="l" t="t" r="r" b="b"/>
            <a:pathLst>
              <a:path w="64769">
                <a:moveTo>
                  <a:pt x="64769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1940051" y="1876806"/>
            <a:ext cx="196850" cy="0"/>
          </a:xfrm>
          <a:custGeom>
            <a:avLst/>
            <a:gdLst/>
            <a:ahLst/>
            <a:cxnLst/>
            <a:rect l="l" t="t" r="r" b="b"/>
            <a:pathLst>
              <a:path w="196850">
                <a:moveTo>
                  <a:pt x="1965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1" name="object 181"/>
          <p:cNvGrpSpPr/>
          <p:nvPr/>
        </p:nvGrpSpPr>
        <p:grpSpPr>
          <a:xfrm>
            <a:off x="6415849" y="4577143"/>
            <a:ext cx="908685" cy="780415"/>
            <a:chOff x="6415849" y="4577143"/>
            <a:chExt cx="908685" cy="780415"/>
          </a:xfrm>
        </p:grpSpPr>
        <p:sp>
          <p:nvSpPr>
            <p:cNvPr id="182" name="object 182"/>
            <p:cNvSpPr/>
            <p:nvPr/>
          </p:nvSpPr>
          <p:spPr>
            <a:xfrm>
              <a:off x="6420611" y="4581905"/>
              <a:ext cx="899160" cy="770890"/>
            </a:xfrm>
            <a:custGeom>
              <a:avLst/>
              <a:gdLst/>
              <a:ahLst/>
              <a:cxnLst/>
              <a:rect l="l" t="t" r="r" b="b"/>
              <a:pathLst>
                <a:path w="899159" h="770889">
                  <a:moveTo>
                    <a:pt x="154685" y="32003"/>
                  </a:moveTo>
                  <a:lnTo>
                    <a:pt x="218693" y="32003"/>
                  </a:lnTo>
                </a:path>
                <a:path w="899159" h="770889">
                  <a:moveTo>
                    <a:pt x="186689" y="64007"/>
                  </a:moveTo>
                  <a:lnTo>
                    <a:pt x="186689" y="0"/>
                  </a:lnTo>
                </a:path>
                <a:path w="899159" h="770889">
                  <a:moveTo>
                    <a:pt x="283463" y="32003"/>
                  </a:moveTo>
                  <a:lnTo>
                    <a:pt x="373379" y="32003"/>
                  </a:lnTo>
                </a:path>
                <a:path w="899159" h="770889">
                  <a:moveTo>
                    <a:pt x="186689" y="218693"/>
                  </a:moveTo>
                  <a:lnTo>
                    <a:pt x="186689" y="128777"/>
                  </a:lnTo>
                </a:path>
                <a:path w="899159" h="770889">
                  <a:moveTo>
                    <a:pt x="154685" y="738377"/>
                  </a:moveTo>
                  <a:lnTo>
                    <a:pt x="218693" y="738377"/>
                  </a:lnTo>
                </a:path>
                <a:path w="899159" h="770889">
                  <a:moveTo>
                    <a:pt x="186689" y="770381"/>
                  </a:moveTo>
                  <a:lnTo>
                    <a:pt x="186689" y="706373"/>
                  </a:lnTo>
                </a:path>
                <a:path w="899159" h="770889">
                  <a:moveTo>
                    <a:pt x="0" y="738377"/>
                  </a:moveTo>
                  <a:lnTo>
                    <a:pt x="89915" y="738377"/>
                  </a:lnTo>
                </a:path>
                <a:path w="899159" h="770889">
                  <a:moveTo>
                    <a:pt x="283463" y="738377"/>
                  </a:moveTo>
                  <a:lnTo>
                    <a:pt x="373379" y="738377"/>
                  </a:lnTo>
                </a:path>
                <a:path w="899159" h="770889">
                  <a:moveTo>
                    <a:pt x="186689" y="642365"/>
                  </a:moveTo>
                  <a:lnTo>
                    <a:pt x="186689" y="551687"/>
                  </a:lnTo>
                </a:path>
                <a:path w="899159" h="770889">
                  <a:moveTo>
                    <a:pt x="232409" y="32003"/>
                  </a:moveTo>
                  <a:lnTo>
                    <a:pt x="899159" y="32003"/>
                  </a:lnTo>
                </a:path>
                <a:path w="899159" h="770889">
                  <a:moveTo>
                    <a:pt x="232409" y="738377"/>
                  </a:moveTo>
                  <a:lnTo>
                    <a:pt x="899159" y="738377"/>
                  </a:lnTo>
                </a:path>
                <a:path w="899159" h="770889">
                  <a:moveTo>
                    <a:pt x="807719" y="141731"/>
                  </a:moveTo>
                  <a:lnTo>
                    <a:pt x="807719" y="275081"/>
                  </a:lnTo>
                </a:path>
                <a:path w="899159" h="770889">
                  <a:moveTo>
                    <a:pt x="807719" y="628649"/>
                  </a:moveTo>
                  <a:lnTo>
                    <a:pt x="807719" y="49529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210043" y="4613909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210043" y="4613909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7210043" y="521055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210043" y="521055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7" name="object 187"/>
          <p:cNvGrpSpPr/>
          <p:nvPr/>
        </p:nvGrpSpPr>
        <p:grpSpPr>
          <a:xfrm>
            <a:off x="1935289" y="3095053"/>
            <a:ext cx="1793875" cy="2646045"/>
            <a:chOff x="1935289" y="3095053"/>
            <a:chExt cx="1793875" cy="2646045"/>
          </a:xfrm>
        </p:grpSpPr>
        <p:pic>
          <p:nvPicPr>
            <p:cNvPr id="188" name="object 18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561843" y="4313681"/>
              <a:ext cx="74675" cy="102869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1940051" y="3099816"/>
              <a:ext cx="1784350" cy="2636520"/>
            </a:xfrm>
            <a:custGeom>
              <a:avLst/>
              <a:gdLst/>
              <a:ahLst/>
              <a:cxnLst/>
              <a:rect l="l" t="t" r="r" b="b"/>
              <a:pathLst>
                <a:path w="1784350" h="2636520">
                  <a:moveTo>
                    <a:pt x="585977" y="1514093"/>
                  </a:moveTo>
                  <a:lnTo>
                    <a:pt x="389381" y="1514093"/>
                  </a:lnTo>
                </a:path>
                <a:path w="1784350" h="2636520">
                  <a:moveTo>
                    <a:pt x="325373" y="1514093"/>
                  </a:moveTo>
                  <a:lnTo>
                    <a:pt x="260603" y="1514093"/>
                  </a:lnTo>
                </a:path>
                <a:path w="1784350" h="2636520">
                  <a:moveTo>
                    <a:pt x="196595" y="1514093"/>
                  </a:moveTo>
                  <a:lnTo>
                    <a:pt x="0" y="1514093"/>
                  </a:lnTo>
                </a:path>
                <a:path w="1784350" h="2636520">
                  <a:moveTo>
                    <a:pt x="585977" y="2220467"/>
                  </a:moveTo>
                  <a:lnTo>
                    <a:pt x="389381" y="2220467"/>
                  </a:lnTo>
                </a:path>
                <a:path w="1784350" h="2636520">
                  <a:moveTo>
                    <a:pt x="325373" y="2220467"/>
                  </a:moveTo>
                  <a:lnTo>
                    <a:pt x="260603" y="2220467"/>
                  </a:lnTo>
                </a:path>
                <a:path w="1784350" h="2636520">
                  <a:moveTo>
                    <a:pt x="196595" y="2220467"/>
                  </a:moveTo>
                  <a:lnTo>
                    <a:pt x="0" y="2220467"/>
                  </a:lnTo>
                </a:path>
                <a:path w="1784350" h="2636520">
                  <a:moveTo>
                    <a:pt x="156209" y="2636519"/>
                  </a:moveTo>
                  <a:lnTo>
                    <a:pt x="635507" y="2636519"/>
                  </a:lnTo>
                </a:path>
                <a:path w="1784350" h="2636520">
                  <a:moveTo>
                    <a:pt x="1091183" y="765809"/>
                  </a:moveTo>
                  <a:lnTo>
                    <a:pt x="1155191" y="765809"/>
                  </a:lnTo>
                </a:path>
                <a:path w="1784350" h="2636520">
                  <a:moveTo>
                    <a:pt x="1123187" y="798575"/>
                  </a:moveTo>
                  <a:lnTo>
                    <a:pt x="1123187" y="733805"/>
                  </a:lnTo>
                </a:path>
                <a:path w="1784350" h="2636520">
                  <a:moveTo>
                    <a:pt x="764285" y="765809"/>
                  </a:moveTo>
                  <a:lnTo>
                    <a:pt x="1026413" y="765809"/>
                  </a:lnTo>
                </a:path>
                <a:path w="1784350" h="2636520">
                  <a:moveTo>
                    <a:pt x="1219199" y="765809"/>
                  </a:moveTo>
                  <a:lnTo>
                    <a:pt x="1482089" y="765809"/>
                  </a:lnTo>
                </a:path>
                <a:path w="1784350" h="2636520">
                  <a:moveTo>
                    <a:pt x="1123187" y="1125473"/>
                  </a:moveTo>
                  <a:lnTo>
                    <a:pt x="1123187" y="862583"/>
                  </a:lnTo>
                </a:path>
                <a:path w="1784350" h="2636520">
                  <a:moveTo>
                    <a:pt x="1331213" y="720089"/>
                  </a:moveTo>
                  <a:lnTo>
                    <a:pt x="1331213" y="0"/>
                  </a:lnTo>
                </a:path>
                <a:path w="1784350" h="2636520">
                  <a:moveTo>
                    <a:pt x="1564385" y="304799"/>
                  </a:moveTo>
                  <a:lnTo>
                    <a:pt x="1564385" y="0"/>
                  </a:lnTo>
                </a:path>
                <a:path w="1784350" h="2636520">
                  <a:moveTo>
                    <a:pt x="1221485" y="91439"/>
                  </a:moveTo>
                  <a:lnTo>
                    <a:pt x="1111757" y="91439"/>
                  </a:lnTo>
                </a:path>
                <a:path w="1784350" h="2636520">
                  <a:moveTo>
                    <a:pt x="1674113" y="91439"/>
                  </a:moveTo>
                  <a:lnTo>
                    <a:pt x="1783841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161537" y="317296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161537" y="317296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504437" y="317296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3504437" y="317296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 txBox="1"/>
          <p:nvPr/>
        </p:nvSpPr>
        <p:spPr>
          <a:xfrm>
            <a:off x="7103618" y="4856367"/>
            <a:ext cx="2387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Arial MT"/>
                <a:cs typeface="Arial MT"/>
              </a:rPr>
              <a:t>1.7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5890831" y="5315521"/>
            <a:ext cx="675640" cy="210820"/>
            <a:chOff x="5890831" y="5315521"/>
            <a:chExt cx="675640" cy="210820"/>
          </a:xfrm>
        </p:grpSpPr>
        <p:sp>
          <p:nvSpPr>
            <p:cNvPr id="196" name="object 196"/>
            <p:cNvSpPr/>
            <p:nvPr/>
          </p:nvSpPr>
          <p:spPr>
            <a:xfrm>
              <a:off x="5895594" y="5320284"/>
              <a:ext cx="666115" cy="201295"/>
            </a:xfrm>
            <a:custGeom>
              <a:avLst/>
              <a:gdLst/>
              <a:ahLst/>
              <a:cxnLst/>
              <a:rect l="l" t="t" r="r" b="b"/>
              <a:pathLst>
                <a:path w="666115" h="201295">
                  <a:moveTo>
                    <a:pt x="665987" y="0"/>
                  </a:moveTo>
                  <a:lnTo>
                    <a:pt x="0" y="0"/>
                  </a:lnTo>
                </a:path>
                <a:path w="666115" h="201295">
                  <a:moveTo>
                    <a:pt x="90677" y="109727"/>
                  </a:moveTo>
                  <a:lnTo>
                    <a:pt x="90677" y="20116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5967984" y="532028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5967984" y="532028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9" name="object 199"/>
          <p:cNvGrpSpPr/>
          <p:nvPr/>
        </p:nvGrpSpPr>
        <p:grpSpPr>
          <a:xfrm>
            <a:off x="5890831" y="5738431"/>
            <a:ext cx="415925" cy="210185"/>
            <a:chOff x="5890831" y="5738431"/>
            <a:chExt cx="415925" cy="210185"/>
          </a:xfrm>
        </p:grpSpPr>
        <p:sp>
          <p:nvSpPr>
            <p:cNvPr id="200" name="object 200"/>
            <p:cNvSpPr/>
            <p:nvPr/>
          </p:nvSpPr>
          <p:spPr>
            <a:xfrm>
              <a:off x="5895594" y="5743194"/>
              <a:ext cx="406400" cy="200660"/>
            </a:xfrm>
            <a:custGeom>
              <a:avLst/>
              <a:gdLst/>
              <a:ahLst/>
              <a:cxnLst/>
              <a:rect l="l" t="t" r="r" b="b"/>
              <a:pathLst>
                <a:path w="406400" h="200660">
                  <a:moveTo>
                    <a:pt x="406145" y="200405"/>
                  </a:moveTo>
                  <a:lnTo>
                    <a:pt x="0" y="200405"/>
                  </a:lnTo>
                </a:path>
                <a:path w="406400" h="200660">
                  <a:moveTo>
                    <a:pt x="90677" y="90677"/>
                  </a:moveTo>
                  <a:lnTo>
                    <a:pt x="90677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5967984" y="583387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5967984" y="583387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3" name="object 203"/>
          <p:cNvSpPr txBox="1"/>
          <p:nvPr/>
        </p:nvSpPr>
        <p:spPr>
          <a:xfrm>
            <a:off x="5862320" y="5520069"/>
            <a:ext cx="2387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Arial MT"/>
                <a:cs typeface="Arial MT"/>
              </a:rPr>
              <a:t>1.5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04" name="object 204"/>
          <p:cNvGrpSpPr/>
          <p:nvPr/>
        </p:nvGrpSpPr>
        <p:grpSpPr>
          <a:xfrm>
            <a:off x="5251513" y="5512117"/>
            <a:ext cx="1315085" cy="655955"/>
            <a:chOff x="5251513" y="5512117"/>
            <a:chExt cx="1315085" cy="655955"/>
          </a:xfrm>
        </p:grpSpPr>
        <p:sp>
          <p:nvSpPr>
            <p:cNvPr id="205" name="object 205"/>
            <p:cNvSpPr/>
            <p:nvPr/>
          </p:nvSpPr>
          <p:spPr>
            <a:xfrm>
              <a:off x="5256276" y="5516879"/>
              <a:ext cx="1305560" cy="646430"/>
            </a:xfrm>
            <a:custGeom>
              <a:avLst/>
              <a:gdLst/>
              <a:ahLst/>
              <a:cxnLst/>
              <a:rect l="l" t="t" r="r" b="b"/>
              <a:pathLst>
                <a:path w="1305559" h="646429">
                  <a:moveTo>
                    <a:pt x="1305305" y="219455"/>
                  </a:moveTo>
                  <a:lnTo>
                    <a:pt x="18287" y="219455"/>
                  </a:lnTo>
                </a:path>
                <a:path w="1305559" h="646429">
                  <a:moveTo>
                    <a:pt x="1045463" y="426719"/>
                  </a:moveTo>
                  <a:lnTo>
                    <a:pt x="18287" y="426719"/>
                  </a:lnTo>
                </a:path>
                <a:path w="1305559" h="646429">
                  <a:moveTo>
                    <a:pt x="109727" y="109727"/>
                  </a:moveTo>
                  <a:lnTo>
                    <a:pt x="109727" y="0"/>
                  </a:lnTo>
                </a:path>
                <a:path w="1305559" h="646429">
                  <a:moveTo>
                    <a:pt x="109727" y="536447"/>
                  </a:moveTo>
                  <a:lnTo>
                    <a:pt x="109727" y="646175"/>
                  </a:lnTo>
                  <a:lnTo>
                    <a:pt x="0" y="64617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5347716" y="5626607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5347716" y="5626607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5347716" y="5943599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5347716" y="5943599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0" name="object 210"/>
          <p:cNvSpPr txBox="1"/>
          <p:nvPr/>
        </p:nvSpPr>
        <p:spPr>
          <a:xfrm>
            <a:off x="5066791" y="6051183"/>
            <a:ext cx="15367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Arial MT"/>
                <a:cs typeface="Arial MT"/>
              </a:rPr>
              <a:t>.5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1" name="object 211"/>
          <p:cNvGrpSpPr/>
          <p:nvPr/>
        </p:nvGrpSpPr>
        <p:grpSpPr>
          <a:xfrm>
            <a:off x="6387845" y="5782055"/>
            <a:ext cx="224154" cy="342265"/>
            <a:chOff x="6387845" y="5782055"/>
            <a:chExt cx="224154" cy="342265"/>
          </a:xfrm>
        </p:grpSpPr>
        <p:sp>
          <p:nvSpPr>
            <p:cNvPr id="212" name="object 212"/>
            <p:cNvSpPr/>
            <p:nvPr/>
          </p:nvSpPr>
          <p:spPr>
            <a:xfrm>
              <a:off x="6387845" y="5782055"/>
              <a:ext cx="219710" cy="342265"/>
            </a:xfrm>
            <a:custGeom>
              <a:avLst/>
              <a:gdLst/>
              <a:ahLst/>
              <a:cxnLst/>
              <a:rect l="l" t="t" r="r" b="b"/>
              <a:pathLst>
                <a:path w="219709" h="342264">
                  <a:moveTo>
                    <a:pt x="219455" y="0"/>
                  </a:moveTo>
                  <a:lnTo>
                    <a:pt x="219455" y="342137"/>
                  </a:lnTo>
                </a:path>
                <a:path w="219709" h="342264">
                  <a:moveTo>
                    <a:pt x="109727" y="250697"/>
                  </a:moveTo>
                  <a:lnTo>
                    <a:pt x="0" y="25069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6497573" y="6014465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6497573" y="6014465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5" name="object 215"/>
          <p:cNvGrpSpPr/>
          <p:nvPr/>
        </p:nvGrpSpPr>
        <p:grpSpPr>
          <a:xfrm>
            <a:off x="6862571" y="5989320"/>
            <a:ext cx="224154" cy="135255"/>
            <a:chOff x="6862571" y="5989320"/>
            <a:chExt cx="224154" cy="135255"/>
          </a:xfrm>
        </p:grpSpPr>
        <p:sp>
          <p:nvSpPr>
            <p:cNvPr id="216" name="object 216"/>
            <p:cNvSpPr/>
            <p:nvPr/>
          </p:nvSpPr>
          <p:spPr>
            <a:xfrm>
              <a:off x="6867143" y="5989320"/>
              <a:ext cx="219710" cy="135255"/>
            </a:xfrm>
            <a:custGeom>
              <a:avLst/>
              <a:gdLst/>
              <a:ahLst/>
              <a:cxnLst/>
              <a:rect l="l" t="t" r="r" b="b"/>
              <a:pathLst>
                <a:path w="219709" h="135254">
                  <a:moveTo>
                    <a:pt x="0" y="0"/>
                  </a:moveTo>
                  <a:lnTo>
                    <a:pt x="0" y="134873"/>
                  </a:lnTo>
                </a:path>
                <a:path w="219709" h="135254">
                  <a:moveTo>
                    <a:pt x="109727" y="43433"/>
                  </a:moveTo>
                  <a:lnTo>
                    <a:pt x="219455" y="4343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6867143" y="601446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6867143" y="601446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9" name="object 219"/>
          <p:cNvSpPr txBox="1"/>
          <p:nvPr/>
        </p:nvSpPr>
        <p:spPr>
          <a:xfrm>
            <a:off x="7115047" y="5920119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.625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0" name="object 220"/>
          <p:cNvSpPr/>
          <p:nvPr/>
        </p:nvSpPr>
        <p:spPr>
          <a:xfrm>
            <a:off x="3063239" y="3506723"/>
            <a:ext cx="0" cy="262890"/>
          </a:xfrm>
          <a:custGeom>
            <a:avLst/>
            <a:gdLst/>
            <a:ahLst/>
            <a:cxnLst/>
            <a:rect l="l" t="t" r="r" b="b"/>
            <a:pathLst>
              <a:path h="262889">
                <a:moveTo>
                  <a:pt x="0" y="262889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1" name="object 221"/>
          <p:cNvGrpSpPr/>
          <p:nvPr/>
        </p:nvGrpSpPr>
        <p:grpSpPr>
          <a:xfrm>
            <a:off x="6856285" y="3226117"/>
            <a:ext cx="288925" cy="500380"/>
            <a:chOff x="6856285" y="3226117"/>
            <a:chExt cx="288925" cy="500380"/>
          </a:xfrm>
        </p:grpSpPr>
        <p:sp>
          <p:nvSpPr>
            <p:cNvPr id="222" name="object 222"/>
            <p:cNvSpPr/>
            <p:nvPr/>
          </p:nvSpPr>
          <p:spPr>
            <a:xfrm>
              <a:off x="6861047" y="3230880"/>
              <a:ext cx="279400" cy="490855"/>
            </a:xfrm>
            <a:custGeom>
              <a:avLst/>
              <a:gdLst/>
              <a:ahLst/>
              <a:cxnLst/>
              <a:rect l="l" t="t" r="r" b="b"/>
              <a:pathLst>
                <a:path w="279400" h="490854">
                  <a:moveTo>
                    <a:pt x="0" y="271271"/>
                  </a:moveTo>
                  <a:lnTo>
                    <a:pt x="260603" y="271271"/>
                  </a:lnTo>
                </a:path>
                <a:path w="279400" h="490854">
                  <a:moveTo>
                    <a:pt x="51815" y="219455"/>
                  </a:moveTo>
                  <a:lnTo>
                    <a:pt x="260603" y="219455"/>
                  </a:lnTo>
                </a:path>
                <a:path w="279400" h="490854">
                  <a:moveTo>
                    <a:pt x="169163" y="380999"/>
                  </a:moveTo>
                  <a:lnTo>
                    <a:pt x="169163" y="490727"/>
                  </a:lnTo>
                </a:path>
                <a:path w="279400" h="490854">
                  <a:moveTo>
                    <a:pt x="169163" y="109727"/>
                  </a:moveTo>
                  <a:lnTo>
                    <a:pt x="169163" y="0"/>
                  </a:lnTo>
                  <a:lnTo>
                    <a:pt x="278891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011923" y="350215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7011923" y="350215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7011923" y="334060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7011923" y="334060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7" name="object 227"/>
          <p:cNvSpPr txBox="1"/>
          <p:nvPr/>
        </p:nvSpPr>
        <p:spPr>
          <a:xfrm>
            <a:off x="7168388" y="3119007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.125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6908101" y="3445573"/>
            <a:ext cx="487045" cy="288925"/>
            <a:chOff x="6908101" y="3445573"/>
            <a:chExt cx="487045" cy="288925"/>
          </a:xfrm>
        </p:grpSpPr>
        <p:sp>
          <p:nvSpPr>
            <p:cNvPr id="229" name="object 229"/>
            <p:cNvSpPr/>
            <p:nvPr/>
          </p:nvSpPr>
          <p:spPr>
            <a:xfrm>
              <a:off x="6912864" y="3450335"/>
              <a:ext cx="477520" cy="279400"/>
            </a:xfrm>
            <a:custGeom>
              <a:avLst/>
              <a:gdLst/>
              <a:ahLst/>
              <a:cxnLst/>
              <a:rect l="l" t="t" r="r" b="b"/>
              <a:pathLst>
                <a:path w="477520" h="279400">
                  <a:moveTo>
                    <a:pt x="0" y="0"/>
                  </a:moveTo>
                  <a:lnTo>
                    <a:pt x="477011" y="0"/>
                  </a:lnTo>
                </a:path>
                <a:path w="477520" h="279400">
                  <a:moveTo>
                    <a:pt x="385571" y="109727"/>
                  </a:moveTo>
                  <a:lnTo>
                    <a:pt x="385571" y="27889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7280148" y="345033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7280148" y="345033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2" name="object 232"/>
          <p:cNvGrpSpPr/>
          <p:nvPr/>
        </p:nvGrpSpPr>
        <p:grpSpPr>
          <a:xfrm>
            <a:off x="6856285" y="3946207"/>
            <a:ext cx="538480" cy="288925"/>
            <a:chOff x="6856285" y="3946207"/>
            <a:chExt cx="538480" cy="288925"/>
          </a:xfrm>
        </p:grpSpPr>
        <p:sp>
          <p:nvSpPr>
            <p:cNvPr id="233" name="object 233"/>
            <p:cNvSpPr/>
            <p:nvPr/>
          </p:nvSpPr>
          <p:spPr>
            <a:xfrm>
              <a:off x="6861047" y="3950970"/>
              <a:ext cx="528955" cy="279400"/>
            </a:xfrm>
            <a:custGeom>
              <a:avLst/>
              <a:gdLst/>
              <a:ahLst/>
              <a:cxnLst/>
              <a:rect l="l" t="t" r="r" b="b"/>
              <a:pathLst>
                <a:path w="528954" h="279400">
                  <a:moveTo>
                    <a:pt x="0" y="278891"/>
                  </a:moveTo>
                  <a:lnTo>
                    <a:pt x="528827" y="278891"/>
                  </a:lnTo>
                </a:path>
                <a:path w="528954" h="279400">
                  <a:moveTo>
                    <a:pt x="437387" y="169163"/>
                  </a:moveTo>
                  <a:lnTo>
                    <a:pt x="437387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7280147" y="412013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7280147" y="412013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6" name="object 236"/>
          <p:cNvSpPr txBox="1"/>
          <p:nvPr/>
        </p:nvSpPr>
        <p:spPr>
          <a:xfrm>
            <a:off x="7088378" y="3727845"/>
            <a:ext cx="40894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 dirty="0">
                <a:latin typeface="Arial MT"/>
                <a:cs typeface="Arial MT"/>
              </a:rPr>
              <a:t>1.875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37" name="object 237"/>
          <p:cNvGrpSpPr/>
          <p:nvPr/>
        </p:nvGrpSpPr>
        <p:grpSpPr>
          <a:xfrm>
            <a:off x="6908101" y="3445573"/>
            <a:ext cx="934719" cy="315595"/>
            <a:chOff x="6908101" y="3445573"/>
            <a:chExt cx="934719" cy="315595"/>
          </a:xfrm>
        </p:grpSpPr>
        <p:sp>
          <p:nvSpPr>
            <p:cNvPr id="238" name="object 238"/>
            <p:cNvSpPr/>
            <p:nvPr/>
          </p:nvSpPr>
          <p:spPr>
            <a:xfrm>
              <a:off x="6912864" y="3450335"/>
              <a:ext cx="925194" cy="306070"/>
            </a:xfrm>
            <a:custGeom>
              <a:avLst/>
              <a:gdLst/>
              <a:ahLst/>
              <a:cxnLst/>
              <a:rect l="l" t="t" r="r" b="b"/>
              <a:pathLst>
                <a:path w="925195" h="306070">
                  <a:moveTo>
                    <a:pt x="0" y="0"/>
                  </a:moveTo>
                  <a:lnTo>
                    <a:pt x="925067" y="0"/>
                  </a:lnTo>
                </a:path>
                <a:path w="925195" h="306070">
                  <a:moveTo>
                    <a:pt x="833627" y="109727"/>
                  </a:moveTo>
                  <a:lnTo>
                    <a:pt x="833627" y="30556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7728204" y="345033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7728204" y="345033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1" name="object 241"/>
          <p:cNvGrpSpPr/>
          <p:nvPr/>
        </p:nvGrpSpPr>
        <p:grpSpPr>
          <a:xfrm>
            <a:off x="6912864" y="3976116"/>
            <a:ext cx="925194" cy="310515"/>
            <a:chOff x="6912864" y="3976116"/>
            <a:chExt cx="925194" cy="310515"/>
          </a:xfrm>
        </p:grpSpPr>
        <p:sp>
          <p:nvSpPr>
            <p:cNvPr id="242" name="object 242"/>
            <p:cNvSpPr/>
            <p:nvPr/>
          </p:nvSpPr>
          <p:spPr>
            <a:xfrm>
              <a:off x="6912864" y="3976116"/>
              <a:ext cx="925194" cy="306070"/>
            </a:xfrm>
            <a:custGeom>
              <a:avLst/>
              <a:gdLst/>
              <a:ahLst/>
              <a:cxnLst/>
              <a:rect l="l" t="t" r="r" b="b"/>
              <a:pathLst>
                <a:path w="925195" h="306070">
                  <a:moveTo>
                    <a:pt x="0" y="305561"/>
                  </a:moveTo>
                  <a:lnTo>
                    <a:pt x="925067" y="305561"/>
                  </a:lnTo>
                </a:path>
                <a:path w="925195" h="306070">
                  <a:moveTo>
                    <a:pt x="833627" y="195833"/>
                  </a:moveTo>
                  <a:lnTo>
                    <a:pt x="833627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7728204" y="417195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7728204" y="417195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5" name="object 245"/>
          <p:cNvSpPr txBox="1"/>
          <p:nvPr/>
        </p:nvSpPr>
        <p:spPr>
          <a:xfrm>
            <a:off x="7692643" y="3754515"/>
            <a:ext cx="1111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6" name="object 246"/>
          <p:cNvSpPr txBox="1"/>
          <p:nvPr/>
        </p:nvSpPr>
        <p:spPr>
          <a:xfrm>
            <a:off x="3752341" y="3079383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.562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47" name="object 247"/>
          <p:cNvGrpSpPr/>
          <p:nvPr/>
        </p:nvGrpSpPr>
        <p:grpSpPr>
          <a:xfrm>
            <a:off x="2630995" y="2798635"/>
            <a:ext cx="1501775" cy="1181735"/>
            <a:chOff x="2630995" y="2798635"/>
            <a:chExt cx="1501775" cy="1181735"/>
          </a:xfrm>
        </p:grpSpPr>
        <p:sp>
          <p:nvSpPr>
            <p:cNvPr id="248" name="object 248"/>
            <p:cNvSpPr/>
            <p:nvPr/>
          </p:nvSpPr>
          <p:spPr>
            <a:xfrm>
              <a:off x="2635757" y="2803398"/>
              <a:ext cx="1088390" cy="1016635"/>
            </a:xfrm>
            <a:custGeom>
              <a:avLst/>
              <a:gdLst/>
              <a:ahLst/>
              <a:cxnLst/>
              <a:rect l="l" t="t" r="r" b="b"/>
              <a:pathLst>
                <a:path w="1088389" h="1016635">
                  <a:moveTo>
                    <a:pt x="868679" y="601217"/>
                  </a:moveTo>
                  <a:lnTo>
                    <a:pt x="868679" y="0"/>
                  </a:lnTo>
                </a:path>
                <a:path w="1088389" h="1016635">
                  <a:moveTo>
                    <a:pt x="219455" y="1016507"/>
                  </a:moveTo>
                  <a:lnTo>
                    <a:pt x="219455" y="0"/>
                  </a:lnTo>
                </a:path>
                <a:path w="1088389" h="1016635">
                  <a:moveTo>
                    <a:pt x="978407" y="91439"/>
                  </a:moveTo>
                  <a:lnTo>
                    <a:pt x="1088135" y="91439"/>
                  </a:lnTo>
                </a:path>
                <a:path w="1088389" h="1016635">
                  <a:moveTo>
                    <a:pt x="109727" y="91439"/>
                  </a:moveTo>
                  <a:lnTo>
                    <a:pt x="0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3504437" y="287655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3504437" y="287655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2745485" y="287655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2745485" y="287655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2900933" y="3450336"/>
              <a:ext cx="1226820" cy="525145"/>
            </a:xfrm>
            <a:custGeom>
              <a:avLst/>
              <a:gdLst/>
              <a:ahLst/>
              <a:cxnLst/>
              <a:rect l="l" t="t" r="r" b="b"/>
              <a:pathLst>
                <a:path w="1226820" h="525145">
                  <a:moveTo>
                    <a:pt x="649223" y="0"/>
                  </a:moveTo>
                  <a:lnTo>
                    <a:pt x="1226819" y="0"/>
                  </a:lnTo>
                </a:path>
                <a:path w="1226820" h="525145">
                  <a:moveTo>
                    <a:pt x="0" y="415289"/>
                  </a:moveTo>
                  <a:lnTo>
                    <a:pt x="1226819" y="415289"/>
                  </a:lnTo>
                </a:path>
                <a:path w="1226820" h="525145">
                  <a:moveTo>
                    <a:pt x="1135379" y="109727"/>
                  </a:moveTo>
                  <a:lnTo>
                    <a:pt x="1135379" y="305561"/>
                  </a:lnTo>
                </a:path>
                <a:path w="1226820" h="525145">
                  <a:moveTo>
                    <a:pt x="1135379" y="415289"/>
                  </a:moveTo>
                  <a:lnTo>
                    <a:pt x="1135379" y="525017"/>
                  </a:lnTo>
                  <a:lnTo>
                    <a:pt x="1025651" y="52501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4018025" y="345033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4018025" y="345033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4018025" y="375589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4018025" y="375589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8" name="object 258"/>
          <p:cNvSpPr txBox="1"/>
          <p:nvPr/>
        </p:nvSpPr>
        <p:spPr>
          <a:xfrm>
            <a:off x="2971292" y="2782965"/>
            <a:ext cx="40894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 dirty="0">
                <a:latin typeface="Arial MT"/>
                <a:cs typeface="Arial MT"/>
              </a:rPr>
              <a:t>1.562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9" name="object 259"/>
          <p:cNvSpPr txBox="1"/>
          <p:nvPr/>
        </p:nvSpPr>
        <p:spPr>
          <a:xfrm>
            <a:off x="3801871" y="3864243"/>
            <a:ext cx="1111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2658110" y="1752741"/>
            <a:ext cx="2072639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.125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Arial MT"/>
              <a:cs typeface="Arial MT"/>
            </a:endParaRPr>
          </a:p>
          <a:p>
            <a:pPr marL="1106805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Arial MT"/>
                <a:cs typeface="Arial MT"/>
              </a:rPr>
              <a:t>.625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200" spc="-25" dirty="0">
                <a:latin typeface="Arial MT"/>
                <a:cs typeface="Arial MT"/>
              </a:rPr>
              <a:t>3.5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61" name="object 261"/>
          <p:cNvGrpSpPr/>
          <p:nvPr/>
        </p:nvGrpSpPr>
        <p:grpSpPr>
          <a:xfrm>
            <a:off x="6862381" y="3111817"/>
            <a:ext cx="229235" cy="297815"/>
            <a:chOff x="6862381" y="3111817"/>
            <a:chExt cx="229235" cy="297815"/>
          </a:xfrm>
        </p:grpSpPr>
        <p:sp>
          <p:nvSpPr>
            <p:cNvPr id="262" name="object 262"/>
            <p:cNvSpPr/>
            <p:nvPr/>
          </p:nvSpPr>
          <p:spPr>
            <a:xfrm>
              <a:off x="6867143" y="3116580"/>
              <a:ext cx="219710" cy="288290"/>
            </a:xfrm>
            <a:custGeom>
              <a:avLst/>
              <a:gdLst/>
              <a:ahLst/>
              <a:cxnLst/>
              <a:rect l="l" t="t" r="r" b="b"/>
              <a:pathLst>
                <a:path w="219709" h="288289">
                  <a:moveTo>
                    <a:pt x="0" y="288035"/>
                  </a:moveTo>
                  <a:lnTo>
                    <a:pt x="0" y="0"/>
                  </a:lnTo>
                </a:path>
                <a:path w="219709" h="288289">
                  <a:moveTo>
                    <a:pt x="109727" y="91439"/>
                  </a:moveTo>
                  <a:lnTo>
                    <a:pt x="219455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6867143" y="3189732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6867143" y="3189732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5" name="object 265"/>
          <p:cNvGrpSpPr/>
          <p:nvPr/>
        </p:nvGrpSpPr>
        <p:grpSpPr>
          <a:xfrm>
            <a:off x="6517385" y="3116580"/>
            <a:ext cx="224154" cy="288290"/>
            <a:chOff x="6517385" y="3116580"/>
            <a:chExt cx="224154" cy="288290"/>
          </a:xfrm>
        </p:grpSpPr>
        <p:sp>
          <p:nvSpPr>
            <p:cNvPr id="266" name="object 266"/>
            <p:cNvSpPr/>
            <p:nvPr/>
          </p:nvSpPr>
          <p:spPr>
            <a:xfrm>
              <a:off x="6517385" y="3116580"/>
              <a:ext cx="219710" cy="288290"/>
            </a:xfrm>
            <a:custGeom>
              <a:avLst/>
              <a:gdLst/>
              <a:ahLst/>
              <a:cxnLst/>
              <a:rect l="l" t="t" r="r" b="b"/>
              <a:pathLst>
                <a:path w="219709" h="288289">
                  <a:moveTo>
                    <a:pt x="219455" y="288035"/>
                  </a:moveTo>
                  <a:lnTo>
                    <a:pt x="219455" y="0"/>
                  </a:lnTo>
                </a:path>
                <a:path w="219709" h="288289">
                  <a:moveTo>
                    <a:pt x="109727" y="91439"/>
                  </a:moveTo>
                  <a:lnTo>
                    <a:pt x="0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6627113" y="3189732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6627113" y="3189732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9" name="object 269"/>
          <p:cNvSpPr txBox="1"/>
          <p:nvPr/>
        </p:nvSpPr>
        <p:spPr>
          <a:xfrm>
            <a:off x="6158738" y="3096147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.313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0" name="object 270"/>
          <p:cNvSpPr/>
          <p:nvPr/>
        </p:nvSpPr>
        <p:spPr>
          <a:xfrm>
            <a:off x="8242553" y="2659380"/>
            <a:ext cx="109855" cy="109855"/>
          </a:xfrm>
          <a:custGeom>
            <a:avLst/>
            <a:gdLst/>
            <a:ahLst/>
            <a:cxnLst/>
            <a:rect l="l" t="t" r="r" b="b"/>
            <a:pathLst>
              <a:path w="109854" h="109855">
                <a:moveTo>
                  <a:pt x="0" y="0"/>
                </a:moveTo>
                <a:lnTo>
                  <a:pt x="109727" y="0"/>
                </a:lnTo>
              </a:path>
              <a:path w="109854" h="109855">
                <a:moveTo>
                  <a:pt x="54863" y="0"/>
                </a:moveTo>
                <a:lnTo>
                  <a:pt x="54863" y="109727"/>
                </a:lnTo>
                <a:lnTo>
                  <a:pt x="17525" y="44195"/>
                </a:lnTo>
              </a:path>
              <a:path w="109854" h="109855">
                <a:moveTo>
                  <a:pt x="54863" y="109727"/>
                </a:moveTo>
                <a:lnTo>
                  <a:pt x="92963" y="441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 txBox="1"/>
          <p:nvPr/>
        </p:nvSpPr>
        <p:spPr>
          <a:xfrm>
            <a:off x="7438135" y="2603133"/>
            <a:ext cx="1108075" cy="394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  <a:tabLst>
                <a:tab pos="967105" algn="l"/>
              </a:tabLst>
            </a:pPr>
            <a:r>
              <a:rPr sz="1200" dirty="0">
                <a:latin typeface="Arial MT"/>
                <a:cs typeface="Arial MT"/>
              </a:rPr>
              <a:t>4X </a:t>
            </a:r>
            <a:r>
              <a:rPr sz="1200" spc="-10" dirty="0">
                <a:latin typeface="Arial MT"/>
                <a:cs typeface="Arial MT"/>
              </a:rPr>
              <a:t>Ø.1345</a:t>
            </a:r>
            <a:r>
              <a:rPr sz="1200" dirty="0">
                <a:latin typeface="Arial MT"/>
                <a:cs typeface="Arial MT"/>
              </a:rPr>
              <a:t>	</a:t>
            </a:r>
            <a:r>
              <a:rPr sz="1200" spc="-25" dirty="0">
                <a:latin typeface="Arial MT"/>
                <a:cs typeface="Arial MT"/>
              </a:rPr>
              <a:t>.4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dirty="0">
                <a:latin typeface="Arial MT"/>
                <a:cs typeface="Arial MT"/>
              </a:rPr>
              <a:t>8-32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UNC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-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2B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72" name="object 272"/>
          <p:cNvGrpSpPr/>
          <p:nvPr/>
        </p:nvGrpSpPr>
        <p:grpSpPr>
          <a:xfrm>
            <a:off x="6790943" y="2706624"/>
            <a:ext cx="615950" cy="810260"/>
            <a:chOff x="6790943" y="2706624"/>
            <a:chExt cx="615950" cy="810260"/>
          </a:xfrm>
        </p:grpSpPr>
        <p:pic>
          <p:nvPicPr>
            <p:cNvPr id="273" name="object 27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90943" y="3413760"/>
              <a:ext cx="73913" cy="102869"/>
            </a:xfrm>
            <a:prstGeom prst="rect">
              <a:avLst/>
            </a:prstGeom>
          </p:spPr>
        </p:pic>
        <p:sp>
          <p:nvSpPr>
            <p:cNvPr id="274" name="object 274"/>
            <p:cNvSpPr/>
            <p:nvPr/>
          </p:nvSpPr>
          <p:spPr>
            <a:xfrm>
              <a:off x="6848855" y="2711196"/>
              <a:ext cx="553720" cy="712470"/>
            </a:xfrm>
            <a:custGeom>
              <a:avLst/>
              <a:gdLst/>
              <a:ahLst/>
              <a:cxnLst/>
              <a:rect l="l" t="t" r="r" b="b"/>
              <a:pathLst>
                <a:path w="553720" h="712470">
                  <a:moveTo>
                    <a:pt x="0" y="712469"/>
                  </a:moveTo>
                  <a:lnTo>
                    <a:pt x="443483" y="0"/>
                  </a:lnTo>
                  <a:lnTo>
                    <a:pt x="553211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5" name="object 275"/>
          <p:cNvSpPr/>
          <p:nvPr/>
        </p:nvSpPr>
        <p:spPr>
          <a:xfrm>
            <a:off x="8170926" y="5394197"/>
            <a:ext cx="109855" cy="109855"/>
          </a:xfrm>
          <a:custGeom>
            <a:avLst/>
            <a:gdLst/>
            <a:ahLst/>
            <a:cxnLst/>
            <a:rect l="l" t="t" r="r" b="b"/>
            <a:pathLst>
              <a:path w="109854" h="109854">
                <a:moveTo>
                  <a:pt x="0" y="0"/>
                </a:moveTo>
                <a:lnTo>
                  <a:pt x="109727" y="0"/>
                </a:lnTo>
              </a:path>
              <a:path w="109854" h="109854">
                <a:moveTo>
                  <a:pt x="54863" y="0"/>
                </a:moveTo>
                <a:lnTo>
                  <a:pt x="54863" y="109727"/>
                </a:lnTo>
                <a:lnTo>
                  <a:pt x="17525" y="43433"/>
                </a:lnTo>
              </a:path>
              <a:path w="109854" h="109854">
                <a:moveTo>
                  <a:pt x="54863" y="109727"/>
                </a:moveTo>
                <a:lnTo>
                  <a:pt x="92963" y="4343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7668005" y="5765291"/>
            <a:ext cx="219710" cy="109855"/>
          </a:xfrm>
          <a:custGeom>
            <a:avLst/>
            <a:gdLst/>
            <a:ahLst/>
            <a:cxnLst/>
            <a:rect l="l" t="t" r="r" b="b"/>
            <a:pathLst>
              <a:path w="219709" h="109854">
                <a:moveTo>
                  <a:pt x="0" y="0"/>
                </a:moveTo>
                <a:lnTo>
                  <a:pt x="0" y="109727"/>
                </a:lnTo>
                <a:lnTo>
                  <a:pt x="219455" y="109727"/>
                </a:lnTo>
                <a:lnTo>
                  <a:pt x="21945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8411717" y="5765291"/>
            <a:ext cx="109855" cy="109855"/>
          </a:xfrm>
          <a:custGeom>
            <a:avLst/>
            <a:gdLst/>
            <a:ahLst/>
            <a:cxnLst/>
            <a:rect l="l" t="t" r="r" b="b"/>
            <a:pathLst>
              <a:path w="109854" h="109854">
                <a:moveTo>
                  <a:pt x="0" y="0"/>
                </a:moveTo>
                <a:lnTo>
                  <a:pt x="109727" y="0"/>
                </a:lnTo>
              </a:path>
              <a:path w="109854" h="109854">
                <a:moveTo>
                  <a:pt x="54863" y="0"/>
                </a:moveTo>
                <a:lnTo>
                  <a:pt x="54863" y="109727"/>
                </a:lnTo>
                <a:lnTo>
                  <a:pt x="16763" y="44195"/>
                </a:lnTo>
              </a:path>
              <a:path w="109854" h="109854">
                <a:moveTo>
                  <a:pt x="54863" y="109727"/>
                </a:moveTo>
                <a:lnTo>
                  <a:pt x="92201" y="441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 txBox="1"/>
          <p:nvPr/>
        </p:nvSpPr>
        <p:spPr>
          <a:xfrm>
            <a:off x="7638542" y="5337951"/>
            <a:ext cx="1246505" cy="581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5"/>
              </a:spcBef>
              <a:tabLst>
                <a:tab pos="695325" algn="l"/>
              </a:tabLst>
            </a:pPr>
            <a:r>
              <a:rPr sz="1200" spc="-10" dirty="0">
                <a:latin typeface="Arial MT"/>
                <a:cs typeface="Arial MT"/>
              </a:rPr>
              <a:t>Ø.314</a:t>
            </a:r>
            <a:r>
              <a:rPr sz="1200" dirty="0">
                <a:latin typeface="Arial MT"/>
                <a:cs typeface="Arial MT"/>
              </a:rPr>
              <a:t>	</a:t>
            </a: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  <a:p>
            <a:pPr marL="302260" marR="5080" indent="-289560">
              <a:lnSpc>
                <a:spcPts val="1470"/>
              </a:lnSpc>
              <a:spcBef>
                <a:spcPts val="35"/>
              </a:spcBef>
              <a:tabLst>
                <a:tab pos="935355" algn="l"/>
              </a:tabLst>
            </a:pPr>
            <a:r>
              <a:rPr sz="1200" dirty="0">
                <a:latin typeface="Arial MT"/>
                <a:cs typeface="Arial MT"/>
              </a:rPr>
              <a:t>3/8-16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UNC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-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1B </a:t>
            </a:r>
            <a:r>
              <a:rPr sz="1200" spc="-20" dirty="0">
                <a:latin typeface="Arial MT"/>
                <a:cs typeface="Arial MT"/>
              </a:rPr>
              <a:t>Ø.562</a:t>
            </a:r>
            <a:r>
              <a:rPr sz="1200" dirty="0">
                <a:latin typeface="Arial MT"/>
                <a:cs typeface="Arial MT"/>
              </a:rPr>
              <a:t>	</a:t>
            </a:r>
            <a:r>
              <a:rPr sz="1200" spc="-20" dirty="0">
                <a:latin typeface="Arial MT"/>
                <a:cs typeface="Arial MT"/>
              </a:rPr>
              <a:t>.375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79" name="object 279"/>
          <p:cNvGrpSpPr/>
          <p:nvPr/>
        </p:nvGrpSpPr>
        <p:grpSpPr>
          <a:xfrm>
            <a:off x="6723888" y="5442013"/>
            <a:ext cx="884555" cy="305435"/>
            <a:chOff x="6723888" y="5442013"/>
            <a:chExt cx="884555" cy="305435"/>
          </a:xfrm>
        </p:grpSpPr>
        <p:sp>
          <p:nvSpPr>
            <p:cNvPr id="280" name="object 280"/>
            <p:cNvSpPr/>
            <p:nvPr/>
          </p:nvSpPr>
          <p:spPr>
            <a:xfrm>
              <a:off x="6723888" y="5690616"/>
              <a:ext cx="108585" cy="56515"/>
            </a:xfrm>
            <a:custGeom>
              <a:avLst/>
              <a:gdLst/>
              <a:ahLst/>
              <a:cxnLst/>
              <a:rect l="l" t="t" r="r" b="b"/>
              <a:pathLst>
                <a:path w="108584" h="56514">
                  <a:moveTo>
                    <a:pt x="95249" y="0"/>
                  </a:moveTo>
                  <a:lnTo>
                    <a:pt x="0" y="56387"/>
                  </a:lnTo>
                  <a:lnTo>
                    <a:pt x="108203" y="33527"/>
                  </a:lnTo>
                  <a:lnTo>
                    <a:pt x="952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6723888" y="5690616"/>
              <a:ext cx="108585" cy="56515"/>
            </a:xfrm>
            <a:custGeom>
              <a:avLst/>
              <a:gdLst/>
              <a:ahLst/>
              <a:cxnLst/>
              <a:rect l="l" t="t" r="r" b="b"/>
              <a:pathLst>
                <a:path w="108584" h="56514">
                  <a:moveTo>
                    <a:pt x="108203" y="33527"/>
                  </a:moveTo>
                  <a:lnTo>
                    <a:pt x="0" y="56387"/>
                  </a:lnTo>
                  <a:lnTo>
                    <a:pt x="95249" y="0"/>
                  </a:lnTo>
                  <a:lnTo>
                    <a:pt x="108203" y="335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6825996" y="5446776"/>
              <a:ext cx="777240" cy="260985"/>
            </a:xfrm>
            <a:custGeom>
              <a:avLst/>
              <a:gdLst/>
              <a:ahLst/>
              <a:cxnLst/>
              <a:rect l="l" t="t" r="r" b="b"/>
              <a:pathLst>
                <a:path w="777240" h="260985">
                  <a:moveTo>
                    <a:pt x="0" y="260603"/>
                  </a:moveTo>
                  <a:lnTo>
                    <a:pt x="667511" y="0"/>
                  </a:lnTo>
                  <a:lnTo>
                    <a:pt x="77723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3" name="object 283"/>
          <p:cNvSpPr/>
          <p:nvPr/>
        </p:nvSpPr>
        <p:spPr>
          <a:xfrm>
            <a:off x="4652771" y="4920234"/>
            <a:ext cx="219710" cy="109855"/>
          </a:xfrm>
          <a:custGeom>
            <a:avLst/>
            <a:gdLst/>
            <a:ahLst/>
            <a:cxnLst/>
            <a:rect l="l" t="t" r="r" b="b"/>
            <a:pathLst>
              <a:path w="219710" h="109854">
                <a:moveTo>
                  <a:pt x="0" y="0"/>
                </a:moveTo>
                <a:lnTo>
                  <a:pt x="109727" y="109727"/>
                </a:lnTo>
                <a:lnTo>
                  <a:pt x="21945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 txBox="1"/>
          <p:nvPr/>
        </p:nvSpPr>
        <p:spPr>
          <a:xfrm>
            <a:off x="4629403" y="4677297"/>
            <a:ext cx="1059815" cy="39624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95275" marR="5080" indent="-283210">
              <a:lnSpc>
                <a:spcPct val="102099"/>
              </a:lnSpc>
              <a:spcBef>
                <a:spcPts val="75"/>
              </a:spcBef>
            </a:pPr>
            <a:r>
              <a:rPr sz="1200" dirty="0">
                <a:latin typeface="Arial MT"/>
                <a:cs typeface="Arial MT"/>
              </a:rPr>
              <a:t>2X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Ø.17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THRU </a:t>
            </a:r>
            <a:r>
              <a:rPr sz="1200" dirty="0">
                <a:latin typeface="Arial MT"/>
                <a:cs typeface="Arial MT"/>
              </a:rPr>
              <a:t>Ø.37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X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80°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85" name="object 285"/>
          <p:cNvGrpSpPr/>
          <p:nvPr/>
        </p:nvGrpSpPr>
        <p:grpSpPr>
          <a:xfrm>
            <a:off x="5705855" y="4781550"/>
            <a:ext cx="955040" cy="483870"/>
            <a:chOff x="5705855" y="4781550"/>
            <a:chExt cx="955040" cy="483870"/>
          </a:xfrm>
        </p:grpSpPr>
        <p:pic>
          <p:nvPicPr>
            <p:cNvPr id="286" name="object 28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57009" y="5195315"/>
              <a:ext cx="103631" cy="70103"/>
            </a:xfrm>
            <a:prstGeom prst="rect">
              <a:avLst/>
            </a:prstGeom>
          </p:spPr>
        </p:pic>
        <p:sp>
          <p:nvSpPr>
            <p:cNvPr id="287" name="object 287"/>
            <p:cNvSpPr/>
            <p:nvPr/>
          </p:nvSpPr>
          <p:spPr>
            <a:xfrm>
              <a:off x="5710427" y="4786121"/>
              <a:ext cx="855344" cy="425450"/>
            </a:xfrm>
            <a:custGeom>
              <a:avLst/>
              <a:gdLst/>
              <a:ahLst/>
              <a:cxnLst/>
              <a:rect l="l" t="t" r="r" b="b"/>
              <a:pathLst>
                <a:path w="855345" h="425450">
                  <a:moveTo>
                    <a:pt x="854963" y="425195"/>
                  </a:moveTo>
                  <a:lnTo>
                    <a:pt x="109727" y="0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8" name="object 288"/>
          <p:cNvSpPr/>
          <p:nvPr/>
        </p:nvSpPr>
        <p:spPr>
          <a:xfrm>
            <a:off x="3192779" y="4145279"/>
            <a:ext cx="928369" cy="368935"/>
          </a:xfrm>
          <a:custGeom>
            <a:avLst/>
            <a:gdLst/>
            <a:ahLst/>
            <a:cxnLst/>
            <a:rect l="l" t="t" r="r" b="b"/>
            <a:pathLst>
              <a:path w="928370" h="368935">
                <a:moveTo>
                  <a:pt x="0" y="0"/>
                </a:moveTo>
                <a:lnTo>
                  <a:pt x="21335" y="16001"/>
                </a:lnTo>
                <a:lnTo>
                  <a:pt x="131063" y="16001"/>
                </a:lnTo>
              </a:path>
              <a:path w="928370" h="368935">
                <a:moveTo>
                  <a:pt x="818387" y="259079"/>
                </a:moveTo>
                <a:lnTo>
                  <a:pt x="928115" y="259079"/>
                </a:lnTo>
              </a:path>
              <a:path w="928370" h="368935">
                <a:moveTo>
                  <a:pt x="873251" y="259079"/>
                </a:moveTo>
                <a:lnTo>
                  <a:pt x="873251" y="368807"/>
                </a:lnTo>
                <a:lnTo>
                  <a:pt x="835151" y="303275"/>
                </a:lnTo>
              </a:path>
              <a:path w="928370" h="368935">
                <a:moveTo>
                  <a:pt x="873251" y="368807"/>
                </a:moveTo>
                <a:lnTo>
                  <a:pt x="910589" y="30327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 txBox="1"/>
          <p:nvPr/>
        </p:nvSpPr>
        <p:spPr>
          <a:xfrm>
            <a:off x="3349244" y="4348113"/>
            <a:ext cx="10985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  <a:tabLst>
                <a:tab pos="823594" algn="l"/>
              </a:tabLst>
            </a:pPr>
            <a:r>
              <a:rPr sz="1200" dirty="0">
                <a:latin typeface="Arial MT"/>
                <a:cs typeface="Arial MT"/>
              </a:rPr>
              <a:t>2 x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Ø.16</a:t>
            </a:r>
            <a:r>
              <a:rPr sz="1200" dirty="0">
                <a:latin typeface="Arial MT"/>
                <a:cs typeface="Arial MT"/>
              </a:rPr>
              <a:t>	</a:t>
            </a:r>
            <a:r>
              <a:rPr sz="1200" spc="-25" dirty="0">
                <a:latin typeface="Arial MT"/>
                <a:cs typeface="Arial MT"/>
              </a:rPr>
              <a:t>.25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10-32 UNF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- </a:t>
            </a:r>
            <a:r>
              <a:rPr sz="1200" spc="-25" dirty="0">
                <a:latin typeface="Arial MT"/>
                <a:cs typeface="Arial MT"/>
              </a:rPr>
              <a:t>2B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90" name="object 290"/>
          <p:cNvGrpSpPr/>
          <p:nvPr/>
        </p:nvGrpSpPr>
        <p:grpSpPr>
          <a:xfrm>
            <a:off x="2849879" y="3898392"/>
            <a:ext cx="478790" cy="562610"/>
            <a:chOff x="2849879" y="3898392"/>
            <a:chExt cx="478790" cy="562610"/>
          </a:xfrm>
        </p:grpSpPr>
        <p:pic>
          <p:nvPicPr>
            <p:cNvPr id="291" name="object 29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849879" y="3898392"/>
              <a:ext cx="75437" cy="102107"/>
            </a:xfrm>
            <a:prstGeom prst="rect">
              <a:avLst/>
            </a:prstGeom>
          </p:spPr>
        </p:pic>
        <p:sp>
          <p:nvSpPr>
            <p:cNvPr id="292" name="object 292"/>
            <p:cNvSpPr/>
            <p:nvPr/>
          </p:nvSpPr>
          <p:spPr>
            <a:xfrm>
              <a:off x="2910077" y="3990594"/>
              <a:ext cx="414020" cy="466090"/>
            </a:xfrm>
            <a:custGeom>
              <a:avLst/>
              <a:gdLst/>
              <a:ahLst/>
              <a:cxnLst/>
              <a:rect l="l" t="t" r="r" b="b"/>
              <a:pathLst>
                <a:path w="414020" h="466089">
                  <a:moveTo>
                    <a:pt x="0" y="0"/>
                  </a:moveTo>
                  <a:lnTo>
                    <a:pt x="304037" y="465581"/>
                  </a:lnTo>
                  <a:lnTo>
                    <a:pt x="413765" y="46558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3" name="object 293"/>
          <p:cNvSpPr txBox="1"/>
          <p:nvPr/>
        </p:nvSpPr>
        <p:spPr>
          <a:xfrm>
            <a:off x="826261" y="6536576"/>
            <a:ext cx="1176020" cy="579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X.X = +/- </a:t>
            </a:r>
            <a:r>
              <a:rPr sz="1200" spc="-20" dirty="0">
                <a:latin typeface="Arial MT"/>
                <a:cs typeface="Arial MT"/>
              </a:rPr>
              <a:t>.020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dirty="0">
                <a:latin typeface="Arial MT"/>
                <a:cs typeface="Arial MT"/>
              </a:rPr>
              <a:t>X.XX = +/- </a:t>
            </a:r>
            <a:r>
              <a:rPr sz="1200" spc="-20" dirty="0">
                <a:latin typeface="Arial MT"/>
                <a:cs typeface="Arial MT"/>
              </a:rPr>
              <a:t>.010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Arial MT"/>
                <a:cs typeface="Arial MT"/>
              </a:rPr>
              <a:t>X.XXX = +/- </a:t>
            </a:r>
            <a:r>
              <a:rPr sz="1200" spc="-20" dirty="0">
                <a:latin typeface="Arial MT"/>
                <a:cs typeface="Arial MT"/>
              </a:rPr>
              <a:t>.005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640EEB09-9772-1AE5-43EE-3B122CF0F0F0}"/>
              </a:ext>
            </a:extLst>
          </p:cNvPr>
          <p:cNvSpPr txBox="1"/>
          <p:nvPr/>
        </p:nvSpPr>
        <p:spPr>
          <a:xfrm>
            <a:off x="5041427" y="6248160"/>
            <a:ext cx="4787611" cy="11691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5227" y="5087873"/>
            <a:ext cx="171449" cy="1714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375409" y="5363717"/>
            <a:ext cx="1068070" cy="458470"/>
          </a:xfrm>
          <a:custGeom>
            <a:avLst/>
            <a:gdLst/>
            <a:ahLst/>
            <a:cxnLst/>
            <a:rect l="l" t="t" r="r" b="b"/>
            <a:pathLst>
              <a:path w="1068070" h="458470">
                <a:moveTo>
                  <a:pt x="1067561" y="152780"/>
                </a:moveTo>
                <a:lnTo>
                  <a:pt x="1059773" y="104490"/>
                </a:lnTo>
                <a:lnTo>
                  <a:pt x="1038084" y="62550"/>
                </a:lnTo>
                <a:lnTo>
                  <a:pt x="1005011" y="29477"/>
                </a:lnTo>
                <a:lnTo>
                  <a:pt x="963071" y="7788"/>
                </a:lnTo>
                <a:lnTo>
                  <a:pt x="914780" y="0"/>
                </a:lnTo>
                <a:lnTo>
                  <a:pt x="866490" y="7788"/>
                </a:lnTo>
                <a:lnTo>
                  <a:pt x="824550" y="29477"/>
                </a:lnTo>
                <a:lnTo>
                  <a:pt x="791477" y="62550"/>
                </a:lnTo>
                <a:lnTo>
                  <a:pt x="769788" y="104490"/>
                </a:lnTo>
                <a:lnTo>
                  <a:pt x="761999" y="152780"/>
                </a:lnTo>
              </a:path>
              <a:path w="1068070" h="458470">
                <a:moveTo>
                  <a:pt x="761999" y="457961"/>
                </a:moveTo>
                <a:lnTo>
                  <a:pt x="761999" y="153161"/>
                </a:lnTo>
              </a:path>
              <a:path w="1068070" h="458470">
                <a:moveTo>
                  <a:pt x="1067561" y="153161"/>
                </a:moveTo>
                <a:lnTo>
                  <a:pt x="1067561" y="457961"/>
                </a:lnTo>
              </a:path>
              <a:path w="1068070" h="458470">
                <a:moveTo>
                  <a:pt x="0" y="457961"/>
                </a:moveTo>
                <a:lnTo>
                  <a:pt x="761999" y="45796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08810" y="3687317"/>
            <a:ext cx="1068070" cy="609600"/>
          </a:xfrm>
          <a:custGeom>
            <a:avLst/>
            <a:gdLst/>
            <a:ahLst/>
            <a:cxnLst/>
            <a:rect l="l" t="t" r="r" b="b"/>
            <a:pathLst>
              <a:path w="1068070" h="609600">
                <a:moveTo>
                  <a:pt x="1067561" y="0"/>
                </a:moveTo>
                <a:lnTo>
                  <a:pt x="762761" y="0"/>
                </a:lnTo>
                <a:lnTo>
                  <a:pt x="762761" y="609599"/>
                </a:lnTo>
                <a:lnTo>
                  <a:pt x="0" y="609599"/>
                </a:ln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23009" y="3687317"/>
            <a:ext cx="381000" cy="1982470"/>
          </a:xfrm>
          <a:custGeom>
            <a:avLst/>
            <a:gdLst/>
            <a:ahLst/>
            <a:cxnLst/>
            <a:rect l="l" t="t" r="r" b="b"/>
            <a:pathLst>
              <a:path w="381000" h="1982470">
                <a:moveTo>
                  <a:pt x="0" y="1981961"/>
                </a:moveTo>
                <a:lnTo>
                  <a:pt x="0" y="609599"/>
                </a:lnTo>
                <a:lnTo>
                  <a:pt x="380999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6372" y="3687317"/>
            <a:ext cx="381000" cy="1982470"/>
          </a:xfrm>
          <a:custGeom>
            <a:avLst/>
            <a:gdLst/>
            <a:ahLst/>
            <a:cxnLst/>
            <a:rect l="l" t="t" r="r" b="b"/>
            <a:pathLst>
              <a:path w="381000" h="1982470">
                <a:moveTo>
                  <a:pt x="0" y="0"/>
                </a:moveTo>
                <a:lnTo>
                  <a:pt x="380999" y="609599"/>
                </a:lnTo>
                <a:lnTo>
                  <a:pt x="380999" y="198196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42972" y="5821679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1999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23010" y="5668898"/>
            <a:ext cx="153035" cy="153035"/>
          </a:xfrm>
          <a:custGeom>
            <a:avLst/>
            <a:gdLst/>
            <a:ahLst/>
            <a:cxnLst/>
            <a:rect l="l" t="t" r="r" b="b"/>
            <a:pathLst>
              <a:path w="153034" h="153035">
                <a:moveTo>
                  <a:pt x="0" y="0"/>
                </a:moveTo>
                <a:lnTo>
                  <a:pt x="7788" y="48290"/>
                </a:lnTo>
                <a:lnTo>
                  <a:pt x="29477" y="90230"/>
                </a:lnTo>
                <a:lnTo>
                  <a:pt x="62550" y="123303"/>
                </a:lnTo>
                <a:lnTo>
                  <a:pt x="104490" y="144992"/>
                </a:lnTo>
                <a:lnTo>
                  <a:pt x="152780" y="15278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4009" y="3687317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304799" y="0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05352" y="5668898"/>
            <a:ext cx="153035" cy="153035"/>
          </a:xfrm>
          <a:custGeom>
            <a:avLst/>
            <a:gdLst/>
            <a:ahLst/>
            <a:cxnLst/>
            <a:rect l="l" t="t" r="r" b="b"/>
            <a:pathLst>
              <a:path w="153035" h="153035">
                <a:moveTo>
                  <a:pt x="0" y="152780"/>
                </a:moveTo>
                <a:lnTo>
                  <a:pt x="48290" y="144992"/>
                </a:lnTo>
                <a:lnTo>
                  <a:pt x="90230" y="123303"/>
                </a:lnTo>
                <a:lnTo>
                  <a:pt x="123303" y="90230"/>
                </a:lnTo>
                <a:lnTo>
                  <a:pt x="144992" y="48290"/>
                </a:lnTo>
                <a:lnTo>
                  <a:pt x="15278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85822" y="4296917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78485"/>
                </a:lnTo>
              </a:path>
              <a:path h="457200">
                <a:moveTo>
                  <a:pt x="0" y="121919"/>
                </a:moveTo>
                <a:lnTo>
                  <a:pt x="0" y="207263"/>
                </a:lnTo>
              </a:path>
              <a:path h="457200">
                <a:moveTo>
                  <a:pt x="0" y="250697"/>
                </a:moveTo>
                <a:lnTo>
                  <a:pt x="0" y="336041"/>
                </a:lnTo>
              </a:path>
              <a:path h="457200">
                <a:moveTo>
                  <a:pt x="0" y="378713"/>
                </a:moveTo>
                <a:lnTo>
                  <a:pt x="0" y="45719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94560" y="4296917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78485"/>
                </a:lnTo>
              </a:path>
              <a:path h="457200">
                <a:moveTo>
                  <a:pt x="0" y="121919"/>
                </a:moveTo>
                <a:lnTo>
                  <a:pt x="0" y="207263"/>
                </a:lnTo>
              </a:path>
              <a:path h="457200">
                <a:moveTo>
                  <a:pt x="0" y="250697"/>
                </a:moveTo>
                <a:lnTo>
                  <a:pt x="0" y="336041"/>
                </a:lnTo>
              </a:path>
              <a:path h="457200">
                <a:moveTo>
                  <a:pt x="0" y="378713"/>
                </a:moveTo>
                <a:lnTo>
                  <a:pt x="0" y="45719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04872" y="4296917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7199"/>
                </a:moveTo>
                <a:lnTo>
                  <a:pt x="0" y="378713"/>
                </a:lnTo>
              </a:path>
              <a:path h="457200">
                <a:moveTo>
                  <a:pt x="0" y="336041"/>
                </a:moveTo>
                <a:lnTo>
                  <a:pt x="0" y="250697"/>
                </a:lnTo>
              </a:path>
              <a:path h="457200">
                <a:moveTo>
                  <a:pt x="0" y="207263"/>
                </a:moveTo>
                <a:lnTo>
                  <a:pt x="0" y="121919"/>
                </a:lnTo>
              </a:path>
              <a:path h="457200">
                <a:moveTo>
                  <a:pt x="0" y="78485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75510" y="4296917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78485"/>
                </a:lnTo>
              </a:path>
              <a:path h="457200">
                <a:moveTo>
                  <a:pt x="0" y="121919"/>
                </a:moveTo>
                <a:lnTo>
                  <a:pt x="0" y="207263"/>
                </a:lnTo>
              </a:path>
              <a:path h="457200">
                <a:moveTo>
                  <a:pt x="0" y="250697"/>
                </a:moveTo>
                <a:lnTo>
                  <a:pt x="0" y="336041"/>
                </a:lnTo>
              </a:path>
              <a:path h="457200">
                <a:moveTo>
                  <a:pt x="0" y="378713"/>
                </a:moveTo>
                <a:lnTo>
                  <a:pt x="0" y="45719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75510" y="4754117"/>
            <a:ext cx="229870" cy="0"/>
          </a:xfrm>
          <a:custGeom>
            <a:avLst/>
            <a:gdLst/>
            <a:ahLst/>
            <a:cxnLst/>
            <a:rect l="l" t="t" r="r" b="b"/>
            <a:pathLst>
              <a:path w="229869">
                <a:moveTo>
                  <a:pt x="229361" y="0"/>
                </a:moveTo>
                <a:lnTo>
                  <a:pt x="229361" y="0"/>
                </a:lnTo>
                <a:lnTo>
                  <a:pt x="150113" y="0"/>
                </a:lnTo>
                <a:lnTo>
                  <a:pt x="136397" y="0"/>
                </a:lnTo>
              </a:path>
              <a:path w="229869">
                <a:moveTo>
                  <a:pt x="92963" y="0"/>
                </a:moveTo>
                <a:lnTo>
                  <a:pt x="92963" y="0"/>
                </a:lnTo>
                <a:lnTo>
                  <a:pt x="152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6177" y="1358646"/>
            <a:ext cx="209549" cy="20954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2137410" y="1159002"/>
            <a:ext cx="0" cy="610870"/>
          </a:xfrm>
          <a:custGeom>
            <a:avLst/>
            <a:gdLst/>
            <a:ahLst/>
            <a:cxnLst/>
            <a:rect l="l" t="t" r="r" b="b"/>
            <a:pathLst>
              <a:path h="610869">
                <a:moveTo>
                  <a:pt x="0" y="610361"/>
                </a:moveTo>
                <a:lnTo>
                  <a:pt x="0" y="519683"/>
                </a:lnTo>
              </a:path>
              <a:path h="610869">
                <a:moveTo>
                  <a:pt x="0" y="477011"/>
                </a:moveTo>
                <a:lnTo>
                  <a:pt x="0" y="390905"/>
                </a:lnTo>
              </a:path>
              <a:path h="610869">
                <a:moveTo>
                  <a:pt x="0" y="348233"/>
                </a:moveTo>
                <a:lnTo>
                  <a:pt x="0" y="262127"/>
                </a:lnTo>
              </a:path>
              <a:path h="610869">
                <a:moveTo>
                  <a:pt x="0" y="219455"/>
                </a:moveTo>
                <a:lnTo>
                  <a:pt x="0" y="133349"/>
                </a:lnTo>
              </a:path>
              <a:path h="610869">
                <a:moveTo>
                  <a:pt x="0" y="90677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1213865" y="1149858"/>
            <a:ext cx="2152650" cy="628650"/>
            <a:chOff x="1213865" y="1149858"/>
            <a:chExt cx="2152650" cy="628650"/>
          </a:xfrm>
        </p:grpSpPr>
        <p:sp>
          <p:nvSpPr>
            <p:cNvPr id="19" name="object 19"/>
            <p:cNvSpPr/>
            <p:nvPr/>
          </p:nvSpPr>
          <p:spPr>
            <a:xfrm>
              <a:off x="2442971" y="1159002"/>
              <a:ext cx="0" cy="610870"/>
            </a:xfrm>
            <a:custGeom>
              <a:avLst/>
              <a:gdLst/>
              <a:ahLst/>
              <a:cxnLst/>
              <a:rect l="l" t="t" r="r" b="b"/>
              <a:pathLst>
                <a:path h="610869">
                  <a:moveTo>
                    <a:pt x="0" y="610361"/>
                  </a:moveTo>
                  <a:lnTo>
                    <a:pt x="0" y="519683"/>
                  </a:lnTo>
                </a:path>
                <a:path h="610869">
                  <a:moveTo>
                    <a:pt x="0" y="477011"/>
                  </a:moveTo>
                  <a:lnTo>
                    <a:pt x="0" y="390905"/>
                  </a:lnTo>
                </a:path>
                <a:path h="610869">
                  <a:moveTo>
                    <a:pt x="0" y="348233"/>
                  </a:moveTo>
                  <a:lnTo>
                    <a:pt x="0" y="262127"/>
                  </a:lnTo>
                </a:path>
                <a:path h="610869">
                  <a:moveTo>
                    <a:pt x="0" y="219455"/>
                  </a:moveTo>
                  <a:lnTo>
                    <a:pt x="0" y="133349"/>
                  </a:lnTo>
                </a:path>
                <a:path h="610869">
                  <a:moveTo>
                    <a:pt x="0" y="90677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3009" y="1159002"/>
              <a:ext cx="2134870" cy="610870"/>
            </a:xfrm>
            <a:custGeom>
              <a:avLst/>
              <a:gdLst/>
              <a:ahLst/>
              <a:cxnLst/>
              <a:rect l="l" t="t" r="r" b="b"/>
              <a:pathLst>
                <a:path w="2134870" h="610869">
                  <a:moveTo>
                    <a:pt x="2134361" y="0"/>
                  </a:moveTo>
                  <a:lnTo>
                    <a:pt x="1753361" y="0"/>
                  </a:lnTo>
                  <a:lnTo>
                    <a:pt x="1448561" y="0"/>
                  </a:lnTo>
                  <a:lnTo>
                    <a:pt x="685799" y="0"/>
                  </a:lnTo>
                  <a:lnTo>
                    <a:pt x="380999" y="0"/>
                  </a:lnTo>
                  <a:lnTo>
                    <a:pt x="0" y="0"/>
                  </a:lnTo>
                </a:path>
                <a:path w="2134870" h="610869">
                  <a:moveTo>
                    <a:pt x="1448561" y="0"/>
                  </a:moveTo>
                  <a:lnTo>
                    <a:pt x="1448561" y="610361"/>
                  </a:lnTo>
                  <a:lnTo>
                    <a:pt x="685799" y="610361"/>
                  </a:lnTo>
                  <a:lnTo>
                    <a:pt x="685799" y="0"/>
                  </a:lnTo>
                </a:path>
                <a:path w="2134870" h="610869">
                  <a:moveTo>
                    <a:pt x="1753361" y="0"/>
                  </a:moveTo>
                  <a:lnTo>
                    <a:pt x="1753361" y="610361"/>
                  </a:lnTo>
                  <a:lnTo>
                    <a:pt x="1448561" y="610361"/>
                  </a:lnTo>
                </a:path>
                <a:path w="2134870" h="610869">
                  <a:moveTo>
                    <a:pt x="0" y="0"/>
                  </a:moveTo>
                  <a:lnTo>
                    <a:pt x="0" y="610361"/>
                  </a:lnTo>
                  <a:lnTo>
                    <a:pt x="380999" y="610361"/>
                  </a:lnTo>
                  <a:lnTo>
                    <a:pt x="380999" y="0"/>
                  </a:lnTo>
                </a:path>
                <a:path w="2134870" h="610869">
                  <a:moveTo>
                    <a:pt x="1753361" y="610361"/>
                  </a:moveTo>
                  <a:lnTo>
                    <a:pt x="2134361" y="610361"/>
                  </a:lnTo>
                  <a:lnTo>
                    <a:pt x="2134361" y="0"/>
                  </a:lnTo>
                </a:path>
                <a:path w="2134870" h="610869">
                  <a:moveTo>
                    <a:pt x="685799" y="610361"/>
                  </a:moveTo>
                  <a:lnTo>
                    <a:pt x="380999" y="61036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76271" y="1349502"/>
              <a:ext cx="228600" cy="420370"/>
            </a:xfrm>
            <a:custGeom>
              <a:avLst/>
              <a:gdLst/>
              <a:ahLst/>
              <a:cxnLst/>
              <a:rect l="l" t="t" r="r" b="b"/>
              <a:pathLst>
                <a:path w="228600" h="420369">
                  <a:moveTo>
                    <a:pt x="37337" y="76961"/>
                  </a:moveTo>
                  <a:lnTo>
                    <a:pt x="114299" y="31241"/>
                  </a:lnTo>
                  <a:lnTo>
                    <a:pt x="190499" y="76961"/>
                  </a:lnTo>
                </a:path>
                <a:path w="228600" h="420369">
                  <a:moveTo>
                    <a:pt x="37337" y="419861"/>
                  </a:moveTo>
                  <a:lnTo>
                    <a:pt x="37337" y="333755"/>
                  </a:lnTo>
                </a:path>
                <a:path w="228600" h="420369">
                  <a:moveTo>
                    <a:pt x="37337" y="291083"/>
                  </a:moveTo>
                  <a:lnTo>
                    <a:pt x="37337" y="205739"/>
                  </a:lnTo>
                </a:path>
                <a:path w="228600" h="420369">
                  <a:moveTo>
                    <a:pt x="37337" y="162305"/>
                  </a:moveTo>
                  <a:lnTo>
                    <a:pt x="37337" y="76961"/>
                  </a:lnTo>
                </a:path>
                <a:path w="228600" h="420369">
                  <a:moveTo>
                    <a:pt x="190499" y="419861"/>
                  </a:moveTo>
                  <a:lnTo>
                    <a:pt x="190499" y="333755"/>
                  </a:lnTo>
                </a:path>
                <a:path w="228600" h="420369">
                  <a:moveTo>
                    <a:pt x="190499" y="291083"/>
                  </a:moveTo>
                  <a:lnTo>
                    <a:pt x="190499" y="205739"/>
                  </a:lnTo>
                </a:path>
                <a:path w="228600" h="420369">
                  <a:moveTo>
                    <a:pt x="190499" y="162305"/>
                  </a:moveTo>
                  <a:lnTo>
                    <a:pt x="190499" y="76961"/>
                  </a:lnTo>
                </a:path>
                <a:path w="228600" h="420369">
                  <a:moveTo>
                    <a:pt x="228599" y="114299"/>
                  </a:moveTo>
                  <a:lnTo>
                    <a:pt x="227075" y="133349"/>
                  </a:lnTo>
                  <a:lnTo>
                    <a:pt x="222503" y="150875"/>
                  </a:lnTo>
                  <a:lnTo>
                    <a:pt x="214883" y="167639"/>
                  </a:lnTo>
                  <a:lnTo>
                    <a:pt x="204977" y="183641"/>
                  </a:lnTo>
                  <a:lnTo>
                    <a:pt x="201167" y="188213"/>
                  </a:lnTo>
                </a:path>
                <a:path w="228600" h="420369">
                  <a:moveTo>
                    <a:pt x="170687" y="213359"/>
                  </a:moveTo>
                  <a:lnTo>
                    <a:pt x="163067" y="217931"/>
                  </a:lnTo>
                  <a:lnTo>
                    <a:pt x="145541" y="224789"/>
                  </a:lnTo>
                  <a:lnTo>
                    <a:pt x="128015" y="228599"/>
                  </a:lnTo>
                  <a:lnTo>
                    <a:pt x="108965" y="229361"/>
                  </a:lnTo>
                  <a:lnTo>
                    <a:pt x="93725" y="227075"/>
                  </a:lnTo>
                </a:path>
                <a:path w="228600" h="420369">
                  <a:moveTo>
                    <a:pt x="56387" y="213359"/>
                  </a:moveTo>
                  <a:lnTo>
                    <a:pt x="41909" y="203453"/>
                  </a:lnTo>
                  <a:lnTo>
                    <a:pt x="28193" y="190499"/>
                  </a:lnTo>
                  <a:lnTo>
                    <a:pt x="17525" y="176021"/>
                  </a:lnTo>
                  <a:lnTo>
                    <a:pt x="8381" y="159257"/>
                  </a:lnTo>
                  <a:lnTo>
                    <a:pt x="6857" y="153161"/>
                  </a:lnTo>
                </a:path>
                <a:path w="228600" h="420369">
                  <a:moveTo>
                    <a:pt x="0" y="114299"/>
                  </a:moveTo>
                  <a:lnTo>
                    <a:pt x="0" y="105155"/>
                  </a:lnTo>
                  <a:lnTo>
                    <a:pt x="3047" y="87629"/>
                  </a:lnTo>
                  <a:lnTo>
                    <a:pt x="8381" y="70103"/>
                  </a:lnTo>
                  <a:lnTo>
                    <a:pt x="17525" y="53339"/>
                  </a:lnTo>
                  <a:lnTo>
                    <a:pt x="26669" y="41147"/>
                  </a:lnTo>
                </a:path>
                <a:path w="228600" h="420369">
                  <a:moveTo>
                    <a:pt x="57149" y="15239"/>
                  </a:moveTo>
                  <a:lnTo>
                    <a:pt x="73151" y="7619"/>
                  </a:lnTo>
                  <a:lnTo>
                    <a:pt x="90677" y="2285"/>
                  </a:lnTo>
                  <a:lnTo>
                    <a:pt x="108965" y="0"/>
                  </a:lnTo>
                  <a:lnTo>
                    <a:pt x="128015" y="761"/>
                  </a:lnTo>
                  <a:lnTo>
                    <a:pt x="134111" y="2285"/>
                  </a:lnTo>
                </a:path>
                <a:path w="228600" h="420369">
                  <a:moveTo>
                    <a:pt x="171449" y="16001"/>
                  </a:moveTo>
                  <a:lnTo>
                    <a:pt x="179069" y="20573"/>
                  </a:lnTo>
                  <a:lnTo>
                    <a:pt x="192785" y="32003"/>
                  </a:lnTo>
                  <a:lnTo>
                    <a:pt x="204977" y="45719"/>
                  </a:lnTo>
                  <a:lnTo>
                    <a:pt x="214883" y="61721"/>
                  </a:lnTo>
                  <a:lnTo>
                    <a:pt x="221741" y="7619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484619" y="3675888"/>
          <a:ext cx="610234" cy="2131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26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7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6836664" y="5097779"/>
            <a:ext cx="45720" cy="152400"/>
          </a:xfrm>
          <a:custGeom>
            <a:avLst/>
            <a:gdLst/>
            <a:ahLst/>
            <a:cxnLst/>
            <a:rect l="l" t="t" r="r" b="b"/>
            <a:pathLst>
              <a:path w="45720" h="152400">
                <a:moveTo>
                  <a:pt x="0" y="0"/>
                </a:moveTo>
                <a:lnTo>
                  <a:pt x="45719" y="76199"/>
                </a:lnTo>
                <a:lnTo>
                  <a:pt x="0" y="15239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5801085" y="538734"/>
            <a:ext cx="1959610" cy="2677160"/>
            <a:chOff x="5801085" y="538734"/>
            <a:chExt cx="1959610" cy="267716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8725" y="546354"/>
              <a:ext cx="1943862" cy="266090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75881" y="1385746"/>
              <a:ext cx="167755" cy="12791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01994" y="2211306"/>
              <a:ext cx="126032" cy="15776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48023" y="2422216"/>
              <a:ext cx="233975" cy="21985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457187" y="547878"/>
              <a:ext cx="1293495" cy="2334260"/>
            </a:xfrm>
            <a:custGeom>
              <a:avLst/>
              <a:gdLst/>
              <a:ahLst/>
              <a:cxnLst/>
              <a:rect l="l" t="t" r="r" b="b"/>
              <a:pathLst>
                <a:path w="1293495" h="2334260">
                  <a:moveTo>
                    <a:pt x="215645" y="2086355"/>
                  </a:moveTo>
                  <a:lnTo>
                    <a:pt x="0" y="2210561"/>
                  </a:lnTo>
                  <a:lnTo>
                    <a:pt x="0" y="1960625"/>
                  </a:lnTo>
                </a:path>
                <a:path w="1293495" h="2334260">
                  <a:moveTo>
                    <a:pt x="215645" y="2084831"/>
                  </a:moveTo>
                  <a:lnTo>
                    <a:pt x="215645" y="2334005"/>
                  </a:lnTo>
                </a:path>
                <a:path w="1293495" h="2334260">
                  <a:moveTo>
                    <a:pt x="377189" y="685037"/>
                  </a:moveTo>
                  <a:lnTo>
                    <a:pt x="268985" y="622553"/>
                  </a:lnTo>
                  <a:lnTo>
                    <a:pt x="268985" y="124205"/>
                  </a:lnTo>
                  <a:lnTo>
                    <a:pt x="53339" y="0"/>
                  </a:lnTo>
                </a:path>
                <a:path w="1293495" h="2334260">
                  <a:moveTo>
                    <a:pt x="1293113" y="2334005"/>
                  </a:moveTo>
                  <a:lnTo>
                    <a:pt x="1293113" y="1212341"/>
                  </a:lnTo>
                  <a:lnTo>
                    <a:pt x="1023365" y="558545"/>
                  </a:lnTo>
                  <a:lnTo>
                    <a:pt x="807719" y="43433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19487" y="2881339"/>
              <a:ext cx="31750" cy="70485"/>
            </a:xfrm>
            <a:custGeom>
              <a:avLst/>
              <a:gdLst/>
              <a:ahLst/>
              <a:cxnLst/>
              <a:rect l="l" t="t" r="r" b="b"/>
              <a:pathLst>
                <a:path w="31750" h="70485">
                  <a:moveTo>
                    <a:pt x="0" y="70074"/>
                  </a:moveTo>
                  <a:lnTo>
                    <a:pt x="13499" y="58865"/>
                  </a:lnTo>
                  <a:lnTo>
                    <a:pt x="23421" y="43100"/>
                  </a:lnTo>
                  <a:lnTo>
                    <a:pt x="29533" y="23305"/>
                  </a:lnTo>
                  <a:lnTo>
                    <a:pt x="31597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10249" y="547878"/>
              <a:ext cx="1940560" cy="2582545"/>
            </a:xfrm>
            <a:custGeom>
              <a:avLst/>
              <a:gdLst/>
              <a:ahLst/>
              <a:cxnLst/>
              <a:rect l="l" t="t" r="r" b="b"/>
              <a:pathLst>
                <a:path w="1940559" h="2582545">
                  <a:moveTo>
                    <a:pt x="107441" y="1899665"/>
                  </a:moveTo>
                  <a:lnTo>
                    <a:pt x="646937" y="2210561"/>
                  </a:lnTo>
                </a:path>
                <a:path w="1940559" h="2582545">
                  <a:moveTo>
                    <a:pt x="1454657" y="434339"/>
                  </a:moveTo>
                  <a:lnTo>
                    <a:pt x="1024127" y="682751"/>
                  </a:lnTo>
                  <a:lnTo>
                    <a:pt x="1024127" y="1181099"/>
                  </a:lnTo>
                  <a:lnTo>
                    <a:pt x="485393" y="870965"/>
                  </a:lnTo>
                  <a:lnTo>
                    <a:pt x="915923" y="622553"/>
                  </a:lnTo>
                </a:path>
                <a:path w="1940559" h="2582545">
                  <a:moveTo>
                    <a:pt x="485393" y="870965"/>
                  </a:moveTo>
                  <a:lnTo>
                    <a:pt x="485393" y="372617"/>
                  </a:lnTo>
                  <a:lnTo>
                    <a:pt x="915923" y="124205"/>
                  </a:lnTo>
                </a:path>
                <a:path w="1940559" h="2582545">
                  <a:moveTo>
                    <a:pt x="1670303" y="558545"/>
                  </a:moveTo>
                  <a:lnTo>
                    <a:pt x="1239773" y="806957"/>
                  </a:lnTo>
                  <a:lnTo>
                    <a:pt x="1024127" y="682751"/>
                  </a:lnTo>
                </a:path>
                <a:path w="1940559" h="2582545">
                  <a:moveTo>
                    <a:pt x="0" y="1712975"/>
                  </a:moveTo>
                  <a:lnTo>
                    <a:pt x="0" y="591311"/>
                  </a:lnTo>
                  <a:lnTo>
                    <a:pt x="269747" y="248411"/>
                  </a:lnTo>
                  <a:lnTo>
                    <a:pt x="700277" y="0"/>
                  </a:lnTo>
                </a:path>
                <a:path w="1940559" h="2582545">
                  <a:moveTo>
                    <a:pt x="1239773" y="806957"/>
                  </a:moveTo>
                  <a:lnTo>
                    <a:pt x="1508759" y="1460753"/>
                  </a:lnTo>
                  <a:lnTo>
                    <a:pt x="1940051" y="1212341"/>
                  </a:lnTo>
                </a:path>
                <a:path w="1940559" h="2582545">
                  <a:moveTo>
                    <a:pt x="1508759" y="2582417"/>
                  </a:moveTo>
                  <a:lnTo>
                    <a:pt x="1508759" y="146075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19009" y="2881884"/>
              <a:ext cx="431800" cy="248920"/>
            </a:xfrm>
            <a:custGeom>
              <a:avLst/>
              <a:gdLst/>
              <a:ahLst/>
              <a:cxnLst/>
              <a:rect l="l" t="t" r="r" b="b"/>
              <a:pathLst>
                <a:path w="431800" h="248919">
                  <a:moveTo>
                    <a:pt x="431291" y="0"/>
                  </a:moveTo>
                  <a:lnTo>
                    <a:pt x="0" y="24841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72833" y="2881884"/>
              <a:ext cx="539115" cy="311150"/>
            </a:xfrm>
            <a:custGeom>
              <a:avLst/>
              <a:gdLst/>
              <a:ahLst/>
              <a:cxnLst/>
              <a:rect l="l" t="t" r="r" b="b"/>
              <a:pathLst>
                <a:path w="539115" h="311150">
                  <a:moveTo>
                    <a:pt x="0" y="0"/>
                  </a:moveTo>
                  <a:lnTo>
                    <a:pt x="538733" y="31089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10229" y="2260636"/>
              <a:ext cx="108585" cy="187325"/>
            </a:xfrm>
            <a:custGeom>
              <a:avLst/>
              <a:gdLst/>
              <a:ahLst/>
              <a:cxnLst/>
              <a:rect l="l" t="t" r="r" b="b"/>
              <a:pathLst>
                <a:path w="108585" h="187325">
                  <a:moveTo>
                    <a:pt x="0" y="0"/>
                  </a:moveTo>
                  <a:lnTo>
                    <a:pt x="5558" y="42622"/>
                  </a:lnTo>
                  <a:lnTo>
                    <a:pt x="20921" y="85726"/>
                  </a:lnTo>
                  <a:lnTo>
                    <a:pt x="44307" y="126232"/>
                  </a:lnTo>
                  <a:lnTo>
                    <a:pt x="73939" y="161055"/>
                  </a:lnTo>
                  <a:lnTo>
                    <a:pt x="108035" y="187115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79997" y="796290"/>
              <a:ext cx="215900" cy="124460"/>
            </a:xfrm>
            <a:custGeom>
              <a:avLst/>
              <a:gdLst/>
              <a:ahLst/>
              <a:cxnLst/>
              <a:rect l="l" t="t" r="r" b="b"/>
              <a:pathLst>
                <a:path w="215900" h="124459">
                  <a:moveTo>
                    <a:pt x="215645" y="124205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12141" y="3129751"/>
              <a:ext cx="107950" cy="77470"/>
            </a:xfrm>
            <a:custGeom>
              <a:avLst/>
              <a:gdLst/>
              <a:ahLst/>
              <a:cxnLst/>
              <a:rect l="l" t="t" r="r" b="b"/>
              <a:pathLst>
                <a:path w="107950" h="77469">
                  <a:moveTo>
                    <a:pt x="0" y="62475"/>
                  </a:moveTo>
                  <a:lnTo>
                    <a:pt x="41962" y="76925"/>
                  </a:lnTo>
                  <a:lnTo>
                    <a:pt x="76200" y="69990"/>
                  </a:lnTo>
                  <a:lnTo>
                    <a:pt x="99251" y="43678"/>
                  </a:lnTo>
                  <a:lnTo>
                    <a:pt x="107651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287767" y="2951988"/>
              <a:ext cx="430530" cy="248920"/>
            </a:xfrm>
            <a:custGeom>
              <a:avLst/>
              <a:gdLst/>
              <a:ahLst/>
              <a:cxnLst/>
              <a:rect l="l" t="t" r="r" b="b"/>
              <a:pathLst>
                <a:path w="430529" h="248919">
                  <a:moveTo>
                    <a:pt x="430529" y="0"/>
                  </a:moveTo>
                  <a:lnTo>
                    <a:pt x="0" y="24841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8063483" y="3678173"/>
            <a:ext cx="628650" cy="2152650"/>
            <a:chOff x="8063483" y="3678173"/>
            <a:chExt cx="628650" cy="2152650"/>
          </a:xfrm>
        </p:grpSpPr>
        <p:sp>
          <p:nvSpPr>
            <p:cNvPr id="39" name="object 39"/>
            <p:cNvSpPr/>
            <p:nvPr/>
          </p:nvSpPr>
          <p:spPr>
            <a:xfrm>
              <a:off x="8072627" y="3687317"/>
              <a:ext cx="610870" cy="2134870"/>
            </a:xfrm>
            <a:custGeom>
              <a:avLst/>
              <a:gdLst/>
              <a:ahLst/>
              <a:cxnLst/>
              <a:rect l="l" t="t" r="r" b="b"/>
              <a:pathLst>
                <a:path w="610870" h="2134870">
                  <a:moveTo>
                    <a:pt x="0" y="1677161"/>
                  </a:moveTo>
                  <a:lnTo>
                    <a:pt x="610361" y="1677161"/>
                  </a:lnTo>
                  <a:lnTo>
                    <a:pt x="610361" y="609599"/>
                  </a:lnTo>
                  <a:lnTo>
                    <a:pt x="400811" y="609599"/>
                  </a:lnTo>
                  <a:lnTo>
                    <a:pt x="400811" y="1066799"/>
                  </a:lnTo>
                </a:path>
                <a:path w="610870" h="2134870">
                  <a:moveTo>
                    <a:pt x="209549" y="1066799"/>
                  </a:moveTo>
                  <a:lnTo>
                    <a:pt x="209549" y="609599"/>
                  </a:lnTo>
                  <a:lnTo>
                    <a:pt x="0" y="609599"/>
                  </a:lnTo>
                  <a:lnTo>
                    <a:pt x="0" y="1410461"/>
                  </a:lnTo>
                  <a:lnTo>
                    <a:pt x="342899" y="1410461"/>
                  </a:lnTo>
                  <a:lnTo>
                    <a:pt x="388619" y="1486661"/>
                  </a:lnTo>
                  <a:lnTo>
                    <a:pt x="342899" y="1562861"/>
                  </a:lnTo>
                  <a:lnTo>
                    <a:pt x="0" y="1562861"/>
                  </a:lnTo>
                  <a:lnTo>
                    <a:pt x="0" y="1677161"/>
                  </a:lnTo>
                </a:path>
                <a:path w="610870" h="2134870">
                  <a:moveTo>
                    <a:pt x="209549" y="609599"/>
                  </a:moveTo>
                  <a:lnTo>
                    <a:pt x="209549" y="609599"/>
                  </a:lnTo>
                  <a:lnTo>
                    <a:pt x="399287" y="609599"/>
                  </a:lnTo>
                  <a:lnTo>
                    <a:pt x="400811" y="609599"/>
                  </a:lnTo>
                </a:path>
                <a:path w="610870" h="2134870">
                  <a:moveTo>
                    <a:pt x="610361" y="1677161"/>
                  </a:moveTo>
                  <a:lnTo>
                    <a:pt x="610361" y="1677161"/>
                  </a:lnTo>
                  <a:lnTo>
                    <a:pt x="610361" y="1829561"/>
                  </a:lnTo>
                  <a:lnTo>
                    <a:pt x="610361" y="2134361"/>
                  </a:lnTo>
                </a:path>
                <a:path w="610870" h="2134870">
                  <a:moveTo>
                    <a:pt x="610361" y="0"/>
                  </a:moveTo>
                  <a:lnTo>
                    <a:pt x="610361" y="609599"/>
                  </a:lnTo>
                </a:path>
                <a:path w="610870" h="2134870">
                  <a:moveTo>
                    <a:pt x="0" y="1829561"/>
                  </a:moveTo>
                  <a:lnTo>
                    <a:pt x="0" y="1829561"/>
                  </a:lnTo>
                  <a:lnTo>
                    <a:pt x="0" y="1678685"/>
                  </a:lnTo>
                  <a:lnTo>
                    <a:pt x="0" y="1677161"/>
                  </a:lnTo>
                </a:path>
                <a:path w="610870" h="2134870">
                  <a:moveTo>
                    <a:pt x="342899" y="1562861"/>
                  </a:moveTo>
                  <a:lnTo>
                    <a:pt x="342899" y="1562861"/>
                  </a:lnTo>
                  <a:lnTo>
                    <a:pt x="342899" y="1411985"/>
                  </a:lnTo>
                  <a:lnTo>
                    <a:pt x="342899" y="1410461"/>
                  </a:lnTo>
                </a:path>
                <a:path w="610870" h="2134870">
                  <a:moveTo>
                    <a:pt x="0" y="1562861"/>
                  </a:moveTo>
                  <a:lnTo>
                    <a:pt x="0" y="1562861"/>
                  </a:lnTo>
                  <a:lnTo>
                    <a:pt x="0" y="1411985"/>
                  </a:lnTo>
                  <a:lnTo>
                    <a:pt x="0" y="1410461"/>
                  </a:lnTo>
                </a:path>
                <a:path w="610870" h="2134870">
                  <a:moveTo>
                    <a:pt x="610361" y="2134361"/>
                  </a:moveTo>
                  <a:lnTo>
                    <a:pt x="0" y="2134361"/>
                  </a:lnTo>
                  <a:lnTo>
                    <a:pt x="0" y="1829561"/>
                  </a:lnTo>
                </a:path>
                <a:path w="610870" h="2134870">
                  <a:moveTo>
                    <a:pt x="0" y="609599"/>
                  </a:moveTo>
                  <a:lnTo>
                    <a:pt x="0" y="0"/>
                  </a:lnTo>
                  <a:lnTo>
                    <a:pt x="610361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92489" y="4296917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457199"/>
                  </a:moveTo>
                  <a:lnTo>
                    <a:pt x="0" y="378713"/>
                  </a:lnTo>
                </a:path>
                <a:path h="457200">
                  <a:moveTo>
                    <a:pt x="0" y="336041"/>
                  </a:moveTo>
                  <a:lnTo>
                    <a:pt x="0" y="250697"/>
                  </a:lnTo>
                </a:path>
                <a:path h="457200">
                  <a:moveTo>
                    <a:pt x="0" y="207263"/>
                  </a:moveTo>
                  <a:lnTo>
                    <a:pt x="0" y="121919"/>
                  </a:lnTo>
                </a:path>
                <a:path h="457200">
                  <a:moveTo>
                    <a:pt x="0" y="78485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263127" y="4754117"/>
              <a:ext cx="229870" cy="0"/>
            </a:xfrm>
            <a:custGeom>
              <a:avLst/>
              <a:gdLst/>
              <a:ahLst/>
              <a:cxnLst/>
              <a:rect l="l" t="t" r="r" b="b"/>
              <a:pathLst>
                <a:path w="229870">
                  <a:moveTo>
                    <a:pt x="229361" y="0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263127" y="4296917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78485"/>
                  </a:lnTo>
                </a:path>
                <a:path h="457200">
                  <a:moveTo>
                    <a:pt x="0" y="121919"/>
                  </a:moveTo>
                  <a:lnTo>
                    <a:pt x="0" y="207263"/>
                  </a:lnTo>
                </a:path>
                <a:path h="457200">
                  <a:moveTo>
                    <a:pt x="0" y="250697"/>
                  </a:moveTo>
                  <a:lnTo>
                    <a:pt x="0" y="336041"/>
                  </a:lnTo>
                </a:path>
                <a:path h="457200">
                  <a:moveTo>
                    <a:pt x="0" y="378713"/>
                  </a:moveTo>
                  <a:lnTo>
                    <a:pt x="0" y="45719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/>
          <p:nvPr/>
        </p:nvSpPr>
        <p:spPr>
          <a:xfrm>
            <a:off x="0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600438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27838" y="348234"/>
            <a:ext cx="9601200" cy="7077709"/>
          </a:xfrm>
          <a:custGeom>
            <a:avLst/>
            <a:gdLst/>
            <a:ahLst/>
            <a:cxnLst/>
            <a:rect l="l" t="t" r="r" b="b"/>
            <a:pathLst>
              <a:path w="9601200" h="7077709">
                <a:moveTo>
                  <a:pt x="0" y="7077455"/>
                </a:moveTo>
                <a:lnTo>
                  <a:pt x="9601199" y="7077455"/>
                </a:lnTo>
                <a:lnTo>
                  <a:pt x="9601199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949189" y="21107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0" y="1524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0" y="7315961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7838" y="348234"/>
            <a:ext cx="0" cy="7077709"/>
          </a:xfrm>
          <a:custGeom>
            <a:avLst/>
            <a:gdLst/>
            <a:ahLst/>
            <a:cxnLst/>
            <a:rect l="l" t="t" r="r" b="b"/>
            <a:pathLst>
              <a:path h="7077709">
                <a:moveTo>
                  <a:pt x="0" y="0"/>
                </a:moveTo>
                <a:lnTo>
                  <a:pt x="0" y="707745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49189" y="119634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91439"/>
                </a:moveTo>
                <a:lnTo>
                  <a:pt x="79247" y="228599"/>
                </a:lnTo>
                <a:lnTo>
                  <a:pt x="79247" y="0"/>
                </a:lnTo>
              </a:path>
              <a:path w="158750" h="228600">
                <a:moveTo>
                  <a:pt x="79247" y="228599"/>
                </a:moveTo>
                <a:lnTo>
                  <a:pt x="0" y="9143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949189" y="7425690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137159"/>
                </a:moveTo>
                <a:lnTo>
                  <a:pt x="0" y="137159"/>
                </a:lnTo>
              </a:path>
              <a:path w="158750" h="228600">
                <a:moveTo>
                  <a:pt x="158495" y="137159"/>
                </a:moveTo>
                <a:lnTo>
                  <a:pt x="79247" y="0"/>
                </a:lnTo>
                <a:lnTo>
                  <a:pt x="79247" y="228599"/>
                </a:lnTo>
              </a:path>
              <a:path w="158750" h="228600">
                <a:moveTo>
                  <a:pt x="79247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829038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137159" y="0"/>
                </a:moveTo>
                <a:lnTo>
                  <a:pt x="137159" y="158495"/>
                </a:lnTo>
              </a:path>
              <a:path w="227965" h="158750">
                <a:moveTo>
                  <a:pt x="137159" y="0"/>
                </a:moveTo>
                <a:lnTo>
                  <a:pt x="0" y="79247"/>
                </a:lnTo>
                <a:lnTo>
                  <a:pt x="227837" y="79247"/>
                </a:lnTo>
              </a:path>
              <a:path w="227965" h="158750">
                <a:moveTo>
                  <a:pt x="0" y="79247"/>
                </a:moveTo>
                <a:lnTo>
                  <a:pt x="137159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0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90677" y="0"/>
                </a:moveTo>
                <a:lnTo>
                  <a:pt x="90677" y="158495"/>
                </a:lnTo>
              </a:path>
              <a:path w="227965" h="158750">
                <a:moveTo>
                  <a:pt x="90677" y="0"/>
                </a:moveTo>
                <a:lnTo>
                  <a:pt x="227837" y="79247"/>
                </a:lnTo>
                <a:lnTo>
                  <a:pt x="0" y="79247"/>
                </a:lnTo>
              </a:path>
              <a:path w="227965" h="158750">
                <a:moveTo>
                  <a:pt x="227837" y="79247"/>
                </a:moveTo>
                <a:lnTo>
                  <a:pt x="90677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147309" y="74256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147309" y="66255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147309" y="71970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147309" y="6282690"/>
            <a:ext cx="4681855" cy="1143000"/>
          </a:xfrm>
          <a:custGeom>
            <a:avLst/>
            <a:gdLst/>
            <a:ahLst/>
            <a:cxnLst/>
            <a:rect l="l" t="t" r="r" b="b"/>
            <a:pathLst>
              <a:path w="4681855" h="1143000">
                <a:moveTo>
                  <a:pt x="0" y="571499"/>
                </a:moveTo>
                <a:lnTo>
                  <a:pt x="4681727" y="571499"/>
                </a:lnTo>
              </a:path>
              <a:path w="4681855" h="1143000">
                <a:moveTo>
                  <a:pt x="4681727" y="1142999"/>
                </a:moveTo>
                <a:lnTo>
                  <a:pt x="4681727" y="0"/>
                </a:lnTo>
              </a:path>
              <a:path w="4681855" h="1143000">
                <a:moveTo>
                  <a:pt x="338327" y="914399"/>
                </a:moveTo>
                <a:lnTo>
                  <a:pt x="338327" y="571499"/>
                </a:lnTo>
              </a:path>
              <a:path w="4681855" h="1143000">
                <a:moveTo>
                  <a:pt x="1481327" y="914399"/>
                </a:moveTo>
                <a:lnTo>
                  <a:pt x="1481327" y="571499"/>
                </a:lnTo>
              </a:path>
              <a:path w="4681855" h="1143000">
                <a:moveTo>
                  <a:pt x="0" y="1142999"/>
                </a:moveTo>
                <a:lnTo>
                  <a:pt x="0" y="0"/>
                </a:lnTo>
              </a:path>
              <a:path w="4681855" h="1143000">
                <a:moveTo>
                  <a:pt x="1252727" y="1142999"/>
                </a:moveTo>
                <a:lnTo>
                  <a:pt x="1252727" y="914399"/>
                </a:lnTo>
              </a:path>
              <a:path w="4681855" h="1143000">
                <a:moveTo>
                  <a:pt x="3595877" y="1142999"/>
                </a:moveTo>
                <a:lnTo>
                  <a:pt x="3595877" y="914399"/>
                </a:lnTo>
              </a:path>
              <a:path w="4681855" h="1143000">
                <a:moveTo>
                  <a:pt x="4224527" y="914399"/>
                </a:moveTo>
                <a:lnTo>
                  <a:pt x="4224527" y="571499"/>
                </a:lnTo>
              </a:path>
              <a:path w="4681855" h="1143000">
                <a:moveTo>
                  <a:pt x="4677155" y="0"/>
                </a:moveTo>
                <a:lnTo>
                  <a:pt x="0" y="0"/>
                </a:lnTo>
              </a:path>
              <a:path w="4681855" h="1143000">
                <a:moveTo>
                  <a:pt x="3310127" y="0"/>
                </a:moveTo>
                <a:lnTo>
                  <a:pt x="3310127" y="342899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5136641" y="6863875"/>
            <a:ext cx="8572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baseline="16666" dirty="0">
                <a:latin typeface="Arial MT"/>
                <a:cs typeface="Arial MT"/>
              </a:rPr>
              <a:t>SIZE</a:t>
            </a:r>
            <a:r>
              <a:rPr sz="1500" spc="525" baseline="16666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CLASS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59" name="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56453" y="6289547"/>
            <a:ext cx="327660" cy="326897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5527802" y="6274992"/>
            <a:ext cx="2783205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 MT"/>
                <a:cs typeface="Arial MT"/>
              </a:rPr>
              <a:t>Walton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High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School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Engineering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444488" y="7206775"/>
            <a:ext cx="5651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latin typeface="Arial MT"/>
                <a:cs typeface="Arial MT"/>
              </a:rPr>
              <a:t>AUTHOR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787638" y="7216681"/>
            <a:ext cx="6604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Arial MT"/>
                <a:cs typeface="Arial MT"/>
              </a:rPr>
              <a:t>SHEET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1/1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188711" y="7200279"/>
            <a:ext cx="7334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aseline="2777" dirty="0">
                <a:latin typeface="Arial MT"/>
                <a:cs typeface="Arial MT"/>
              </a:rPr>
              <a:t>SCALE</a:t>
            </a:r>
            <a:r>
              <a:rPr sz="1500" spc="517" baseline="2777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1:2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261102" y="6983509"/>
            <a:ext cx="1111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latin typeface="Arial MT"/>
                <a:cs typeface="Arial MT"/>
              </a:rPr>
              <a:t>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406381" y="6857779"/>
            <a:ext cx="288290" cy="3092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2225" marR="5080" indent="-10160">
              <a:lnSpc>
                <a:spcPts val="1030"/>
              </a:lnSpc>
              <a:spcBef>
                <a:spcPts val="280"/>
              </a:spcBef>
            </a:pPr>
            <a:r>
              <a:rPr sz="1000" spc="-25" dirty="0">
                <a:latin typeface="Arial MT"/>
                <a:cs typeface="Arial MT"/>
              </a:rPr>
              <a:t>PER </a:t>
            </a:r>
            <a:r>
              <a:rPr sz="1000" spc="-50" dirty="0">
                <a:latin typeface="Arial MT"/>
                <a:cs typeface="Arial MT"/>
              </a:rPr>
              <a:t>6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180329" y="6592746"/>
            <a:ext cx="1786889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2000" algn="l"/>
              </a:tabLst>
            </a:pPr>
            <a:r>
              <a:rPr sz="1000" spc="-10" dirty="0">
                <a:latin typeface="Arial MT"/>
                <a:cs typeface="Arial MT"/>
              </a:rPr>
              <a:t>PROJECT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500" dirty="0">
                <a:latin typeface="Arial MT"/>
                <a:cs typeface="Arial MT"/>
              </a:rPr>
              <a:t>Arbor </a:t>
            </a:r>
            <a:r>
              <a:rPr sz="1500" spc="-10" dirty="0">
                <a:latin typeface="Arial MT"/>
                <a:cs typeface="Arial MT"/>
              </a:rPr>
              <a:t>Press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673088" y="6862351"/>
            <a:ext cx="1541780" cy="316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19"/>
              </a:lnSpc>
              <a:spcBef>
                <a:spcPts val="105"/>
              </a:spcBef>
            </a:pPr>
            <a:r>
              <a:rPr sz="1000" spc="-10" dirty="0">
                <a:latin typeface="Arial MT"/>
                <a:cs typeface="Arial MT"/>
              </a:rPr>
              <a:t>TITLE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260"/>
              </a:lnSpc>
            </a:pPr>
            <a:r>
              <a:rPr sz="1200" dirty="0">
                <a:latin typeface="Arial MT"/>
                <a:cs typeface="Arial MT"/>
              </a:rPr>
              <a:t>Part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2: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Base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Multiview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549131" y="6290851"/>
            <a:ext cx="717550" cy="321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40"/>
              </a:lnSpc>
              <a:spcBef>
                <a:spcPts val="105"/>
              </a:spcBef>
            </a:pPr>
            <a:r>
              <a:rPr sz="1000" spc="-20" dirty="0">
                <a:latin typeface="Arial MT"/>
                <a:cs typeface="Arial MT"/>
              </a:rPr>
              <a:t>DATE</a:t>
            </a:r>
            <a:endParaRPr sz="1000">
              <a:latin typeface="Arial MT"/>
              <a:cs typeface="Arial MT"/>
            </a:endParaRPr>
          </a:p>
          <a:p>
            <a:pPr marL="22225">
              <a:lnSpc>
                <a:spcPts val="1280"/>
              </a:lnSpc>
            </a:pPr>
            <a:r>
              <a:rPr sz="1200" spc="-10" dirty="0">
                <a:latin typeface="Arial MT"/>
                <a:cs typeface="Arial MT"/>
              </a:rPr>
              <a:t>3/13/2024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530088" y="6999511"/>
            <a:ext cx="2387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latin typeface="Arial MT"/>
                <a:cs typeface="Arial MT"/>
              </a:rPr>
              <a:t>IED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073138" y="7202565"/>
            <a:ext cx="114173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Siddharth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Gupta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84174" y="6433707"/>
            <a:ext cx="1176020" cy="579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X.X = +/- </a:t>
            </a:r>
            <a:r>
              <a:rPr sz="1200" spc="-20" dirty="0">
                <a:latin typeface="Arial MT"/>
                <a:cs typeface="Arial MT"/>
              </a:rPr>
              <a:t>.020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Arial MT"/>
                <a:cs typeface="Arial MT"/>
              </a:rPr>
              <a:t>X.XX = +/- </a:t>
            </a:r>
            <a:r>
              <a:rPr sz="1200" spc="-20" dirty="0">
                <a:latin typeface="Arial MT"/>
                <a:cs typeface="Arial MT"/>
              </a:rPr>
              <a:t>.010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dirty="0">
                <a:latin typeface="Arial MT"/>
                <a:cs typeface="Arial MT"/>
              </a:rPr>
              <a:t>X.XXX = +/- </a:t>
            </a:r>
            <a:r>
              <a:rPr sz="1200" spc="-20" dirty="0">
                <a:latin typeface="Arial MT"/>
                <a:cs typeface="Arial MT"/>
              </a:rPr>
              <a:t>.005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219009" y="3729037"/>
            <a:ext cx="500380" cy="2458085"/>
            <a:chOff x="1219009" y="3729037"/>
            <a:chExt cx="500380" cy="2458085"/>
          </a:xfrm>
        </p:grpSpPr>
        <p:sp>
          <p:nvSpPr>
            <p:cNvPr id="73" name="object 73"/>
            <p:cNvSpPr/>
            <p:nvPr/>
          </p:nvSpPr>
          <p:spPr>
            <a:xfrm>
              <a:off x="1223772" y="3733800"/>
              <a:ext cx="490855" cy="2448560"/>
            </a:xfrm>
            <a:custGeom>
              <a:avLst/>
              <a:gdLst/>
              <a:ahLst/>
              <a:cxnLst/>
              <a:rect l="l" t="t" r="r" b="b"/>
              <a:pathLst>
                <a:path w="490855" h="2448560">
                  <a:moveTo>
                    <a:pt x="0" y="609599"/>
                  </a:moveTo>
                  <a:lnTo>
                    <a:pt x="0" y="2448305"/>
                  </a:lnTo>
                </a:path>
                <a:path w="490855" h="2448560">
                  <a:moveTo>
                    <a:pt x="380999" y="0"/>
                  </a:moveTo>
                  <a:lnTo>
                    <a:pt x="380999" y="2448305"/>
                  </a:lnTo>
                </a:path>
                <a:path w="490855" h="2448560">
                  <a:moveTo>
                    <a:pt x="109727" y="2356865"/>
                  </a:moveTo>
                  <a:lnTo>
                    <a:pt x="271271" y="2356865"/>
                  </a:lnTo>
                </a:path>
                <a:path w="490855" h="2448560">
                  <a:moveTo>
                    <a:pt x="380999" y="2356865"/>
                  </a:moveTo>
                  <a:lnTo>
                    <a:pt x="490727" y="235686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223772" y="607237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223772" y="607237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495043" y="607237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495043" y="607237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1742185" y="5978793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.625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999553" y="2970847"/>
            <a:ext cx="1677035" cy="1285875"/>
            <a:chOff x="999553" y="2970847"/>
            <a:chExt cx="1677035" cy="1285875"/>
          </a:xfrm>
        </p:grpSpPr>
        <p:sp>
          <p:nvSpPr>
            <p:cNvPr id="80" name="object 80"/>
            <p:cNvSpPr/>
            <p:nvPr/>
          </p:nvSpPr>
          <p:spPr>
            <a:xfrm>
              <a:off x="1004316" y="3171444"/>
              <a:ext cx="1125220" cy="1080770"/>
            </a:xfrm>
            <a:custGeom>
              <a:avLst/>
              <a:gdLst/>
              <a:ahLst/>
              <a:cxnLst/>
              <a:rect l="l" t="t" r="r" b="b"/>
              <a:pathLst>
                <a:path w="1125220" h="1080770">
                  <a:moveTo>
                    <a:pt x="219455" y="1080515"/>
                  </a:moveTo>
                  <a:lnTo>
                    <a:pt x="219455" y="0"/>
                  </a:lnTo>
                </a:path>
                <a:path w="1125220" h="1080770">
                  <a:moveTo>
                    <a:pt x="905255" y="470915"/>
                  </a:moveTo>
                  <a:lnTo>
                    <a:pt x="905255" y="0"/>
                  </a:lnTo>
                </a:path>
                <a:path w="1125220" h="1080770">
                  <a:moveTo>
                    <a:pt x="109727" y="91439"/>
                  </a:moveTo>
                  <a:lnTo>
                    <a:pt x="0" y="91439"/>
                  </a:lnTo>
                </a:path>
                <a:path w="1125220" h="1080770">
                  <a:moveTo>
                    <a:pt x="1014983" y="91439"/>
                  </a:moveTo>
                  <a:lnTo>
                    <a:pt x="1124711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14044" y="324459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114044" y="324459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909572" y="324459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909572" y="324459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223772" y="2975610"/>
              <a:ext cx="1447800" cy="1276350"/>
            </a:xfrm>
            <a:custGeom>
              <a:avLst/>
              <a:gdLst/>
              <a:ahLst/>
              <a:cxnLst/>
              <a:rect l="l" t="t" r="r" b="b"/>
              <a:pathLst>
                <a:path w="1447800" h="1276350">
                  <a:moveTo>
                    <a:pt x="0" y="1276349"/>
                  </a:moveTo>
                  <a:lnTo>
                    <a:pt x="0" y="0"/>
                  </a:lnTo>
                </a:path>
                <a:path w="1447800" h="1276350">
                  <a:moveTo>
                    <a:pt x="1447799" y="666749"/>
                  </a:moveTo>
                  <a:lnTo>
                    <a:pt x="1447799" y="0"/>
                  </a:lnTo>
                </a:path>
                <a:path w="1447800" h="1276350">
                  <a:moveTo>
                    <a:pt x="109727" y="91439"/>
                  </a:moveTo>
                  <a:lnTo>
                    <a:pt x="482345" y="91439"/>
                  </a:lnTo>
                </a:path>
                <a:path w="1447800" h="1276350">
                  <a:moveTo>
                    <a:pt x="1338071" y="91439"/>
                  </a:moveTo>
                  <a:lnTo>
                    <a:pt x="964691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223772" y="3048762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223772" y="3048762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561844" y="3048762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561844" y="3048762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1743710" y="2955177"/>
            <a:ext cx="40894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 dirty="0">
                <a:latin typeface="Arial MT"/>
                <a:cs typeface="Arial MT"/>
              </a:rPr>
              <a:t>2.375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2340863" y="2665476"/>
            <a:ext cx="639445" cy="977265"/>
            <a:chOff x="2340863" y="2665476"/>
            <a:chExt cx="639445" cy="977265"/>
          </a:xfrm>
        </p:grpSpPr>
        <p:sp>
          <p:nvSpPr>
            <p:cNvPr id="92" name="object 92"/>
            <p:cNvSpPr/>
            <p:nvPr/>
          </p:nvSpPr>
          <p:spPr>
            <a:xfrm>
              <a:off x="2340863" y="2665476"/>
              <a:ext cx="635000" cy="977265"/>
            </a:xfrm>
            <a:custGeom>
              <a:avLst/>
              <a:gdLst/>
              <a:ahLst/>
              <a:cxnLst/>
              <a:rect l="l" t="t" r="r" b="b"/>
              <a:pathLst>
                <a:path w="635000" h="977264">
                  <a:moveTo>
                    <a:pt x="634745" y="976883"/>
                  </a:moveTo>
                  <a:lnTo>
                    <a:pt x="634745" y="0"/>
                  </a:lnTo>
                </a:path>
                <a:path w="635000" h="977264">
                  <a:moveTo>
                    <a:pt x="525017" y="91439"/>
                  </a:moveTo>
                  <a:lnTo>
                    <a:pt x="0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865881" y="273862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865881" y="273862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" name="object 95"/>
          <p:cNvGrpSpPr/>
          <p:nvPr/>
        </p:nvGrpSpPr>
        <p:grpSpPr>
          <a:xfrm>
            <a:off x="1219009" y="2394775"/>
            <a:ext cx="921385" cy="1862455"/>
            <a:chOff x="1219009" y="2394775"/>
            <a:chExt cx="921385" cy="1862455"/>
          </a:xfrm>
        </p:grpSpPr>
        <p:sp>
          <p:nvSpPr>
            <p:cNvPr id="96" name="object 96"/>
            <p:cNvSpPr/>
            <p:nvPr/>
          </p:nvSpPr>
          <p:spPr>
            <a:xfrm>
              <a:off x="1223772" y="2665476"/>
              <a:ext cx="635000" cy="1586865"/>
            </a:xfrm>
            <a:custGeom>
              <a:avLst/>
              <a:gdLst/>
              <a:ahLst/>
              <a:cxnLst/>
              <a:rect l="l" t="t" r="r" b="b"/>
              <a:pathLst>
                <a:path w="635000" h="1586864">
                  <a:moveTo>
                    <a:pt x="0" y="1586483"/>
                  </a:moveTo>
                  <a:lnTo>
                    <a:pt x="0" y="0"/>
                  </a:lnTo>
                </a:path>
                <a:path w="635000" h="1586864">
                  <a:moveTo>
                    <a:pt x="109727" y="91439"/>
                  </a:moveTo>
                  <a:lnTo>
                    <a:pt x="634745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223772" y="273862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223772" y="273862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223772" y="2399538"/>
              <a:ext cx="911860" cy="1852930"/>
            </a:xfrm>
            <a:custGeom>
              <a:avLst/>
              <a:gdLst/>
              <a:ahLst/>
              <a:cxnLst/>
              <a:rect l="l" t="t" r="r" b="b"/>
              <a:pathLst>
                <a:path w="911860" h="1852929">
                  <a:moveTo>
                    <a:pt x="0" y="1852421"/>
                  </a:moveTo>
                  <a:lnTo>
                    <a:pt x="0" y="0"/>
                  </a:lnTo>
                </a:path>
                <a:path w="911860" h="1852929">
                  <a:moveTo>
                    <a:pt x="109727" y="91439"/>
                  </a:moveTo>
                  <a:lnTo>
                    <a:pt x="911351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223772" y="247269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223772" y="247269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2445257" y="2399538"/>
            <a:ext cx="916305" cy="1852930"/>
            <a:chOff x="2445257" y="2399538"/>
            <a:chExt cx="916305" cy="1852930"/>
          </a:xfrm>
        </p:grpSpPr>
        <p:sp>
          <p:nvSpPr>
            <p:cNvPr id="103" name="object 103"/>
            <p:cNvSpPr/>
            <p:nvPr/>
          </p:nvSpPr>
          <p:spPr>
            <a:xfrm>
              <a:off x="2445257" y="2399538"/>
              <a:ext cx="911860" cy="1852930"/>
            </a:xfrm>
            <a:custGeom>
              <a:avLst/>
              <a:gdLst/>
              <a:ahLst/>
              <a:cxnLst/>
              <a:rect l="l" t="t" r="r" b="b"/>
              <a:pathLst>
                <a:path w="911860" h="1852929">
                  <a:moveTo>
                    <a:pt x="911351" y="1852421"/>
                  </a:moveTo>
                  <a:lnTo>
                    <a:pt x="911351" y="0"/>
                  </a:lnTo>
                </a:path>
                <a:path w="911860" h="1852929">
                  <a:moveTo>
                    <a:pt x="801623" y="91439"/>
                  </a:moveTo>
                  <a:lnTo>
                    <a:pt x="0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246881" y="247269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246881" y="247269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30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1896110" y="2297096"/>
            <a:ext cx="513715" cy="55753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750"/>
              </a:spcBef>
            </a:pPr>
            <a:r>
              <a:rPr sz="1200" spc="-25" dirty="0">
                <a:latin typeface="Arial MT"/>
                <a:cs typeface="Arial MT"/>
              </a:rPr>
              <a:t>3.5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00" spc="-10" dirty="0">
                <a:latin typeface="Arial MT"/>
                <a:cs typeface="Arial MT"/>
              </a:rPr>
              <a:t>2.875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3247644" y="561594"/>
            <a:ext cx="109855" cy="109855"/>
          </a:xfrm>
          <a:custGeom>
            <a:avLst/>
            <a:gdLst/>
            <a:ahLst/>
            <a:cxnLst/>
            <a:rect l="l" t="t" r="r" b="b"/>
            <a:pathLst>
              <a:path w="109854" h="109854">
                <a:moveTo>
                  <a:pt x="0" y="0"/>
                </a:moveTo>
                <a:lnTo>
                  <a:pt x="109727" y="0"/>
                </a:lnTo>
              </a:path>
              <a:path w="109854" h="109854">
                <a:moveTo>
                  <a:pt x="54863" y="0"/>
                </a:moveTo>
                <a:lnTo>
                  <a:pt x="54863" y="109727"/>
                </a:lnTo>
                <a:lnTo>
                  <a:pt x="16763" y="44195"/>
                </a:lnTo>
              </a:path>
              <a:path w="109854" h="109854">
                <a:moveTo>
                  <a:pt x="54863" y="109727"/>
                </a:moveTo>
                <a:lnTo>
                  <a:pt x="92201" y="441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8" name="object 108"/>
          <p:cNvGrpSpPr/>
          <p:nvPr/>
        </p:nvGrpSpPr>
        <p:grpSpPr>
          <a:xfrm>
            <a:off x="2331529" y="608647"/>
            <a:ext cx="1742439" cy="1165225"/>
            <a:chOff x="2331529" y="608647"/>
            <a:chExt cx="1742439" cy="1165225"/>
          </a:xfrm>
        </p:grpSpPr>
        <p:sp>
          <p:nvSpPr>
            <p:cNvPr id="109" name="object 109"/>
            <p:cNvSpPr/>
            <p:nvPr/>
          </p:nvSpPr>
          <p:spPr>
            <a:xfrm>
              <a:off x="2384297" y="1337310"/>
              <a:ext cx="41910" cy="110489"/>
            </a:xfrm>
            <a:custGeom>
              <a:avLst/>
              <a:gdLst/>
              <a:ahLst/>
              <a:cxnLst/>
              <a:rect l="l" t="t" r="r" b="b"/>
              <a:pathLst>
                <a:path w="41910" h="110490">
                  <a:moveTo>
                    <a:pt x="6095" y="0"/>
                  </a:moveTo>
                  <a:lnTo>
                    <a:pt x="0" y="110489"/>
                  </a:lnTo>
                  <a:lnTo>
                    <a:pt x="41909" y="7619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384297" y="1337310"/>
              <a:ext cx="41910" cy="110489"/>
            </a:xfrm>
            <a:custGeom>
              <a:avLst/>
              <a:gdLst/>
              <a:ahLst/>
              <a:cxnLst/>
              <a:rect l="l" t="t" r="r" b="b"/>
              <a:pathLst>
                <a:path w="41910" h="110490">
                  <a:moveTo>
                    <a:pt x="41909" y="7619"/>
                  </a:moveTo>
                  <a:lnTo>
                    <a:pt x="0" y="110489"/>
                  </a:lnTo>
                  <a:lnTo>
                    <a:pt x="6095" y="0"/>
                  </a:lnTo>
                  <a:lnTo>
                    <a:pt x="41909" y="761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336291" y="613410"/>
              <a:ext cx="1423035" cy="1069975"/>
            </a:xfrm>
            <a:custGeom>
              <a:avLst/>
              <a:gdLst/>
              <a:ahLst/>
              <a:cxnLst/>
              <a:rect l="l" t="t" r="r" b="b"/>
              <a:pathLst>
                <a:path w="1423035" h="1069975">
                  <a:moveTo>
                    <a:pt x="72389" y="727709"/>
                  </a:moveTo>
                  <a:lnTo>
                    <a:pt x="233171" y="0"/>
                  </a:lnTo>
                  <a:lnTo>
                    <a:pt x="342899" y="0"/>
                  </a:lnTo>
                </a:path>
                <a:path w="1423035" h="1069975">
                  <a:moveTo>
                    <a:pt x="1066037" y="545591"/>
                  </a:moveTo>
                  <a:lnTo>
                    <a:pt x="1422653" y="545591"/>
                  </a:lnTo>
                </a:path>
                <a:path w="1423035" h="1069975">
                  <a:moveTo>
                    <a:pt x="0" y="850391"/>
                  </a:moveTo>
                  <a:lnTo>
                    <a:pt x="1422653" y="850391"/>
                  </a:lnTo>
                </a:path>
                <a:path w="1423035" h="1069975">
                  <a:moveTo>
                    <a:pt x="1331213" y="435863"/>
                  </a:moveTo>
                  <a:lnTo>
                    <a:pt x="1331213" y="326135"/>
                  </a:lnTo>
                </a:path>
                <a:path w="1423035" h="1069975">
                  <a:moveTo>
                    <a:pt x="1331213" y="960119"/>
                  </a:moveTo>
                  <a:lnTo>
                    <a:pt x="1331213" y="106984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649217" y="104927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649217" y="104927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649217" y="146380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649217" y="146380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402329" y="1159002"/>
              <a:ext cx="666750" cy="609600"/>
            </a:xfrm>
            <a:custGeom>
              <a:avLst/>
              <a:gdLst/>
              <a:ahLst/>
              <a:cxnLst/>
              <a:rect l="l" t="t" r="r" b="b"/>
              <a:pathLst>
                <a:path w="666750" h="609600">
                  <a:moveTo>
                    <a:pt x="0" y="0"/>
                  </a:moveTo>
                  <a:lnTo>
                    <a:pt x="666749" y="0"/>
                  </a:lnTo>
                </a:path>
                <a:path w="666750" h="609600">
                  <a:moveTo>
                    <a:pt x="0" y="609599"/>
                  </a:moveTo>
                  <a:lnTo>
                    <a:pt x="666749" y="609599"/>
                  </a:lnTo>
                </a:path>
                <a:path w="666750" h="609600">
                  <a:moveTo>
                    <a:pt x="575309" y="109727"/>
                  </a:moveTo>
                  <a:lnTo>
                    <a:pt x="575309" y="195071"/>
                  </a:lnTo>
                </a:path>
                <a:path w="666750" h="609600">
                  <a:moveTo>
                    <a:pt x="575309" y="499871"/>
                  </a:moveTo>
                  <a:lnTo>
                    <a:pt x="575309" y="41452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959351" y="115900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959351" y="115900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959351" y="165887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959351" y="165887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2715260" y="505347"/>
            <a:ext cx="1323975" cy="10572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70815" indent="48260">
              <a:lnSpc>
                <a:spcPct val="101299"/>
              </a:lnSpc>
              <a:spcBef>
                <a:spcPts val="85"/>
              </a:spcBef>
              <a:tabLst>
                <a:tab pos="694055" algn="l"/>
              </a:tabLst>
            </a:pPr>
            <a:r>
              <a:rPr sz="1200" spc="-20" dirty="0">
                <a:latin typeface="Arial MT"/>
                <a:cs typeface="Arial MT"/>
              </a:rPr>
              <a:t>Ø.314</a:t>
            </a:r>
            <a:r>
              <a:rPr sz="1200" dirty="0">
                <a:latin typeface="Arial MT"/>
                <a:cs typeface="Arial MT"/>
              </a:rPr>
              <a:t>	</a:t>
            </a:r>
            <a:r>
              <a:rPr sz="1200" spc="-25" dirty="0">
                <a:latin typeface="Arial MT"/>
                <a:cs typeface="Arial MT"/>
              </a:rPr>
              <a:t>.75 </a:t>
            </a:r>
            <a:r>
              <a:rPr sz="1200" dirty="0">
                <a:latin typeface="Arial MT"/>
                <a:cs typeface="Arial MT"/>
              </a:rPr>
              <a:t>3/8-16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UNC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- </a:t>
            </a:r>
            <a:r>
              <a:rPr sz="1200" spc="-25" dirty="0">
                <a:latin typeface="Arial MT"/>
                <a:cs typeface="Arial MT"/>
              </a:rPr>
              <a:t>1B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200">
              <a:latin typeface="Arial MT"/>
              <a:cs typeface="Arial MT"/>
            </a:endParaRPr>
          </a:p>
          <a:p>
            <a:pPr marL="883919">
              <a:lnSpc>
                <a:spcPts val="1325"/>
              </a:lnSpc>
            </a:pPr>
            <a:r>
              <a:rPr sz="1200" spc="-25" dirty="0">
                <a:latin typeface="Arial MT"/>
                <a:cs typeface="Arial MT"/>
              </a:rPr>
              <a:t>.5</a:t>
            </a:r>
            <a:endParaRPr sz="1200">
              <a:latin typeface="Arial MT"/>
              <a:cs typeface="Arial MT"/>
            </a:endParaRPr>
          </a:p>
          <a:p>
            <a:pPr marL="1225550">
              <a:lnSpc>
                <a:spcPts val="1325"/>
              </a:lnSpc>
            </a:pP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2084832" y="1463802"/>
            <a:ext cx="109220" cy="0"/>
          </a:xfrm>
          <a:custGeom>
            <a:avLst/>
            <a:gdLst/>
            <a:ahLst/>
            <a:cxnLst/>
            <a:rect l="l" t="t" r="r" b="b"/>
            <a:pathLst>
              <a:path w="109219">
                <a:moveTo>
                  <a:pt x="0" y="0"/>
                </a:moveTo>
                <a:lnTo>
                  <a:pt x="10896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257805" y="1258824"/>
            <a:ext cx="238125" cy="410845"/>
          </a:xfrm>
          <a:custGeom>
            <a:avLst/>
            <a:gdLst/>
            <a:ahLst/>
            <a:cxnLst/>
            <a:rect l="l" t="t" r="r" b="b"/>
            <a:pathLst>
              <a:path w="238125" h="410844">
                <a:moveTo>
                  <a:pt x="0" y="204977"/>
                </a:moveTo>
                <a:lnTo>
                  <a:pt x="64769" y="204977"/>
                </a:lnTo>
              </a:path>
              <a:path w="238125" h="410844">
                <a:moveTo>
                  <a:pt x="32765" y="236981"/>
                </a:moveTo>
                <a:lnTo>
                  <a:pt x="32765" y="172973"/>
                </a:lnTo>
              </a:path>
              <a:path w="238125" h="410844">
                <a:moveTo>
                  <a:pt x="128777" y="204977"/>
                </a:moveTo>
                <a:lnTo>
                  <a:pt x="237743" y="204977"/>
                </a:lnTo>
              </a:path>
              <a:path w="238125" h="410844">
                <a:moveTo>
                  <a:pt x="32765" y="410717"/>
                </a:moveTo>
                <a:lnTo>
                  <a:pt x="32765" y="301751"/>
                </a:lnTo>
              </a:path>
              <a:path w="238125" h="410844">
                <a:moveTo>
                  <a:pt x="32765" y="108965"/>
                </a:moveTo>
                <a:lnTo>
                  <a:pt x="3276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4" name="object 124"/>
          <p:cNvGrpSpPr/>
          <p:nvPr/>
        </p:nvGrpSpPr>
        <p:grpSpPr>
          <a:xfrm>
            <a:off x="2426207" y="5296661"/>
            <a:ext cx="1350010" cy="224154"/>
            <a:chOff x="2426207" y="5296661"/>
            <a:chExt cx="1350010" cy="224154"/>
          </a:xfrm>
        </p:grpSpPr>
        <p:sp>
          <p:nvSpPr>
            <p:cNvPr id="125" name="object 125"/>
            <p:cNvSpPr/>
            <p:nvPr/>
          </p:nvSpPr>
          <p:spPr>
            <a:xfrm>
              <a:off x="2488691" y="5296661"/>
              <a:ext cx="1287145" cy="219710"/>
            </a:xfrm>
            <a:custGeom>
              <a:avLst/>
              <a:gdLst/>
              <a:ahLst/>
              <a:cxnLst/>
              <a:rect l="l" t="t" r="r" b="b"/>
              <a:pathLst>
                <a:path w="1287145" h="219710">
                  <a:moveTo>
                    <a:pt x="0" y="219455"/>
                  </a:moveTo>
                  <a:lnTo>
                    <a:pt x="1287017" y="219455"/>
                  </a:lnTo>
                </a:path>
                <a:path w="1287145" h="219710">
                  <a:moveTo>
                    <a:pt x="1195577" y="109727"/>
                  </a:moveTo>
                  <a:lnTo>
                    <a:pt x="1195577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665981" y="5406389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665981" y="5406389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524505" y="5311139"/>
              <a:ext cx="281940" cy="86995"/>
            </a:xfrm>
            <a:custGeom>
              <a:avLst/>
              <a:gdLst/>
              <a:ahLst/>
              <a:cxnLst/>
              <a:rect l="l" t="t" r="r" b="b"/>
              <a:pathLst>
                <a:path w="281939" h="86995">
                  <a:moveTo>
                    <a:pt x="281939" y="0"/>
                  </a:moveTo>
                  <a:lnTo>
                    <a:pt x="172211" y="0"/>
                  </a:lnTo>
                  <a:lnTo>
                    <a:pt x="0" y="8686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26207" y="5382005"/>
              <a:ext cx="105917" cy="65531"/>
            </a:xfrm>
            <a:prstGeom prst="rect">
              <a:avLst/>
            </a:prstGeom>
          </p:spPr>
        </p:pic>
      </p:grpSp>
      <p:grpSp>
        <p:nvGrpSpPr>
          <p:cNvPr id="130" name="object 130"/>
          <p:cNvGrpSpPr/>
          <p:nvPr/>
        </p:nvGrpSpPr>
        <p:grpSpPr>
          <a:xfrm>
            <a:off x="2099881" y="4983289"/>
            <a:ext cx="2273935" cy="408305"/>
            <a:chOff x="2099881" y="4983289"/>
            <a:chExt cx="2273935" cy="408305"/>
          </a:xfrm>
        </p:grpSpPr>
        <p:sp>
          <p:nvSpPr>
            <p:cNvPr id="131" name="object 131"/>
            <p:cNvSpPr/>
            <p:nvPr/>
          </p:nvSpPr>
          <p:spPr>
            <a:xfrm>
              <a:off x="2104644" y="4988052"/>
              <a:ext cx="2264410" cy="398780"/>
            </a:xfrm>
            <a:custGeom>
              <a:avLst/>
              <a:gdLst/>
              <a:ahLst/>
              <a:cxnLst/>
              <a:rect l="l" t="t" r="r" b="b"/>
              <a:pathLst>
                <a:path w="2264410" h="398779">
                  <a:moveTo>
                    <a:pt x="153161" y="185927"/>
                  </a:moveTo>
                  <a:lnTo>
                    <a:pt x="217931" y="185927"/>
                  </a:lnTo>
                </a:path>
                <a:path w="2264410" h="398779">
                  <a:moveTo>
                    <a:pt x="185927" y="217931"/>
                  </a:moveTo>
                  <a:lnTo>
                    <a:pt x="185927" y="153923"/>
                  </a:lnTo>
                </a:path>
                <a:path w="2264410" h="398779">
                  <a:moveTo>
                    <a:pt x="0" y="185927"/>
                  </a:moveTo>
                  <a:lnTo>
                    <a:pt x="89153" y="185927"/>
                  </a:lnTo>
                </a:path>
                <a:path w="2264410" h="398779">
                  <a:moveTo>
                    <a:pt x="281939" y="185927"/>
                  </a:moveTo>
                  <a:lnTo>
                    <a:pt x="371855" y="185927"/>
                  </a:lnTo>
                </a:path>
                <a:path w="2264410" h="398779">
                  <a:moveTo>
                    <a:pt x="185927" y="371855"/>
                  </a:moveTo>
                  <a:lnTo>
                    <a:pt x="185927" y="281939"/>
                  </a:lnTo>
                </a:path>
                <a:path w="2264410" h="398779">
                  <a:moveTo>
                    <a:pt x="185927" y="89153"/>
                  </a:moveTo>
                  <a:lnTo>
                    <a:pt x="185927" y="0"/>
                  </a:lnTo>
                </a:path>
                <a:path w="2264410" h="398779">
                  <a:moveTo>
                    <a:pt x="231647" y="185927"/>
                  </a:moveTo>
                  <a:lnTo>
                    <a:pt x="2263901" y="185927"/>
                  </a:lnTo>
                </a:path>
                <a:path w="2264410" h="398779">
                  <a:moveTo>
                    <a:pt x="2172461" y="295655"/>
                  </a:moveTo>
                  <a:lnTo>
                    <a:pt x="2172461" y="39852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258817" y="517398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258817" y="517398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4" name="object 134"/>
          <p:cNvGrpSpPr/>
          <p:nvPr/>
        </p:nvGrpSpPr>
        <p:grpSpPr>
          <a:xfrm>
            <a:off x="2488691" y="5608320"/>
            <a:ext cx="1880235" cy="432434"/>
            <a:chOff x="2488691" y="5608320"/>
            <a:chExt cx="1880235" cy="432434"/>
          </a:xfrm>
        </p:grpSpPr>
        <p:sp>
          <p:nvSpPr>
            <p:cNvPr id="135" name="object 135"/>
            <p:cNvSpPr/>
            <p:nvPr/>
          </p:nvSpPr>
          <p:spPr>
            <a:xfrm>
              <a:off x="2488691" y="5820918"/>
              <a:ext cx="1287145" cy="219710"/>
            </a:xfrm>
            <a:custGeom>
              <a:avLst/>
              <a:gdLst/>
              <a:ahLst/>
              <a:cxnLst/>
              <a:rect l="l" t="t" r="r" b="b"/>
              <a:pathLst>
                <a:path w="1287145" h="219710">
                  <a:moveTo>
                    <a:pt x="0" y="0"/>
                  </a:moveTo>
                  <a:lnTo>
                    <a:pt x="1287017" y="0"/>
                  </a:lnTo>
                </a:path>
                <a:path w="1287145" h="219710">
                  <a:moveTo>
                    <a:pt x="1195577" y="109727"/>
                  </a:moveTo>
                  <a:lnTo>
                    <a:pt x="1195577" y="21945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665981" y="582091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665981" y="582091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488691" y="5608320"/>
              <a:ext cx="1880235" cy="212725"/>
            </a:xfrm>
            <a:custGeom>
              <a:avLst/>
              <a:gdLst/>
              <a:ahLst/>
              <a:cxnLst/>
              <a:rect l="l" t="t" r="r" b="b"/>
              <a:pathLst>
                <a:path w="1880235" h="212725">
                  <a:moveTo>
                    <a:pt x="0" y="212597"/>
                  </a:moveTo>
                  <a:lnTo>
                    <a:pt x="1879853" y="212597"/>
                  </a:lnTo>
                </a:path>
                <a:path w="1880235" h="212725">
                  <a:moveTo>
                    <a:pt x="1788413" y="102869"/>
                  </a:moveTo>
                  <a:lnTo>
                    <a:pt x="1788413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258817" y="571119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258817" y="571119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2837179" y="5199267"/>
            <a:ext cx="1640839" cy="567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R.25</a:t>
            </a:r>
            <a:endParaRPr sz="1200">
              <a:latin typeface="Arial MT"/>
              <a:cs typeface="Arial MT"/>
            </a:endParaRPr>
          </a:p>
          <a:p>
            <a:pPr marL="1243965">
              <a:lnSpc>
                <a:spcPts val="1395"/>
              </a:lnSpc>
              <a:spcBef>
                <a:spcPts val="25"/>
              </a:spcBef>
            </a:pPr>
            <a:r>
              <a:rPr sz="1200" spc="-10" dirty="0">
                <a:latin typeface="Arial MT"/>
                <a:cs typeface="Arial MT"/>
              </a:rPr>
              <a:t>1.062</a:t>
            </a:r>
            <a:endParaRPr sz="1200">
              <a:latin typeface="Arial MT"/>
              <a:cs typeface="Arial MT"/>
            </a:endParaRPr>
          </a:p>
          <a:p>
            <a:pPr marL="779145">
              <a:lnSpc>
                <a:spcPts val="1395"/>
              </a:lnSpc>
            </a:pPr>
            <a:r>
              <a:rPr sz="1200" spc="-25" dirty="0">
                <a:latin typeface="Arial MT"/>
                <a:cs typeface="Arial MT"/>
              </a:rPr>
              <a:t>.5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3844544" y="4217049"/>
            <a:ext cx="35814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Ø.25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4242815" y="4273296"/>
            <a:ext cx="109855" cy="109855"/>
          </a:xfrm>
          <a:custGeom>
            <a:avLst/>
            <a:gdLst/>
            <a:ahLst/>
            <a:cxnLst/>
            <a:rect l="l" t="t" r="r" b="b"/>
            <a:pathLst>
              <a:path w="109854" h="109854">
                <a:moveTo>
                  <a:pt x="0" y="0"/>
                </a:moveTo>
                <a:lnTo>
                  <a:pt x="109727" y="0"/>
                </a:lnTo>
              </a:path>
              <a:path w="109854" h="109854">
                <a:moveTo>
                  <a:pt x="54863" y="0"/>
                </a:moveTo>
                <a:lnTo>
                  <a:pt x="54863" y="109727"/>
                </a:lnTo>
                <a:lnTo>
                  <a:pt x="16763" y="43433"/>
                </a:lnTo>
              </a:path>
              <a:path w="109854" h="109854">
                <a:moveTo>
                  <a:pt x="54863" y="109727"/>
                </a:moveTo>
                <a:lnTo>
                  <a:pt x="92201" y="4343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 txBox="1"/>
          <p:nvPr/>
        </p:nvSpPr>
        <p:spPr>
          <a:xfrm>
            <a:off x="4392421" y="4217049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.562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881443" y="4321111"/>
            <a:ext cx="2883535" cy="1604645"/>
            <a:chOff x="881443" y="4321111"/>
            <a:chExt cx="2883535" cy="1604645"/>
          </a:xfrm>
        </p:grpSpPr>
        <p:pic>
          <p:nvPicPr>
            <p:cNvPr id="146" name="object 1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49245" y="5052821"/>
              <a:ext cx="102869" cy="72389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886205" y="4325873"/>
              <a:ext cx="2874010" cy="1595120"/>
            </a:xfrm>
            <a:custGeom>
              <a:avLst/>
              <a:gdLst/>
              <a:ahLst/>
              <a:cxnLst/>
              <a:rect l="l" t="t" r="r" b="b"/>
              <a:pathLst>
                <a:path w="2874010" h="1595120">
                  <a:moveTo>
                    <a:pt x="1556765" y="742187"/>
                  </a:moveTo>
                  <a:lnTo>
                    <a:pt x="2763773" y="0"/>
                  </a:lnTo>
                  <a:lnTo>
                    <a:pt x="2873501" y="0"/>
                  </a:lnTo>
                </a:path>
                <a:path w="2874010" h="1595120">
                  <a:moveTo>
                    <a:pt x="0" y="1594865"/>
                  </a:moveTo>
                  <a:lnTo>
                    <a:pt x="109727" y="1594865"/>
                  </a:lnTo>
                  <a:lnTo>
                    <a:pt x="271271" y="148742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500887" y="5808105"/>
            <a:ext cx="3492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R.25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9" name="object 149"/>
          <p:cNvSpPr/>
          <p:nvPr/>
        </p:nvSpPr>
        <p:spPr>
          <a:xfrm>
            <a:off x="8073390" y="4297679"/>
            <a:ext cx="609600" cy="1066165"/>
          </a:xfrm>
          <a:custGeom>
            <a:avLst/>
            <a:gdLst/>
            <a:ahLst/>
            <a:cxnLst/>
            <a:rect l="l" t="t" r="r" b="b"/>
            <a:pathLst>
              <a:path w="609600" h="1066164">
                <a:moveTo>
                  <a:pt x="0" y="89153"/>
                </a:moveTo>
                <a:lnTo>
                  <a:pt x="89153" y="0"/>
                </a:lnTo>
              </a:path>
              <a:path w="609600" h="1066164">
                <a:moveTo>
                  <a:pt x="0" y="250697"/>
                </a:moveTo>
                <a:lnTo>
                  <a:pt x="208787" y="41147"/>
                </a:lnTo>
              </a:path>
              <a:path w="609600" h="1066164">
                <a:moveTo>
                  <a:pt x="0" y="412241"/>
                </a:moveTo>
                <a:lnTo>
                  <a:pt x="208787" y="202691"/>
                </a:lnTo>
              </a:path>
              <a:path w="609600" h="1066164">
                <a:moveTo>
                  <a:pt x="400049" y="11429"/>
                </a:moveTo>
                <a:lnTo>
                  <a:pt x="412241" y="0"/>
                </a:lnTo>
              </a:path>
              <a:path w="609600" h="1066164">
                <a:moveTo>
                  <a:pt x="0" y="573785"/>
                </a:moveTo>
                <a:lnTo>
                  <a:pt x="208787" y="364235"/>
                </a:lnTo>
              </a:path>
              <a:path w="609600" h="1066164">
                <a:moveTo>
                  <a:pt x="400049" y="172973"/>
                </a:moveTo>
                <a:lnTo>
                  <a:pt x="573785" y="0"/>
                </a:lnTo>
              </a:path>
              <a:path w="609600" h="1066164">
                <a:moveTo>
                  <a:pt x="0" y="735329"/>
                </a:moveTo>
                <a:lnTo>
                  <a:pt x="278129" y="456437"/>
                </a:lnTo>
              </a:path>
              <a:path w="609600" h="1066164">
                <a:moveTo>
                  <a:pt x="400049" y="334517"/>
                </a:moveTo>
                <a:lnTo>
                  <a:pt x="609599" y="125729"/>
                </a:lnTo>
              </a:path>
              <a:path w="609600" h="1066164">
                <a:moveTo>
                  <a:pt x="96773" y="800099"/>
                </a:moveTo>
                <a:lnTo>
                  <a:pt x="609599" y="287273"/>
                </a:lnTo>
              </a:path>
              <a:path w="609600" h="1066164">
                <a:moveTo>
                  <a:pt x="0" y="1058417"/>
                </a:moveTo>
                <a:lnTo>
                  <a:pt x="105917" y="952499"/>
                </a:lnTo>
              </a:path>
              <a:path w="609600" h="1066164">
                <a:moveTo>
                  <a:pt x="258317" y="800099"/>
                </a:moveTo>
                <a:lnTo>
                  <a:pt x="609599" y="448817"/>
                </a:lnTo>
              </a:path>
              <a:path w="609600" h="1066164">
                <a:moveTo>
                  <a:pt x="153923" y="1066037"/>
                </a:moveTo>
                <a:lnTo>
                  <a:pt x="267461" y="952499"/>
                </a:lnTo>
              </a:path>
              <a:path w="609600" h="1066164">
                <a:moveTo>
                  <a:pt x="371855" y="848867"/>
                </a:moveTo>
                <a:lnTo>
                  <a:pt x="609599" y="610361"/>
                </a:lnTo>
              </a:path>
              <a:path w="609600" h="1066164">
                <a:moveTo>
                  <a:pt x="315467" y="1066037"/>
                </a:moveTo>
                <a:lnTo>
                  <a:pt x="609599" y="772667"/>
                </a:lnTo>
              </a:path>
              <a:path w="609600" h="1066164">
                <a:moveTo>
                  <a:pt x="477011" y="1066037"/>
                </a:moveTo>
                <a:lnTo>
                  <a:pt x="609599" y="93421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0" name="object 150"/>
          <p:cNvGrpSpPr/>
          <p:nvPr/>
        </p:nvGrpSpPr>
        <p:grpSpPr>
          <a:xfrm>
            <a:off x="1147572" y="3499866"/>
            <a:ext cx="1148080" cy="2460625"/>
            <a:chOff x="1147572" y="3499866"/>
            <a:chExt cx="1148080" cy="2460625"/>
          </a:xfrm>
        </p:grpSpPr>
        <p:pic>
          <p:nvPicPr>
            <p:cNvPr id="151" name="object 1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7572" y="5753100"/>
              <a:ext cx="101345" cy="75437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2290572" y="3536442"/>
              <a:ext cx="0" cy="2387600"/>
            </a:xfrm>
            <a:custGeom>
              <a:avLst/>
              <a:gdLst/>
              <a:ahLst/>
              <a:cxnLst/>
              <a:rect l="l" t="t" r="r" b="b"/>
              <a:pathLst>
                <a:path h="2387600">
                  <a:moveTo>
                    <a:pt x="0" y="651509"/>
                  </a:moveTo>
                  <a:lnTo>
                    <a:pt x="0" y="893063"/>
                  </a:lnTo>
                </a:path>
                <a:path h="2387600">
                  <a:moveTo>
                    <a:pt x="0" y="957071"/>
                  </a:moveTo>
                  <a:lnTo>
                    <a:pt x="0" y="1021841"/>
                  </a:lnTo>
                </a:path>
                <a:path h="2387600">
                  <a:moveTo>
                    <a:pt x="0" y="1085849"/>
                  </a:moveTo>
                  <a:lnTo>
                    <a:pt x="0" y="1327403"/>
                  </a:lnTo>
                </a:path>
                <a:path h="2387600">
                  <a:moveTo>
                    <a:pt x="0" y="0"/>
                  </a:moveTo>
                  <a:lnTo>
                    <a:pt x="0" y="550925"/>
                  </a:lnTo>
                </a:path>
                <a:path h="2387600">
                  <a:moveTo>
                    <a:pt x="0" y="636269"/>
                  </a:moveTo>
                  <a:lnTo>
                    <a:pt x="0" y="722375"/>
                  </a:lnTo>
                </a:path>
                <a:path h="2387600">
                  <a:moveTo>
                    <a:pt x="0" y="807719"/>
                  </a:moveTo>
                  <a:lnTo>
                    <a:pt x="0" y="893825"/>
                  </a:lnTo>
                </a:path>
                <a:path h="2387600">
                  <a:moveTo>
                    <a:pt x="0" y="979169"/>
                  </a:moveTo>
                  <a:lnTo>
                    <a:pt x="0" y="1408175"/>
                  </a:lnTo>
                </a:path>
                <a:path h="2387600">
                  <a:moveTo>
                    <a:pt x="0" y="1493519"/>
                  </a:moveTo>
                  <a:lnTo>
                    <a:pt x="0" y="1579625"/>
                  </a:lnTo>
                </a:path>
                <a:path h="2387600">
                  <a:moveTo>
                    <a:pt x="0" y="1664969"/>
                  </a:moveTo>
                  <a:lnTo>
                    <a:pt x="0" y="1751075"/>
                  </a:lnTo>
                </a:path>
                <a:path h="2387600">
                  <a:moveTo>
                    <a:pt x="0" y="1836419"/>
                  </a:moveTo>
                  <a:lnTo>
                    <a:pt x="0" y="238734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1659" y="3499866"/>
              <a:ext cx="438911" cy="73151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51659" y="5887212"/>
              <a:ext cx="438911" cy="73151"/>
            </a:xfrm>
            <a:prstGeom prst="rect">
              <a:avLst/>
            </a:prstGeom>
          </p:spPr>
        </p:pic>
      </p:grpSp>
      <p:sp>
        <p:nvSpPr>
          <p:cNvPr id="155" name="object 155"/>
          <p:cNvSpPr txBox="1"/>
          <p:nvPr/>
        </p:nvSpPr>
        <p:spPr>
          <a:xfrm>
            <a:off x="1356613" y="3151011"/>
            <a:ext cx="408940" cy="569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415"/>
              </a:lnSpc>
              <a:spcBef>
                <a:spcPts val="105"/>
              </a:spcBef>
            </a:pPr>
            <a:r>
              <a:rPr sz="1200" spc="-10" dirty="0">
                <a:latin typeface="Arial MT"/>
                <a:cs typeface="Arial MT"/>
              </a:rPr>
              <a:t>1.125</a:t>
            </a:r>
            <a:endParaRPr sz="1200">
              <a:latin typeface="Arial MT"/>
              <a:cs typeface="Arial MT"/>
            </a:endParaRPr>
          </a:p>
          <a:p>
            <a:pPr marL="46355" algn="ctr">
              <a:lnSpc>
                <a:spcPts val="2855"/>
              </a:lnSpc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489202" y="5724172"/>
            <a:ext cx="229870" cy="3937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7821421" y="2845336"/>
            <a:ext cx="1985010" cy="7632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8425" marR="5080" indent="-86360">
              <a:lnSpc>
                <a:spcPct val="101000"/>
              </a:lnSpc>
              <a:spcBef>
                <a:spcPts val="85"/>
              </a:spcBef>
            </a:pPr>
            <a:r>
              <a:rPr sz="2400" dirty="0">
                <a:latin typeface="Arial MT"/>
                <a:cs typeface="Arial MT"/>
              </a:rPr>
              <a:t>SECTION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A-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SCALE </a:t>
            </a:r>
            <a:r>
              <a:rPr sz="2400" spc="-10" dirty="0">
                <a:latin typeface="Arial MT"/>
                <a:cs typeface="Arial MT"/>
              </a:rPr>
              <a:t>1:1.5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4A0500D-8FEA-6BC1-9C51-2CD48B611A98}"/>
              </a:ext>
            </a:extLst>
          </p:cNvPr>
          <p:cNvSpPr txBox="1"/>
          <p:nvPr/>
        </p:nvSpPr>
        <p:spPr>
          <a:xfrm>
            <a:off x="5048262" y="6259360"/>
            <a:ext cx="4787611" cy="11691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4364" y="5226558"/>
            <a:ext cx="73913" cy="24764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924050" y="5226558"/>
            <a:ext cx="1815464" cy="247650"/>
            <a:chOff x="1924050" y="5226558"/>
            <a:chExt cx="1815464" cy="247650"/>
          </a:xfrm>
        </p:grpSpPr>
        <p:sp>
          <p:nvSpPr>
            <p:cNvPr id="4" name="object 4"/>
            <p:cNvSpPr/>
            <p:nvPr/>
          </p:nvSpPr>
          <p:spPr>
            <a:xfrm>
              <a:off x="2697479" y="5235702"/>
              <a:ext cx="287020" cy="229870"/>
            </a:xfrm>
            <a:custGeom>
              <a:avLst/>
              <a:gdLst/>
              <a:ahLst/>
              <a:cxnLst/>
              <a:rect l="l" t="t" r="r" b="b"/>
              <a:pathLst>
                <a:path w="287019" h="229870">
                  <a:moveTo>
                    <a:pt x="286511" y="54863"/>
                  </a:moveTo>
                  <a:lnTo>
                    <a:pt x="286511" y="229361"/>
                  </a:lnTo>
                  <a:lnTo>
                    <a:pt x="284987" y="229361"/>
                  </a:lnTo>
                  <a:lnTo>
                    <a:pt x="280415" y="229361"/>
                  </a:lnTo>
                  <a:lnTo>
                    <a:pt x="0" y="229361"/>
                  </a:lnTo>
                  <a:lnTo>
                    <a:pt x="0" y="54863"/>
                  </a:lnTo>
                  <a:lnTo>
                    <a:pt x="0" y="0"/>
                  </a:lnTo>
                  <a:lnTo>
                    <a:pt x="1523" y="0"/>
                  </a:lnTo>
                  <a:lnTo>
                    <a:pt x="286511" y="0"/>
                  </a:lnTo>
                  <a:lnTo>
                    <a:pt x="286511" y="6857"/>
                  </a:lnTo>
                  <a:lnTo>
                    <a:pt x="286511" y="48005"/>
                  </a:lnTo>
                  <a:lnTo>
                    <a:pt x="286511" y="5486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54630" y="5235702"/>
              <a:ext cx="172720" cy="229870"/>
            </a:xfrm>
            <a:custGeom>
              <a:avLst/>
              <a:gdLst/>
              <a:ahLst/>
              <a:cxnLst/>
              <a:rect l="l" t="t" r="r" b="b"/>
              <a:pathLst>
                <a:path w="172719" h="229870">
                  <a:moveTo>
                    <a:pt x="172211" y="0"/>
                  </a:moveTo>
                  <a:lnTo>
                    <a:pt x="172211" y="92963"/>
                  </a:lnTo>
                </a:path>
                <a:path w="172719" h="229870">
                  <a:moveTo>
                    <a:pt x="172211" y="136397"/>
                  </a:moveTo>
                  <a:lnTo>
                    <a:pt x="172211" y="229361"/>
                  </a:lnTo>
                </a:path>
                <a:path w="172719" h="229870">
                  <a:moveTo>
                    <a:pt x="0" y="0"/>
                  </a:moveTo>
                  <a:lnTo>
                    <a:pt x="0" y="92963"/>
                  </a:lnTo>
                </a:path>
                <a:path w="172719" h="229870">
                  <a:moveTo>
                    <a:pt x="0" y="136397"/>
                  </a:moveTo>
                  <a:lnTo>
                    <a:pt x="0" y="22936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33193" y="5235702"/>
              <a:ext cx="1750695" cy="229870"/>
            </a:xfrm>
            <a:custGeom>
              <a:avLst/>
              <a:gdLst/>
              <a:ahLst/>
              <a:cxnLst/>
              <a:rect l="l" t="t" r="r" b="b"/>
              <a:pathLst>
                <a:path w="1750695" h="229870">
                  <a:moveTo>
                    <a:pt x="764285" y="0"/>
                  </a:moveTo>
                  <a:lnTo>
                    <a:pt x="764285" y="0"/>
                  </a:lnTo>
                  <a:lnTo>
                    <a:pt x="55625" y="0"/>
                  </a:lnTo>
                  <a:lnTo>
                    <a:pt x="48767" y="6857"/>
                  </a:lnTo>
                  <a:lnTo>
                    <a:pt x="14477" y="41147"/>
                  </a:lnTo>
                  <a:lnTo>
                    <a:pt x="6857" y="48005"/>
                  </a:lnTo>
                  <a:lnTo>
                    <a:pt x="0" y="54863"/>
                  </a:lnTo>
                  <a:lnTo>
                    <a:pt x="0" y="229361"/>
                  </a:lnTo>
                </a:path>
                <a:path w="1750695" h="229870">
                  <a:moveTo>
                    <a:pt x="1750313" y="0"/>
                  </a:moveTo>
                  <a:lnTo>
                    <a:pt x="1750313" y="0"/>
                  </a:lnTo>
                  <a:lnTo>
                    <a:pt x="1098803" y="0"/>
                  </a:lnTo>
                  <a:lnTo>
                    <a:pt x="1050797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97479" y="5290566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28955" y="0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33193" y="5290566"/>
              <a:ext cx="764540" cy="174625"/>
            </a:xfrm>
            <a:custGeom>
              <a:avLst/>
              <a:gdLst/>
              <a:ahLst/>
              <a:cxnLst/>
              <a:rect l="l" t="t" r="r" b="b"/>
              <a:pathLst>
                <a:path w="764539" h="174625">
                  <a:moveTo>
                    <a:pt x="0" y="0"/>
                  </a:moveTo>
                  <a:lnTo>
                    <a:pt x="0" y="0"/>
                  </a:lnTo>
                  <a:lnTo>
                    <a:pt x="711707" y="0"/>
                  </a:lnTo>
                  <a:lnTo>
                    <a:pt x="764285" y="0"/>
                  </a:lnTo>
                </a:path>
                <a:path w="764539" h="174625">
                  <a:moveTo>
                    <a:pt x="0" y="174497"/>
                  </a:moveTo>
                  <a:lnTo>
                    <a:pt x="0" y="174497"/>
                  </a:lnTo>
                  <a:lnTo>
                    <a:pt x="711707" y="174497"/>
                  </a:lnTo>
                  <a:lnTo>
                    <a:pt x="764285" y="17449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26841" y="5290566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28193" y="0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83991" y="5290566"/>
              <a:ext cx="755650" cy="174625"/>
            </a:xfrm>
            <a:custGeom>
              <a:avLst/>
              <a:gdLst/>
              <a:ahLst/>
              <a:cxnLst/>
              <a:rect l="l" t="t" r="r" b="b"/>
              <a:pathLst>
                <a:path w="755650" h="174625">
                  <a:moveTo>
                    <a:pt x="0" y="0"/>
                  </a:moveTo>
                  <a:lnTo>
                    <a:pt x="0" y="0"/>
                  </a:lnTo>
                  <a:lnTo>
                    <a:pt x="743711" y="0"/>
                  </a:lnTo>
                  <a:lnTo>
                    <a:pt x="755141" y="0"/>
                  </a:lnTo>
                </a:path>
                <a:path w="755650" h="174625">
                  <a:moveTo>
                    <a:pt x="0" y="174497"/>
                  </a:moveTo>
                  <a:lnTo>
                    <a:pt x="0" y="174497"/>
                  </a:lnTo>
                  <a:lnTo>
                    <a:pt x="743711" y="174497"/>
                  </a:lnTo>
                  <a:lnTo>
                    <a:pt x="755141" y="17449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70404" y="5235702"/>
              <a:ext cx="683895" cy="229870"/>
            </a:xfrm>
            <a:custGeom>
              <a:avLst/>
              <a:gdLst/>
              <a:ahLst/>
              <a:cxnLst/>
              <a:rect l="l" t="t" r="r" b="b"/>
              <a:pathLst>
                <a:path w="683894" h="229870">
                  <a:moveTo>
                    <a:pt x="683513" y="0"/>
                  </a:moveTo>
                  <a:lnTo>
                    <a:pt x="683513" y="92963"/>
                  </a:lnTo>
                </a:path>
                <a:path w="683894" h="229870">
                  <a:moveTo>
                    <a:pt x="683513" y="136397"/>
                  </a:moveTo>
                  <a:lnTo>
                    <a:pt x="683513" y="229361"/>
                  </a:lnTo>
                </a:path>
                <a:path w="683894" h="229870">
                  <a:moveTo>
                    <a:pt x="0" y="0"/>
                  </a:moveTo>
                  <a:lnTo>
                    <a:pt x="0" y="92963"/>
                  </a:lnTo>
                </a:path>
                <a:path w="683894" h="229870">
                  <a:moveTo>
                    <a:pt x="0" y="136397"/>
                  </a:moveTo>
                  <a:lnTo>
                    <a:pt x="0" y="229361"/>
                  </a:lnTo>
                </a:path>
                <a:path w="683894" h="229870">
                  <a:moveTo>
                    <a:pt x="486917" y="0"/>
                  </a:moveTo>
                  <a:lnTo>
                    <a:pt x="486917" y="92963"/>
                  </a:lnTo>
                </a:path>
                <a:path w="683894" h="229870">
                  <a:moveTo>
                    <a:pt x="486917" y="136397"/>
                  </a:moveTo>
                  <a:lnTo>
                    <a:pt x="486917" y="229361"/>
                  </a:lnTo>
                </a:path>
                <a:path w="683894" h="229870">
                  <a:moveTo>
                    <a:pt x="253745" y="0"/>
                  </a:moveTo>
                  <a:lnTo>
                    <a:pt x="253745" y="92963"/>
                  </a:lnTo>
                </a:path>
                <a:path w="683894" h="229870">
                  <a:moveTo>
                    <a:pt x="253745" y="136397"/>
                  </a:moveTo>
                  <a:lnTo>
                    <a:pt x="253745" y="22936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3325367" y="2634996"/>
            <a:ext cx="414020" cy="0"/>
          </a:xfrm>
          <a:custGeom>
            <a:avLst/>
            <a:gdLst/>
            <a:ahLst/>
            <a:cxnLst/>
            <a:rect l="l" t="t" r="r" b="b"/>
            <a:pathLst>
              <a:path w="414020">
                <a:moveTo>
                  <a:pt x="413765" y="0"/>
                </a:moveTo>
                <a:lnTo>
                  <a:pt x="413765" y="0"/>
                </a:lnTo>
                <a:lnTo>
                  <a:pt x="358139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144773" y="2282189"/>
            <a:ext cx="594360" cy="361950"/>
            <a:chOff x="3144773" y="2282189"/>
            <a:chExt cx="594360" cy="361950"/>
          </a:xfrm>
        </p:grpSpPr>
        <p:sp>
          <p:nvSpPr>
            <p:cNvPr id="14" name="object 14"/>
            <p:cNvSpPr/>
            <p:nvPr/>
          </p:nvSpPr>
          <p:spPr>
            <a:xfrm>
              <a:off x="3325367" y="2292096"/>
              <a:ext cx="414020" cy="0"/>
            </a:xfrm>
            <a:custGeom>
              <a:avLst/>
              <a:gdLst/>
              <a:ahLst/>
              <a:cxnLst/>
              <a:rect l="l" t="t" r="r" b="b"/>
              <a:pathLst>
                <a:path w="414020">
                  <a:moveTo>
                    <a:pt x="0" y="0"/>
                  </a:moveTo>
                  <a:lnTo>
                    <a:pt x="0" y="0"/>
                  </a:lnTo>
                  <a:lnTo>
                    <a:pt x="406145" y="0"/>
                  </a:lnTo>
                  <a:lnTo>
                    <a:pt x="413765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53917" y="2291333"/>
              <a:ext cx="172085" cy="344170"/>
            </a:xfrm>
            <a:custGeom>
              <a:avLst/>
              <a:gdLst/>
              <a:ahLst/>
              <a:cxnLst/>
              <a:rect l="l" t="t" r="r" b="b"/>
              <a:pathLst>
                <a:path w="172085" h="344169">
                  <a:moveTo>
                    <a:pt x="171830" y="0"/>
                  </a:moveTo>
                  <a:lnTo>
                    <a:pt x="126151" y="6137"/>
                  </a:lnTo>
                  <a:lnTo>
                    <a:pt x="85104" y="23459"/>
                  </a:lnTo>
                  <a:lnTo>
                    <a:pt x="50328" y="50328"/>
                  </a:lnTo>
                  <a:lnTo>
                    <a:pt x="23459" y="85104"/>
                  </a:lnTo>
                  <a:lnTo>
                    <a:pt x="6137" y="126151"/>
                  </a:lnTo>
                  <a:lnTo>
                    <a:pt x="0" y="171830"/>
                  </a:lnTo>
                  <a:lnTo>
                    <a:pt x="6137" y="217510"/>
                  </a:lnTo>
                  <a:lnTo>
                    <a:pt x="23459" y="258557"/>
                  </a:lnTo>
                  <a:lnTo>
                    <a:pt x="50328" y="293333"/>
                  </a:lnTo>
                  <a:lnTo>
                    <a:pt x="85104" y="320202"/>
                  </a:lnTo>
                  <a:lnTo>
                    <a:pt x="126151" y="337524"/>
                  </a:lnTo>
                  <a:lnTo>
                    <a:pt x="171830" y="34366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2697479" y="2832354"/>
            <a:ext cx="287020" cy="534670"/>
          </a:xfrm>
          <a:custGeom>
            <a:avLst/>
            <a:gdLst/>
            <a:ahLst/>
            <a:cxnLst/>
            <a:rect l="l" t="t" r="r" b="b"/>
            <a:pathLst>
              <a:path w="287019" h="534670">
                <a:moveTo>
                  <a:pt x="0" y="534161"/>
                </a:moveTo>
                <a:lnTo>
                  <a:pt x="0" y="534161"/>
                </a:lnTo>
                <a:lnTo>
                  <a:pt x="0" y="478535"/>
                </a:lnTo>
                <a:lnTo>
                  <a:pt x="0" y="143255"/>
                </a:lnTo>
              </a:path>
              <a:path w="287019" h="534670">
                <a:moveTo>
                  <a:pt x="286511" y="142874"/>
                </a:moveTo>
                <a:lnTo>
                  <a:pt x="279228" y="97715"/>
                </a:lnTo>
                <a:lnTo>
                  <a:pt x="258945" y="58494"/>
                </a:lnTo>
                <a:lnTo>
                  <a:pt x="228017" y="27566"/>
                </a:lnTo>
                <a:lnTo>
                  <a:pt x="188796" y="7283"/>
                </a:lnTo>
                <a:lnTo>
                  <a:pt x="143636" y="0"/>
                </a:lnTo>
                <a:lnTo>
                  <a:pt x="98477" y="7283"/>
                </a:lnTo>
                <a:lnTo>
                  <a:pt x="59256" y="27566"/>
                </a:lnTo>
                <a:lnTo>
                  <a:pt x="28328" y="58494"/>
                </a:lnTo>
                <a:lnTo>
                  <a:pt x="8045" y="97715"/>
                </a:lnTo>
                <a:lnTo>
                  <a:pt x="761" y="142874"/>
                </a:lnTo>
              </a:path>
              <a:path w="287019" h="534670">
                <a:moveTo>
                  <a:pt x="286511" y="143255"/>
                </a:moveTo>
                <a:lnTo>
                  <a:pt x="286511" y="143255"/>
                </a:lnTo>
                <a:lnTo>
                  <a:pt x="286511" y="527303"/>
                </a:lnTo>
                <a:lnTo>
                  <a:pt x="286511" y="53416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26841" y="1552956"/>
            <a:ext cx="0" cy="508634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0"/>
                </a:lnTo>
                <a:lnTo>
                  <a:pt x="0" y="54863"/>
                </a:lnTo>
                <a:lnTo>
                  <a:pt x="0" y="508253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2745485" y="1552956"/>
            <a:ext cx="190500" cy="603250"/>
            <a:chOff x="2745485" y="1552956"/>
            <a:chExt cx="190500" cy="603250"/>
          </a:xfrm>
        </p:grpSpPr>
        <p:sp>
          <p:nvSpPr>
            <p:cNvPr id="19" name="object 19"/>
            <p:cNvSpPr/>
            <p:nvPr/>
          </p:nvSpPr>
          <p:spPr>
            <a:xfrm>
              <a:off x="2754629" y="1552956"/>
              <a:ext cx="0" cy="508634"/>
            </a:xfrm>
            <a:custGeom>
              <a:avLst/>
              <a:gdLst/>
              <a:ahLst/>
              <a:cxnLst/>
              <a:rect l="l" t="t" r="r" b="b"/>
              <a:pathLst>
                <a:path h="508635">
                  <a:moveTo>
                    <a:pt x="0" y="508253"/>
                  </a:moveTo>
                  <a:lnTo>
                    <a:pt x="0" y="508253"/>
                  </a:lnTo>
                  <a:lnTo>
                    <a:pt x="0" y="6857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6247" y="2051685"/>
              <a:ext cx="189737" cy="104012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1933194" y="2349246"/>
            <a:ext cx="422909" cy="0"/>
          </a:xfrm>
          <a:custGeom>
            <a:avLst/>
            <a:gdLst/>
            <a:ahLst/>
            <a:cxnLst/>
            <a:rect l="l" t="t" r="r" b="b"/>
            <a:pathLst>
              <a:path w="422910">
                <a:moveTo>
                  <a:pt x="0" y="0"/>
                </a:moveTo>
                <a:lnTo>
                  <a:pt x="0" y="0"/>
                </a:lnTo>
                <a:lnTo>
                  <a:pt x="55625" y="0"/>
                </a:lnTo>
                <a:lnTo>
                  <a:pt x="422909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1933194" y="2339339"/>
            <a:ext cx="547370" cy="247650"/>
            <a:chOff x="1933194" y="2339339"/>
            <a:chExt cx="547370" cy="247650"/>
          </a:xfrm>
        </p:grpSpPr>
        <p:sp>
          <p:nvSpPr>
            <p:cNvPr id="23" name="object 23"/>
            <p:cNvSpPr/>
            <p:nvPr/>
          </p:nvSpPr>
          <p:spPr>
            <a:xfrm>
              <a:off x="1933194" y="2577846"/>
              <a:ext cx="422909" cy="0"/>
            </a:xfrm>
            <a:custGeom>
              <a:avLst/>
              <a:gdLst/>
              <a:ahLst/>
              <a:cxnLst/>
              <a:rect l="l" t="t" r="r" b="b"/>
              <a:pathLst>
                <a:path w="422910">
                  <a:moveTo>
                    <a:pt x="422909" y="0"/>
                  </a:moveTo>
                  <a:lnTo>
                    <a:pt x="422909" y="0"/>
                  </a:lnTo>
                  <a:lnTo>
                    <a:pt x="6857" y="0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7341" y="2339339"/>
              <a:ext cx="132968" cy="247649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2927125" y="1607556"/>
            <a:ext cx="756920" cy="684530"/>
          </a:xfrm>
          <a:custGeom>
            <a:avLst/>
            <a:gdLst/>
            <a:ahLst/>
            <a:cxnLst/>
            <a:rect l="l" t="t" r="r" b="b"/>
            <a:pathLst>
              <a:path w="756920" h="684530">
                <a:moveTo>
                  <a:pt x="756640" y="684127"/>
                </a:moveTo>
                <a:lnTo>
                  <a:pt x="745541" y="636509"/>
                </a:lnTo>
                <a:lnTo>
                  <a:pt x="731897" y="590005"/>
                </a:lnTo>
                <a:lnTo>
                  <a:pt x="715788" y="544689"/>
                </a:lnTo>
                <a:lnTo>
                  <a:pt x="697294" y="500634"/>
                </a:lnTo>
                <a:lnTo>
                  <a:pt x="676496" y="457912"/>
                </a:lnTo>
                <a:lnTo>
                  <a:pt x="653474" y="416597"/>
                </a:lnTo>
                <a:lnTo>
                  <a:pt x="628310" y="376761"/>
                </a:lnTo>
                <a:lnTo>
                  <a:pt x="601083" y="338477"/>
                </a:lnTo>
                <a:lnTo>
                  <a:pt x="571875" y="301817"/>
                </a:lnTo>
                <a:lnTo>
                  <a:pt x="540766" y="266856"/>
                </a:lnTo>
                <a:lnTo>
                  <a:pt x="507836" y="233665"/>
                </a:lnTo>
                <a:lnTo>
                  <a:pt x="473166" y="202318"/>
                </a:lnTo>
                <a:lnTo>
                  <a:pt x="436837" y="172887"/>
                </a:lnTo>
                <a:lnTo>
                  <a:pt x="398929" y="145445"/>
                </a:lnTo>
                <a:lnTo>
                  <a:pt x="359522" y="120065"/>
                </a:lnTo>
                <a:lnTo>
                  <a:pt x="318698" y="96820"/>
                </a:lnTo>
                <a:lnTo>
                  <a:pt x="276537" y="75783"/>
                </a:lnTo>
                <a:lnTo>
                  <a:pt x="233119" y="57026"/>
                </a:lnTo>
                <a:lnTo>
                  <a:pt x="188525" y="40623"/>
                </a:lnTo>
                <a:lnTo>
                  <a:pt x="142835" y="26645"/>
                </a:lnTo>
                <a:lnTo>
                  <a:pt x="96131" y="15167"/>
                </a:lnTo>
                <a:lnTo>
                  <a:pt x="48492" y="6261"/>
                </a:lnTo>
                <a:lnTo>
                  <a:pt x="0" y="0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88835" y="1607559"/>
            <a:ext cx="766445" cy="741680"/>
          </a:xfrm>
          <a:custGeom>
            <a:avLst/>
            <a:gdLst/>
            <a:ahLst/>
            <a:cxnLst/>
            <a:rect l="l" t="t" r="r" b="b"/>
            <a:pathLst>
              <a:path w="766444" h="741680">
                <a:moveTo>
                  <a:pt x="766275" y="0"/>
                </a:moveTo>
                <a:lnTo>
                  <a:pt x="717168" y="6356"/>
                </a:lnTo>
                <a:lnTo>
                  <a:pt x="668967" y="15414"/>
                </a:lnTo>
                <a:lnTo>
                  <a:pt x="621751" y="27097"/>
                </a:lnTo>
                <a:lnTo>
                  <a:pt x="575601" y="41327"/>
                </a:lnTo>
                <a:lnTo>
                  <a:pt x="530597" y="58027"/>
                </a:lnTo>
                <a:lnTo>
                  <a:pt x="486820" y="77118"/>
                </a:lnTo>
                <a:lnTo>
                  <a:pt x="444348" y="98524"/>
                </a:lnTo>
                <a:lnTo>
                  <a:pt x="403264" y="122166"/>
                </a:lnTo>
                <a:lnTo>
                  <a:pt x="363646" y="147967"/>
                </a:lnTo>
                <a:lnTo>
                  <a:pt x="325576" y="175850"/>
                </a:lnTo>
                <a:lnTo>
                  <a:pt x="289133" y="205736"/>
                </a:lnTo>
                <a:lnTo>
                  <a:pt x="254399" y="237548"/>
                </a:lnTo>
                <a:lnTo>
                  <a:pt x="221452" y="271208"/>
                </a:lnTo>
                <a:lnTo>
                  <a:pt x="190373" y="306639"/>
                </a:lnTo>
                <a:lnTo>
                  <a:pt x="161243" y="343763"/>
                </a:lnTo>
                <a:lnTo>
                  <a:pt x="134142" y="382503"/>
                </a:lnTo>
                <a:lnTo>
                  <a:pt x="109150" y="422781"/>
                </a:lnTo>
                <a:lnTo>
                  <a:pt x="86347" y="464518"/>
                </a:lnTo>
                <a:lnTo>
                  <a:pt x="65814" y="507639"/>
                </a:lnTo>
                <a:lnTo>
                  <a:pt x="47630" y="552064"/>
                </a:lnTo>
                <a:lnTo>
                  <a:pt x="31877" y="597716"/>
                </a:lnTo>
                <a:lnTo>
                  <a:pt x="18634" y="644519"/>
                </a:lnTo>
                <a:lnTo>
                  <a:pt x="7981" y="692393"/>
                </a:lnTo>
                <a:lnTo>
                  <a:pt x="0" y="741262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88834" y="2577505"/>
            <a:ext cx="709295" cy="734060"/>
          </a:xfrm>
          <a:custGeom>
            <a:avLst/>
            <a:gdLst/>
            <a:ahLst/>
            <a:cxnLst/>
            <a:rect l="l" t="t" r="r" b="b"/>
            <a:pathLst>
              <a:path w="709294" h="734060">
                <a:moveTo>
                  <a:pt x="0" y="0"/>
                </a:moveTo>
                <a:lnTo>
                  <a:pt x="7868" y="48269"/>
                </a:lnTo>
                <a:lnTo>
                  <a:pt x="18353" y="95597"/>
                </a:lnTo>
                <a:lnTo>
                  <a:pt x="31378" y="141905"/>
                </a:lnTo>
                <a:lnTo>
                  <a:pt x="46869" y="187115"/>
                </a:lnTo>
                <a:lnTo>
                  <a:pt x="64749" y="231150"/>
                </a:lnTo>
                <a:lnTo>
                  <a:pt x="84943" y="273930"/>
                </a:lnTo>
                <a:lnTo>
                  <a:pt x="107376" y="315377"/>
                </a:lnTo>
                <a:lnTo>
                  <a:pt x="131971" y="355414"/>
                </a:lnTo>
                <a:lnTo>
                  <a:pt x="158654" y="393963"/>
                </a:lnTo>
                <a:lnTo>
                  <a:pt x="187349" y="430945"/>
                </a:lnTo>
                <a:lnTo>
                  <a:pt x="217980" y="466281"/>
                </a:lnTo>
                <a:lnTo>
                  <a:pt x="250472" y="499895"/>
                </a:lnTo>
                <a:lnTo>
                  <a:pt x="284749" y="531708"/>
                </a:lnTo>
                <a:lnTo>
                  <a:pt x="320736" y="561641"/>
                </a:lnTo>
                <a:lnTo>
                  <a:pt x="358357" y="589616"/>
                </a:lnTo>
                <a:lnTo>
                  <a:pt x="397537" y="615556"/>
                </a:lnTo>
                <a:lnTo>
                  <a:pt x="438199" y="639382"/>
                </a:lnTo>
                <a:lnTo>
                  <a:pt x="480269" y="661016"/>
                </a:lnTo>
                <a:lnTo>
                  <a:pt x="523671" y="680380"/>
                </a:lnTo>
                <a:lnTo>
                  <a:pt x="568330" y="697396"/>
                </a:lnTo>
                <a:lnTo>
                  <a:pt x="614170" y="711985"/>
                </a:lnTo>
                <a:lnTo>
                  <a:pt x="661114" y="724070"/>
                </a:lnTo>
                <a:lnTo>
                  <a:pt x="709089" y="733572"/>
                </a:lnTo>
              </a:path>
            </a:pathLst>
          </a:custGeom>
          <a:ln w="18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1924364" y="1543291"/>
            <a:ext cx="1824989" cy="1832610"/>
            <a:chOff x="1924364" y="1543291"/>
            <a:chExt cx="1824989" cy="1832610"/>
          </a:xfrm>
        </p:grpSpPr>
        <p:sp>
          <p:nvSpPr>
            <p:cNvPr id="29" name="object 29"/>
            <p:cNvSpPr/>
            <p:nvPr/>
          </p:nvSpPr>
          <p:spPr>
            <a:xfrm>
              <a:off x="2984228" y="2634727"/>
              <a:ext cx="699770" cy="676910"/>
            </a:xfrm>
            <a:custGeom>
              <a:avLst/>
              <a:gdLst/>
              <a:ahLst/>
              <a:cxnLst/>
              <a:rect l="l" t="t" r="r" b="b"/>
              <a:pathLst>
                <a:path w="699770" h="676910">
                  <a:moveTo>
                    <a:pt x="0" y="676366"/>
                  </a:moveTo>
                  <a:lnTo>
                    <a:pt x="47343" y="667010"/>
                  </a:lnTo>
                  <a:lnTo>
                    <a:pt x="93711" y="655129"/>
                  </a:lnTo>
                  <a:lnTo>
                    <a:pt x="139027" y="640795"/>
                  </a:lnTo>
                  <a:lnTo>
                    <a:pt x="183217" y="624082"/>
                  </a:lnTo>
                  <a:lnTo>
                    <a:pt x="226204" y="605064"/>
                  </a:lnTo>
                  <a:lnTo>
                    <a:pt x="267913" y="583813"/>
                  </a:lnTo>
                  <a:lnTo>
                    <a:pt x="308268" y="560403"/>
                  </a:lnTo>
                  <a:lnTo>
                    <a:pt x="347192" y="534908"/>
                  </a:lnTo>
                  <a:lnTo>
                    <a:pt x="384610" y="507399"/>
                  </a:lnTo>
                  <a:lnTo>
                    <a:pt x="420447" y="477952"/>
                  </a:lnTo>
                  <a:lnTo>
                    <a:pt x="454626" y="446638"/>
                  </a:lnTo>
                  <a:lnTo>
                    <a:pt x="487072" y="413532"/>
                  </a:lnTo>
                  <a:lnTo>
                    <a:pt x="517708" y="378707"/>
                  </a:lnTo>
                  <a:lnTo>
                    <a:pt x="546460" y="342235"/>
                  </a:lnTo>
                  <a:lnTo>
                    <a:pt x="573251" y="304191"/>
                  </a:lnTo>
                  <a:lnTo>
                    <a:pt x="598005" y="264647"/>
                  </a:lnTo>
                  <a:lnTo>
                    <a:pt x="620648" y="223677"/>
                  </a:lnTo>
                  <a:lnTo>
                    <a:pt x="641102" y="181354"/>
                  </a:lnTo>
                  <a:lnTo>
                    <a:pt x="659292" y="137752"/>
                  </a:lnTo>
                  <a:lnTo>
                    <a:pt x="675142" y="92943"/>
                  </a:lnTo>
                  <a:lnTo>
                    <a:pt x="688577" y="47001"/>
                  </a:lnTo>
                  <a:lnTo>
                    <a:pt x="69952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5005" y="2337054"/>
              <a:ext cx="252221" cy="25222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933508" y="1552435"/>
              <a:ext cx="1806575" cy="1814830"/>
            </a:xfrm>
            <a:custGeom>
              <a:avLst/>
              <a:gdLst/>
              <a:ahLst/>
              <a:cxnLst/>
              <a:rect l="l" t="t" r="r" b="b"/>
              <a:pathLst>
                <a:path w="1806575" h="1814829">
                  <a:moveTo>
                    <a:pt x="821610" y="0"/>
                  </a:moveTo>
                  <a:lnTo>
                    <a:pt x="772778" y="5926"/>
                  </a:lnTo>
                  <a:lnTo>
                    <a:pt x="724770" y="14366"/>
                  </a:lnTo>
                  <a:lnTo>
                    <a:pt x="677656" y="25252"/>
                  </a:lnTo>
                  <a:lnTo>
                    <a:pt x="631505" y="38517"/>
                  </a:lnTo>
                  <a:lnTo>
                    <a:pt x="586387" y="54094"/>
                  </a:lnTo>
                  <a:lnTo>
                    <a:pt x="542370" y="71916"/>
                  </a:lnTo>
                  <a:lnTo>
                    <a:pt x="499525" y="91915"/>
                  </a:lnTo>
                  <a:lnTo>
                    <a:pt x="457919" y="114025"/>
                  </a:lnTo>
                  <a:lnTo>
                    <a:pt x="417623" y="138178"/>
                  </a:lnTo>
                  <a:lnTo>
                    <a:pt x="378705" y="164308"/>
                  </a:lnTo>
                  <a:lnTo>
                    <a:pt x="341235" y="192346"/>
                  </a:lnTo>
                  <a:lnTo>
                    <a:pt x="305282" y="222227"/>
                  </a:lnTo>
                  <a:lnTo>
                    <a:pt x="270916" y="253883"/>
                  </a:lnTo>
                  <a:lnTo>
                    <a:pt x="238205" y="287247"/>
                  </a:lnTo>
                  <a:lnTo>
                    <a:pt x="207218" y="322251"/>
                  </a:lnTo>
                  <a:lnTo>
                    <a:pt x="178026" y="358829"/>
                  </a:lnTo>
                  <a:lnTo>
                    <a:pt x="150697" y="396914"/>
                  </a:lnTo>
                  <a:lnTo>
                    <a:pt x="125300" y="436438"/>
                  </a:lnTo>
                  <a:lnTo>
                    <a:pt x="101905" y="477335"/>
                  </a:lnTo>
                  <a:lnTo>
                    <a:pt x="80580" y="519537"/>
                  </a:lnTo>
                  <a:lnTo>
                    <a:pt x="61396" y="562977"/>
                  </a:lnTo>
                  <a:lnTo>
                    <a:pt x="44421" y="607588"/>
                  </a:lnTo>
                  <a:lnTo>
                    <a:pt x="29725" y="653303"/>
                  </a:lnTo>
                  <a:lnTo>
                    <a:pt x="17376" y="700055"/>
                  </a:lnTo>
                  <a:lnTo>
                    <a:pt x="7445" y="747776"/>
                  </a:lnTo>
                  <a:lnTo>
                    <a:pt x="0" y="796401"/>
                  </a:lnTo>
                </a:path>
                <a:path w="1806575" h="1814829">
                  <a:moveTo>
                    <a:pt x="0" y="1025058"/>
                  </a:moveTo>
                  <a:lnTo>
                    <a:pt x="7344" y="1073113"/>
                  </a:lnTo>
                  <a:lnTo>
                    <a:pt x="17127" y="1120311"/>
                  </a:lnTo>
                  <a:lnTo>
                    <a:pt x="29281" y="1166585"/>
                  </a:lnTo>
                  <a:lnTo>
                    <a:pt x="43742" y="1211867"/>
                  </a:lnTo>
                  <a:lnTo>
                    <a:pt x="60444" y="1256091"/>
                  </a:lnTo>
                  <a:lnTo>
                    <a:pt x="79321" y="1299188"/>
                  </a:lnTo>
                  <a:lnTo>
                    <a:pt x="100310" y="1341091"/>
                  </a:lnTo>
                  <a:lnTo>
                    <a:pt x="123343" y="1381733"/>
                  </a:lnTo>
                  <a:lnTo>
                    <a:pt x="148356" y="1421046"/>
                  </a:lnTo>
                  <a:lnTo>
                    <a:pt x="175284" y="1458962"/>
                  </a:lnTo>
                  <a:lnTo>
                    <a:pt x="204060" y="1495415"/>
                  </a:lnTo>
                  <a:lnTo>
                    <a:pt x="234620" y="1530336"/>
                  </a:lnTo>
                  <a:lnTo>
                    <a:pt x="266898" y="1563658"/>
                  </a:lnTo>
                  <a:lnTo>
                    <a:pt x="300829" y="1595314"/>
                  </a:lnTo>
                  <a:lnTo>
                    <a:pt x="336347" y="1625236"/>
                  </a:lnTo>
                  <a:lnTo>
                    <a:pt x="373387" y="1653356"/>
                  </a:lnTo>
                  <a:lnTo>
                    <a:pt x="411884" y="1679607"/>
                  </a:lnTo>
                  <a:lnTo>
                    <a:pt x="451772" y="1703923"/>
                  </a:lnTo>
                  <a:lnTo>
                    <a:pt x="492986" y="1726234"/>
                  </a:lnTo>
                  <a:lnTo>
                    <a:pt x="535461" y="1746474"/>
                  </a:lnTo>
                  <a:lnTo>
                    <a:pt x="579130" y="1764575"/>
                  </a:lnTo>
                  <a:lnTo>
                    <a:pt x="623930" y="1780469"/>
                  </a:lnTo>
                  <a:lnTo>
                    <a:pt x="669794" y="1794090"/>
                  </a:lnTo>
                  <a:lnTo>
                    <a:pt x="716656" y="1805369"/>
                  </a:lnTo>
                  <a:lnTo>
                    <a:pt x="764453" y="1814240"/>
                  </a:lnTo>
                </a:path>
                <a:path w="1806575" h="1814829">
                  <a:moveTo>
                    <a:pt x="1806171" y="739237"/>
                  </a:moveTo>
                  <a:lnTo>
                    <a:pt x="1795804" y="691755"/>
                  </a:lnTo>
                  <a:lnTo>
                    <a:pt x="1783061" y="645280"/>
                  </a:lnTo>
                  <a:lnTo>
                    <a:pt x="1768010" y="599877"/>
                  </a:lnTo>
                  <a:lnTo>
                    <a:pt x="1750720" y="555609"/>
                  </a:lnTo>
                  <a:lnTo>
                    <a:pt x="1731262" y="512539"/>
                  </a:lnTo>
                  <a:lnTo>
                    <a:pt x="1709704" y="470729"/>
                  </a:lnTo>
                  <a:lnTo>
                    <a:pt x="1686117" y="430244"/>
                  </a:lnTo>
                  <a:lnTo>
                    <a:pt x="1660569" y="391147"/>
                  </a:lnTo>
                  <a:lnTo>
                    <a:pt x="1633129" y="353500"/>
                  </a:lnTo>
                  <a:lnTo>
                    <a:pt x="1603869" y="317366"/>
                  </a:lnTo>
                  <a:lnTo>
                    <a:pt x="1572856" y="282810"/>
                  </a:lnTo>
                  <a:lnTo>
                    <a:pt x="1540161" y="249894"/>
                  </a:lnTo>
                  <a:lnTo>
                    <a:pt x="1505852" y="218682"/>
                  </a:lnTo>
                  <a:lnTo>
                    <a:pt x="1470000" y="189236"/>
                  </a:lnTo>
                  <a:lnTo>
                    <a:pt x="1432673" y="161620"/>
                  </a:lnTo>
                  <a:lnTo>
                    <a:pt x="1393942" y="135896"/>
                  </a:lnTo>
                  <a:lnTo>
                    <a:pt x="1353875" y="112129"/>
                  </a:lnTo>
                  <a:lnTo>
                    <a:pt x="1312543" y="90382"/>
                  </a:lnTo>
                  <a:lnTo>
                    <a:pt x="1270014" y="70717"/>
                  </a:lnTo>
                  <a:lnTo>
                    <a:pt x="1226358" y="53198"/>
                  </a:lnTo>
                  <a:lnTo>
                    <a:pt x="1181645" y="37887"/>
                  </a:lnTo>
                  <a:lnTo>
                    <a:pt x="1135943" y="24849"/>
                  </a:lnTo>
                  <a:lnTo>
                    <a:pt x="1089323" y="14146"/>
                  </a:lnTo>
                  <a:lnTo>
                    <a:pt x="1041854" y="5842"/>
                  </a:lnTo>
                  <a:lnTo>
                    <a:pt x="993606" y="0"/>
                  </a:lnTo>
                </a:path>
                <a:path w="1806575" h="1814829">
                  <a:moveTo>
                    <a:pt x="1050763" y="1814240"/>
                  </a:moveTo>
                  <a:lnTo>
                    <a:pt x="1099992" y="1805061"/>
                  </a:lnTo>
                  <a:lnTo>
                    <a:pt x="1148253" y="1793317"/>
                  </a:lnTo>
                  <a:lnTo>
                    <a:pt x="1195471" y="1779082"/>
                  </a:lnTo>
                  <a:lnTo>
                    <a:pt x="1241573" y="1762427"/>
                  </a:lnTo>
                  <a:lnTo>
                    <a:pt x="1286482" y="1743424"/>
                  </a:lnTo>
                  <a:lnTo>
                    <a:pt x="1330126" y="1722146"/>
                  </a:lnTo>
                  <a:lnTo>
                    <a:pt x="1372429" y="1698665"/>
                  </a:lnTo>
                  <a:lnTo>
                    <a:pt x="1413317" y="1673052"/>
                  </a:lnTo>
                  <a:lnTo>
                    <a:pt x="1452715" y="1645380"/>
                  </a:lnTo>
                  <a:lnTo>
                    <a:pt x="1490550" y="1615722"/>
                  </a:lnTo>
                  <a:lnTo>
                    <a:pt x="1526746" y="1584149"/>
                  </a:lnTo>
                  <a:lnTo>
                    <a:pt x="1561228" y="1550734"/>
                  </a:lnTo>
                  <a:lnTo>
                    <a:pt x="1593924" y="1515549"/>
                  </a:lnTo>
                  <a:lnTo>
                    <a:pt x="1624757" y="1478666"/>
                  </a:lnTo>
                  <a:lnTo>
                    <a:pt x="1653653" y="1440157"/>
                  </a:lnTo>
                  <a:lnTo>
                    <a:pt x="1680539" y="1400094"/>
                  </a:lnTo>
                  <a:lnTo>
                    <a:pt x="1705339" y="1358550"/>
                  </a:lnTo>
                  <a:lnTo>
                    <a:pt x="1727979" y="1315597"/>
                  </a:lnTo>
                  <a:lnTo>
                    <a:pt x="1748384" y="1271307"/>
                  </a:lnTo>
                  <a:lnTo>
                    <a:pt x="1766481" y="1225753"/>
                  </a:lnTo>
                  <a:lnTo>
                    <a:pt x="1782194" y="1179005"/>
                  </a:lnTo>
                  <a:lnTo>
                    <a:pt x="1795448" y="1131137"/>
                  </a:lnTo>
                  <a:lnTo>
                    <a:pt x="1806171" y="108222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6164579" y="1780100"/>
            <a:ext cx="1849120" cy="1226820"/>
            <a:chOff x="6164579" y="1780100"/>
            <a:chExt cx="1849120" cy="1226820"/>
          </a:xfrm>
        </p:grpSpPr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3724" y="1788413"/>
              <a:ext cx="1831848" cy="121234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309865" y="2412492"/>
              <a:ext cx="535305" cy="494665"/>
            </a:xfrm>
            <a:custGeom>
              <a:avLst/>
              <a:gdLst/>
              <a:ahLst/>
              <a:cxnLst/>
              <a:rect l="l" t="t" r="r" b="b"/>
              <a:pathLst>
                <a:path w="535304" h="494664">
                  <a:moveTo>
                    <a:pt x="292607" y="494537"/>
                  </a:moveTo>
                  <a:lnTo>
                    <a:pt x="292607" y="352805"/>
                  </a:lnTo>
                  <a:lnTo>
                    <a:pt x="287273" y="343661"/>
                  </a:lnTo>
                  <a:lnTo>
                    <a:pt x="282701" y="335279"/>
                  </a:lnTo>
                  <a:lnTo>
                    <a:pt x="277367" y="326897"/>
                  </a:lnTo>
                  <a:lnTo>
                    <a:pt x="272795" y="318515"/>
                  </a:lnTo>
                  <a:lnTo>
                    <a:pt x="267461" y="310133"/>
                  </a:lnTo>
                  <a:lnTo>
                    <a:pt x="262889" y="301751"/>
                  </a:lnTo>
                  <a:lnTo>
                    <a:pt x="258317" y="293369"/>
                  </a:lnTo>
                  <a:lnTo>
                    <a:pt x="252983" y="284987"/>
                  </a:lnTo>
                  <a:lnTo>
                    <a:pt x="0" y="139445"/>
                  </a:lnTo>
                </a:path>
                <a:path w="535304" h="494664">
                  <a:moveTo>
                    <a:pt x="243077" y="0"/>
                  </a:moveTo>
                  <a:lnTo>
                    <a:pt x="496061" y="145541"/>
                  </a:lnTo>
                  <a:lnTo>
                    <a:pt x="500633" y="153923"/>
                  </a:lnTo>
                  <a:lnTo>
                    <a:pt x="505205" y="161543"/>
                  </a:lnTo>
                  <a:lnTo>
                    <a:pt x="510539" y="169925"/>
                  </a:lnTo>
                  <a:lnTo>
                    <a:pt x="515111" y="178307"/>
                  </a:lnTo>
                  <a:lnTo>
                    <a:pt x="520445" y="187451"/>
                  </a:lnTo>
                  <a:lnTo>
                    <a:pt x="525017" y="195833"/>
                  </a:lnTo>
                  <a:lnTo>
                    <a:pt x="530351" y="204215"/>
                  </a:lnTo>
                  <a:lnTo>
                    <a:pt x="534923" y="213359"/>
                  </a:lnTo>
                  <a:lnTo>
                    <a:pt x="534923" y="355091"/>
                  </a:lnTo>
                  <a:lnTo>
                    <a:pt x="243077" y="18668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52943" y="2412492"/>
              <a:ext cx="0" cy="186690"/>
            </a:xfrm>
            <a:custGeom>
              <a:avLst/>
              <a:gdLst/>
              <a:ahLst/>
              <a:cxnLst/>
              <a:rect l="l" t="t" r="r" b="b"/>
              <a:pathLst>
                <a:path h="186689">
                  <a:moveTo>
                    <a:pt x="0" y="0"/>
                  </a:moveTo>
                  <a:lnTo>
                    <a:pt x="0" y="18668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48221" y="2383930"/>
              <a:ext cx="1205230" cy="397510"/>
            </a:xfrm>
            <a:custGeom>
              <a:avLst/>
              <a:gdLst/>
              <a:ahLst/>
              <a:cxnLst/>
              <a:rect l="l" t="t" r="r" b="b"/>
              <a:pathLst>
                <a:path w="1205229" h="397510">
                  <a:moveTo>
                    <a:pt x="1204685" y="215198"/>
                  </a:moveTo>
                  <a:lnTo>
                    <a:pt x="1161864" y="197242"/>
                  </a:lnTo>
                  <a:lnTo>
                    <a:pt x="1112705" y="187763"/>
                  </a:lnTo>
                  <a:lnTo>
                    <a:pt x="1060861" y="187126"/>
                  </a:lnTo>
                  <a:lnTo>
                    <a:pt x="1009984" y="195697"/>
                  </a:lnTo>
                </a:path>
                <a:path w="1205229" h="397510">
                  <a:moveTo>
                    <a:pt x="1204685" y="27746"/>
                  </a:moveTo>
                  <a:lnTo>
                    <a:pt x="1160087" y="9248"/>
                  </a:lnTo>
                  <a:lnTo>
                    <a:pt x="1109484" y="0"/>
                  </a:lnTo>
                  <a:lnTo>
                    <a:pt x="1056881" y="0"/>
                  </a:lnTo>
                  <a:lnTo>
                    <a:pt x="1006278" y="9248"/>
                  </a:lnTo>
                  <a:lnTo>
                    <a:pt x="961680" y="27746"/>
                  </a:lnTo>
                  <a:lnTo>
                    <a:pt x="923934" y="60389"/>
                  </a:lnTo>
                  <a:lnTo>
                    <a:pt x="911352" y="97522"/>
                  </a:lnTo>
                  <a:lnTo>
                    <a:pt x="923934" y="134655"/>
                  </a:lnTo>
                  <a:lnTo>
                    <a:pt x="961680" y="167299"/>
                  </a:lnTo>
                </a:path>
                <a:path w="1205229" h="397510">
                  <a:moveTo>
                    <a:pt x="276605" y="238111"/>
                  </a:moveTo>
                  <a:lnTo>
                    <a:pt x="0" y="39736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24827" y="2434590"/>
              <a:ext cx="0" cy="187960"/>
            </a:xfrm>
            <a:custGeom>
              <a:avLst/>
              <a:gdLst/>
              <a:ahLst/>
              <a:cxnLst/>
              <a:rect l="l" t="t" r="r" b="b"/>
              <a:pathLst>
                <a:path h="187960">
                  <a:moveTo>
                    <a:pt x="0" y="0"/>
                  </a:moveTo>
                  <a:lnTo>
                    <a:pt x="0" y="18745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48221" y="2434590"/>
              <a:ext cx="398145" cy="346710"/>
            </a:xfrm>
            <a:custGeom>
              <a:avLst/>
              <a:gdLst/>
              <a:ahLst/>
              <a:cxnLst/>
              <a:rect l="l" t="t" r="r" b="b"/>
              <a:pathLst>
                <a:path w="398145" h="346710">
                  <a:moveTo>
                    <a:pt x="0" y="346709"/>
                  </a:moveTo>
                  <a:lnTo>
                    <a:pt x="0" y="204215"/>
                  </a:lnTo>
                  <a:lnTo>
                    <a:pt x="5333" y="195833"/>
                  </a:lnTo>
                  <a:lnTo>
                    <a:pt x="10667" y="187451"/>
                  </a:lnTo>
                  <a:lnTo>
                    <a:pt x="15239" y="178307"/>
                  </a:lnTo>
                  <a:lnTo>
                    <a:pt x="20573" y="169925"/>
                  </a:lnTo>
                  <a:lnTo>
                    <a:pt x="25145" y="161543"/>
                  </a:lnTo>
                  <a:lnTo>
                    <a:pt x="29717" y="153161"/>
                  </a:lnTo>
                  <a:lnTo>
                    <a:pt x="35051" y="144779"/>
                  </a:lnTo>
                  <a:lnTo>
                    <a:pt x="39623" y="137159"/>
                  </a:lnTo>
                  <a:lnTo>
                    <a:pt x="276605" y="0"/>
                  </a:lnTo>
                </a:path>
                <a:path w="398145" h="346710">
                  <a:moveTo>
                    <a:pt x="397900" y="163085"/>
                  </a:moveTo>
                  <a:lnTo>
                    <a:pt x="364807" y="162676"/>
                  </a:lnTo>
                  <a:lnTo>
                    <a:pt x="332846" y="166607"/>
                  </a:lnTo>
                  <a:lnTo>
                    <a:pt x="303262" y="174636"/>
                  </a:lnTo>
                  <a:lnTo>
                    <a:pt x="277304" y="18652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25527" y="2410205"/>
              <a:ext cx="244475" cy="141605"/>
            </a:xfrm>
            <a:custGeom>
              <a:avLst/>
              <a:gdLst/>
              <a:ahLst/>
              <a:cxnLst/>
              <a:rect l="l" t="t" r="r" b="b"/>
              <a:pathLst>
                <a:path w="244475" h="141605">
                  <a:moveTo>
                    <a:pt x="202055" y="141138"/>
                  </a:moveTo>
                  <a:lnTo>
                    <a:pt x="233441" y="113788"/>
                  </a:lnTo>
                  <a:lnTo>
                    <a:pt x="243902" y="82676"/>
                  </a:lnTo>
                  <a:lnTo>
                    <a:pt x="233441" y="51565"/>
                  </a:lnTo>
                  <a:lnTo>
                    <a:pt x="202055" y="24215"/>
                  </a:lnTo>
                  <a:lnTo>
                    <a:pt x="154791" y="6053"/>
                  </a:lnTo>
                  <a:lnTo>
                    <a:pt x="101027" y="0"/>
                  </a:lnTo>
                  <a:lnTo>
                    <a:pt x="47263" y="6053"/>
                  </a:lnTo>
                  <a:lnTo>
                    <a:pt x="0" y="2421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50913" y="1901190"/>
              <a:ext cx="1242060" cy="996950"/>
            </a:xfrm>
            <a:custGeom>
              <a:avLst/>
              <a:gdLst/>
              <a:ahLst/>
              <a:cxnLst/>
              <a:rect l="l" t="t" r="r" b="b"/>
              <a:pathLst>
                <a:path w="1242059" h="996950">
                  <a:moveTo>
                    <a:pt x="276605" y="649985"/>
                  </a:moveTo>
                  <a:lnTo>
                    <a:pt x="39623" y="787145"/>
                  </a:lnTo>
                  <a:lnTo>
                    <a:pt x="34289" y="795527"/>
                  </a:lnTo>
                  <a:lnTo>
                    <a:pt x="29717" y="803147"/>
                  </a:lnTo>
                  <a:lnTo>
                    <a:pt x="25145" y="811529"/>
                  </a:lnTo>
                  <a:lnTo>
                    <a:pt x="19811" y="819911"/>
                  </a:lnTo>
                  <a:lnTo>
                    <a:pt x="15239" y="828293"/>
                  </a:lnTo>
                  <a:lnTo>
                    <a:pt x="9905" y="837437"/>
                  </a:lnTo>
                  <a:lnTo>
                    <a:pt x="5333" y="845819"/>
                  </a:lnTo>
                  <a:lnTo>
                    <a:pt x="0" y="854201"/>
                  </a:lnTo>
                  <a:lnTo>
                    <a:pt x="0" y="996695"/>
                  </a:lnTo>
                </a:path>
                <a:path w="1242059" h="996950">
                  <a:moveTo>
                    <a:pt x="1242059" y="92201"/>
                  </a:moveTo>
                  <a:lnTo>
                    <a:pt x="1237487" y="89153"/>
                  </a:lnTo>
                  <a:lnTo>
                    <a:pt x="1232153" y="86867"/>
                  </a:lnTo>
                  <a:lnTo>
                    <a:pt x="1227581" y="83819"/>
                  </a:lnTo>
                  <a:lnTo>
                    <a:pt x="1222247" y="80771"/>
                  </a:lnTo>
                  <a:lnTo>
                    <a:pt x="1217675" y="78485"/>
                  </a:lnTo>
                  <a:lnTo>
                    <a:pt x="1213103" y="75437"/>
                  </a:lnTo>
                  <a:lnTo>
                    <a:pt x="1207769" y="72389"/>
                  </a:lnTo>
                  <a:lnTo>
                    <a:pt x="1203197" y="70103"/>
                  </a:lnTo>
                  <a:lnTo>
                    <a:pt x="883157" y="254507"/>
                  </a:lnTo>
                </a:path>
                <a:path w="1242059" h="996950">
                  <a:moveTo>
                    <a:pt x="761237" y="184403"/>
                  </a:moveTo>
                  <a:lnTo>
                    <a:pt x="1082039" y="0"/>
                  </a:lnTo>
                  <a:lnTo>
                    <a:pt x="1086611" y="2285"/>
                  </a:lnTo>
                  <a:lnTo>
                    <a:pt x="1091183" y="5333"/>
                  </a:lnTo>
                  <a:lnTo>
                    <a:pt x="1095755" y="8381"/>
                  </a:lnTo>
                  <a:lnTo>
                    <a:pt x="1101089" y="10667"/>
                  </a:lnTo>
                  <a:lnTo>
                    <a:pt x="1105661" y="13715"/>
                  </a:lnTo>
                  <a:lnTo>
                    <a:pt x="1110995" y="16763"/>
                  </a:lnTo>
                  <a:lnTo>
                    <a:pt x="1115567" y="19049"/>
                  </a:lnTo>
                  <a:lnTo>
                    <a:pt x="1120901" y="22097"/>
                  </a:lnTo>
                  <a:lnTo>
                    <a:pt x="1120901" y="11734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312151" y="2085594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0"/>
                  </a:moveTo>
                  <a:lnTo>
                    <a:pt x="0" y="7010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87767" y="2085511"/>
              <a:ext cx="146685" cy="84455"/>
            </a:xfrm>
            <a:custGeom>
              <a:avLst/>
              <a:gdLst/>
              <a:ahLst/>
              <a:cxnLst/>
              <a:rect l="l" t="t" r="r" b="b"/>
              <a:pathLst>
                <a:path w="146684" h="84455">
                  <a:moveTo>
                    <a:pt x="25108" y="0"/>
                  </a:moveTo>
                  <a:lnTo>
                    <a:pt x="6277" y="16258"/>
                  </a:lnTo>
                  <a:lnTo>
                    <a:pt x="0" y="34753"/>
                  </a:lnTo>
                  <a:lnTo>
                    <a:pt x="6277" y="53248"/>
                  </a:lnTo>
                  <a:lnTo>
                    <a:pt x="25108" y="69507"/>
                  </a:lnTo>
                  <a:lnTo>
                    <a:pt x="53466" y="80303"/>
                  </a:lnTo>
                  <a:lnTo>
                    <a:pt x="85724" y="83902"/>
                  </a:lnTo>
                  <a:lnTo>
                    <a:pt x="117983" y="80303"/>
                  </a:lnTo>
                  <a:lnTo>
                    <a:pt x="146341" y="6950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26757" y="2040636"/>
              <a:ext cx="0" cy="93345"/>
            </a:xfrm>
            <a:custGeom>
              <a:avLst/>
              <a:gdLst/>
              <a:ahLst/>
              <a:cxnLst/>
              <a:rect l="l" t="t" r="r" b="b"/>
              <a:pathLst>
                <a:path h="93344">
                  <a:moveTo>
                    <a:pt x="0" y="0"/>
                  </a:moveTo>
                  <a:lnTo>
                    <a:pt x="0" y="9296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365747" y="1890522"/>
              <a:ext cx="461009" cy="243204"/>
            </a:xfrm>
            <a:custGeom>
              <a:avLst/>
              <a:gdLst/>
              <a:ahLst/>
              <a:cxnLst/>
              <a:rect l="l" t="t" r="r" b="b"/>
              <a:pathLst>
                <a:path w="461009" h="243205">
                  <a:moveTo>
                    <a:pt x="161543" y="163829"/>
                  </a:moveTo>
                  <a:lnTo>
                    <a:pt x="161543" y="22859"/>
                  </a:lnTo>
                  <a:lnTo>
                    <a:pt x="166877" y="19811"/>
                  </a:lnTo>
                  <a:lnTo>
                    <a:pt x="172211" y="16763"/>
                  </a:lnTo>
                  <a:lnTo>
                    <a:pt x="176783" y="14477"/>
                  </a:lnTo>
                  <a:lnTo>
                    <a:pt x="182117" y="11429"/>
                  </a:lnTo>
                  <a:lnTo>
                    <a:pt x="186689" y="8381"/>
                  </a:lnTo>
                  <a:lnTo>
                    <a:pt x="191261" y="6095"/>
                  </a:lnTo>
                  <a:lnTo>
                    <a:pt x="196595" y="3047"/>
                  </a:lnTo>
                  <a:lnTo>
                    <a:pt x="201167" y="0"/>
                  </a:lnTo>
                  <a:lnTo>
                    <a:pt x="461009" y="150113"/>
                  </a:lnTo>
                </a:path>
                <a:path w="461009" h="243205">
                  <a:moveTo>
                    <a:pt x="299465" y="243077"/>
                  </a:moveTo>
                  <a:lnTo>
                    <a:pt x="39623" y="93725"/>
                  </a:lnTo>
                  <a:lnTo>
                    <a:pt x="34289" y="96011"/>
                  </a:lnTo>
                  <a:lnTo>
                    <a:pt x="29717" y="99059"/>
                  </a:lnTo>
                  <a:lnTo>
                    <a:pt x="25145" y="101345"/>
                  </a:lnTo>
                  <a:lnTo>
                    <a:pt x="19811" y="104393"/>
                  </a:lnTo>
                  <a:lnTo>
                    <a:pt x="15239" y="107441"/>
                  </a:lnTo>
                  <a:lnTo>
                    <a:pt x="9905" y="109727"/>
                  </a:lnTo>
                  <a:lnTo>
                    <a:pt x="5333" y="112775"/>
                  </a:lnTo>
                  <a:lnTo>
                    <a:pt x="0" y="11582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56131" y="2030985"/>
              <a:ext cx="214060" cy="13080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567463" y="1789244"/>
              <a:ext cx="1381760" cy="768350"/>
            </a:xfrm>
            <a:custGeom>
              <a:avLst/>
              <a:gdLst/>
              <a:ahLst/>
              <a:cxnLst/>
              <a:rect l="l" t="t" r="r" b="b"/>
              <a:pathLst>
                <a:path w="1381759" h="768350">
                  <a:moveTo>
                    <a:pt x="1238944" y="767956"/>
                  </a:moveTo>
                  <a:lnTo>
                    <a:pt x="1275242" y="733419"/>
                  </a:lnTo>
                  <a:lnTo>
                    <a:pt x="1306198" y="697736"/>
                  </a:lnTo>
                  <a:lnTo>
                    <a:pt x="1331826" y="661092"/>
                  </a:lnTo>
                  <a:lnTo>
                    <a:pt x="1352144" y="623673"/>
                  </a:lnTo>
                  <a:lnTo>
                    <a:pt x="1367167" y="585664"/>
                  </a:lnTo>
                  <a:lnTo>
                    <a:pt x="1376912" y="547250"/>
                  </a:lnTo>
                  <a:lnTo>
                    <a:pt x="1381394" y="508617"/>
                  </a:lnTo>
                  <a:lnTo>
                    <a:pt x="1380631" y="469950"/>
                  </a:lnTo>
                  <a:lnTo>
                    <a:pt x="1374639" y="431435"/>
                  </a:lnTo>
                  <a:lnTo>
                    <a:pt x="1363433" y="393256"/>
                  </a:lnTo>
                  <a:lnTo>
                    <a:pt x="1347030" y="355601"/>
                  </a:lnTo>
                  <a:lnTo>
                    <a:pt x="1325446" y="318653"/>
                  </a:lnTo>
                  <a:lnTo>
                    <a:pt x="1298697" y="282598"/>
                  </a:lnTo>
                  <a:lnTo>
                    <a:pt x="1266800" y="247622"/>
                  </a:lnTo>
                  <a:lnTo>
                    <a:pt x="1229771" y="213910"/>
                  </a:lnTo>
                  <a:lnTo>
                    <a:pt x="1187625" y="181648"/>
                  </a:lnTo>
                </a:path>
                <a:path w="1381759" h="768350">
                  <a:moveTo>
                    <a:pt x="1065990" y="111642"/>
                  </a:moveTo>
                  <a:lnTo>
                    <a:pt x="1023142" y="92735"/>
                  </a:lnTo>
                  <a:lnTo>
                    <a:pt x="978793" y="75575"/>
                  </a:lnTo>
                  <a:lnTo>
                    <a:pt x="933090" y="60164"/>
                  </a:lnTo>
                  <a:lnTo>
                    <a:pt x="886176" y="46504"/>
                  </a:lnTo>
                  <a:lnTo>
                    <a:pt x="838197" y="34595"/>
                  </a:lnTo>
                  <a:lnTo>
                    <a:pt x="789297" y="24438"/>
                  </a:lnTo>
                  <a:lnTo>
                    <a:pt x="739622" y="16036"/>
                  </a:lnTo>
                  <a:lnTo>
                    <a:pt x="689316" y="9390"/>
                  </a:lnTo>
                  <a:lnTo>
                    <a:pt x="638525" y="4501"/>
                  </a:lnTo>
                  <a:lnTo>
                    <a:pt x="587393" y="1370"/>
                  </a:lnTo>
                  <a:lnTo>
                    <a:pt x="536066" y="0"/>
                  </a:lnTo>
                  <a:lnTo>
                    <a:pt x="484687" y="390"/>
                  </a:lnTo>
                  <a:lnTo>
                    <a:pt x="433403" y="2543"/>
                  </a:lnTo>
                  <a:lnTo>
                    <a:pt x="382358" y="6460"/>
                  </a:lnTo>
                  <a:lnTo>
                    <a:pt x="331697" y="12142"/>
                  </a:lnTo>
                  <a:lnTo>
                    <a:pt x="281565" y="19591"/>
                  </a:lnTo>
                  <a:lnTo>
                    <a:pt x="232107" y="28808"/>
                  </a:lnTo>
                  <a:lnTo>
                    <a:pt x="183468" y="39795"/>
                  </a:lnTo>
                  <a:lnTo>
                    <a:pt x="135793" y="52553"/>
                  </a:lnTo>
                  <a:lnTo>
                    <a:pt x="89226" y="67082"/>
                  </a:lnTo>
                  <a:lnTo>
                    <a:pt x="43914" y="83386"/>
                  </a:lnTo>
                  <a:lnTo>
                    <a:pt x="0" y="10146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29473" y="1983774"/>
              <a:ext cx="1334770" cy="795655"/>
            </a:xfrm>
            <a:custGeom>
              <a:avLst/>
              <a:gdLst/>
              <a:ahLst/>
              <a:cxnLst/>
              <a:rect l="l" t="t" r="r" b="b"/>
              <a:pathLst>
                <a:path w="1334770" h="795655">
                  <a:moveTo>
                    <a:pt x="176288" y="0"/>
                  </a:moveTo>
                  <a:lnTo>
                    <a:pt x="136013" y="33059"/>
                  </a:lnTo>
                  <a:lnTo>
                    <a:pt x="100938" y="67471"/>
                  </a:lnTo>
                  <a:lnTo>
                    <a:pt x="71069" y="103048"/>
                  </a:lnTo>
                  <a:lnTo>
                    <a:pt x="46411" y="139606"/>
                  </a:lnTo>
                  <a:lnTo>
                    <a:pt x="26970" y="176958"/>
                  </a:lnTo>
                  <a:lnTo>
                    <a:pt x="12750" y="214918"/>
                  </a:lnTo>
                  <a:lnTo>
                    <a:pt x="3758" y="253302"/>
                  </a:lnTo>
                  <a:lnTo>
                    <a:pt x="0" y="291922"/>
                  </a:lnTo>
                  <a:lnTo>
                    <a:pt x="1479" y="330593"/>
                  </a:lnTo>
                  <a:lnTo>
                    <a:pt x="8203" y="369130"/>
                  </a:lnTo>
                  <a:lnTo>
                    <a:pt x="20176" y="407346"/>
                  </a:lnTo>
                  <a:lnTo>
                    <a:pt x="37404" y="445056"/>
                  </a:lnTo>
                  <a:lnTo>
                    <a:pt x="59893" y="482075"/>
                  </a:lnTo>
                  <a:lnTo>
                    <a:pt x="87647" y="518215"/>
                  </a:lnTo>
                  <a:lnTo>
                    <a:pt x="120673" y="553292"/>
                  </a:lnTo>
                  <a:lnTo>
                    <a:pt x="158976" y="587119"/>
                  </a:lnTo>
                </a:path>
                <a:path w="1334770" h="795655">
                  <a:moveTo>
                    <a:pt x="361483" y="703670"/>
                  </a:moveTo>
                  <a:lnTo>
                    <a:pt x="405645" y="720594"/>
                  </a:lnTo>
                  <a:lnTo>
                    <a:pt x="451121" y="735793"/>
                  </a:lnTo>
                  <a:lnTo>
                    <a:pt x="497769" y="749268"/>
                  </a:lnTo>
                  <a:lnTo>
                    <a:pt x="545450" y="761016"/>
                  </a:lnTo>
                  <a:lnTo>
                    <a:pt x="594024" y="771036"/>
                  </a:lnTo>
                  <a:lnTo>
                    <a:pt x="643349" y="779326"/>
                  </a:lnTo>
                  <a:lnTo>
                    <a:pt x="693286" y="785886"/>
                  </a:lnTo>
                  <a:lnTo>
                    <a:pt x="743695" y="790715"/>
                  </a:lnTo>
                  <a:lnTo>
                    <a:pt x="794435" y="793809"/>
                  </a:lnTo>
                  <a:lnTo>
                    <a:pt x="845366" y="795169"/>
                  </a:lnTo>
                  <a:lnTo>
                    <a:pt x="896347" y="794794"/>
                  </a:lnTo>
                  <a:lnTo>
                    <a:pt x="947239" y="792680"/>
                  </a:lnTo>
                  <a:lnTo>
                    <a:pt x="997901" y="788828"/>
                  </a:lnTo>
                  <a:lnTo>
                    <a:pt x="1048192" y="783236"/>
                  </a:lnTo>
                  <a:lnTo>
                    <a:pt x="1097973" y="775902"/>
                  </a:lnTo>
                  <a:lnTo>
                    <a:pt x="1147104" y="766826"/>
                  </a:lnTo>
                  <a:lnTo>
                    <a:pt x="1195443" y="756005"/>
                  </a:lnTo>
                  <a:lnTo>
                    <a:pt x="1242850" y="743439"/>
                  </a:lnTo>
                  <a:lnTo>
                    <a:pt x="1289186" y="729126"/>
                  </a:lnTo>
                  <a:lnTo>
                    <a:pt x="1334310" y="71306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63156" y="2207513"/>
              <a:ext cx="252221" cy="153161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173723" y="1993139"/>
              <a:ext cx="1830705" cy="1004569"/>
            </a:xfrm>
            <a:custGeom>
              <a:avLst/>
              <a:gdLst/>
              <a:ahLst/>
              <a:cxnLst/>
              <a:rect l="l" t="t" r="r" b="b"/>
              <a:pathLst>
                <a:path w="1830704" h="1004569">
                  <a:moveTo>
                    <a:pt x="192924" y="12810"/>
                  </a:moveTo>
                  <a:lnTo>
                    <a:pt x="151397" y="46219"/>
                  </a:lnTo>
                  <a:lnTo>
                    <a:pt x="114909" y="80965"/>
                  </a:lnTo>
                  <a:lnTo>
                    <a:pt x="83464" y="116877"/>
                  </a:lnTo>
                  <a:lnTo>
                    <a:pt x="57067" y="153781"/>
                  </a:lnTo>
                  <a:lnTo>
                    <a:pt x="35723" y="191507"/>
                  </a:lnTo>
                  <a:lnTo>
                    <a:pt x="19436" y="229882"/>
                  </a:lnTo>
                  <a:lnTo>
                    <a:pt x="8212" y="268733"/>
                  </a:lnTo>
                  <a:lnTo>
                    <a:pt x="2054" y="307889"/>
                  </a:lnTo>
                  <a:lnTo>
                    <a:pt x="969" y="347178"/>
                  </a:lnTo>
                  <a:lnTo>
                    <a:pt x="4960" y="386427"/>
                  </a:lnTo>
                  <a:lnTo>
                    <a:pt x="14032" y="425465"/>
                  </a:lnTo>
                  <a:lnTo>
                    <a:pt x="28190" y="464119"/>
                  </a:lnTo>
                  <a:lnTo>
                    <a:pt x="47439" y="502216"/>
                  </a:lnTo>
                  <a:lnTo>
                    <a:pt x="71784" y="539586"/>
                  </a:lnTo>
                  <a:lnTo>
                    <a:pt x="101228" y="576056"/>
                  </a:lnTo>
                  <a:lnTo>
                    <a:pt x="135778" y="611454"/>
                  </a:lnTo>
                  <a:lnTo>
                    <a:pt x="175438" y="645607"/>
                  </a:lnTo>
                </a:path>
                <a:path w="1830704" h="1004569">
                  <a:moveTo>
                    <a:pt x="761" y="477645"/>
                  </a:moveTo>
                  <a:lnTo>
                    <a:pt x="4480" y="525110"/>
                  </a:lnTo>
                  <a:lnTo>
                    <a:pt x="15532" y="571954"/>
                  </a:lnTo>
                  <a:lnTo>
                    <a:pt x="33765" y="617904"/>
                  </a:lnTo>
                  <a:lnTo>
                    <a:pt x="59025" y="662689"/>
                  </a:lnTo>
                  <a:lnTo>
                    <a:pt x="91160" y="706038"/>
                  </a:lnTo>
                  <a:lnTo>
                    <a:pt x="130015" y="747678"/>
                  </a:lnTo>
                  <a:lnTo>
                    <a:pt x="175438" y="787339"/>
                  </a:lnTo>
                </a:path>
                <a:path w="1830704" h="1004569">
                  <a:moveTo>
                    <a:pt x="1672185" y="773782"/>
                  </a:moveTo>
                  <a:lnTo>
                    <a:pt x="1713390" y="735415"/>
                  </a:lnTo>
                  <a:lnTo>
                    <a:pt x="1748599" y="695346"/>
                  </a:lnTo>
                  <a:lnTo>
                    <a:pt x="1777687" y="653807"/>
                  </a:lnTo>
                  <a:lnTo>
                    <a:pt x="1800528" y="611034"/>
                  </a:lnTo>
                  <a:lnTo>
                    <a:pt x="1816998" y="567259"/>
                  </a:lnTo>
                  <a:lnTo>
                    <a:pt x="1826971" y="522719"/>
                  </a:lnTo>
                  <a:lnTo>
                    <a:pt x="1830323" y="477645"/>
                  </a:lnTo>
                </a:path>
                <a:path w="1830704" h="1004569">
                  <a:moveTo>
                    <a:pt x="1672185" y="632050"/>
                  </a:moveTo>
                  <a:lnTo>
                    <a:pt x="1709953" y="597204"/>
                  </a:lnTo>
                  <a:lnTo>
                    <a:pt x="1742548" y="561207"/>
                  </a:lnTo>
                  <a:lnTo>
                    <a:pt x="1769984" y="524231"/>
                  </a:lnTo>
                  <a:lnTo>
                    <a:pt x="1792276" y="486448"/>
                  </a:lnTo>
                  <a:lnTo>
                    <a:pt x="1809437" y="448030"/>
                  </a:lnTo>
                  <a:lnTo>
                    <a:pt x="1821482" y="409148"/>
                  </a:lnTo>
                  <a:lnTo>
                    <a:pt x="1828425" y="369974"/>
                  </a:lnTo>
                  <a:lnTo>
                    <a:pt x="1830280" y="330681"/>
                  </a:lnTo>
                  <a:lnTo>
                    <a:pt x="1827061" y="291439"/>
                  </a:lnTo>
                  <a:lnTo>
                    <a:pt x="1818782" y="252421"/>
                  </a:lnTo>
                  <a:lnTo>
                    <a:pt x="1805457" y="213800"/>
                  </a:lnTo>
                  <a:lnTo>
                    <a:pt x="1787100" y="175745"/>
                  </a:lnTo>
                  <a:lnTo>
                    <a:pt x="1763726" y="138430"/>
                  </a:lnTo>
                  <a:lnTo>
                    <a:pt x="1735348" y="102026"/>
                  </a:lnTo>
                  <a:lnTo>
                    <a:pt x="1701981" y="66705"/>
                  </a:lnTo>
                  <a:lnTo>
                    <a:pt x="1663639" y="32639"/>
                  </a:lnTo>
                  <a:lnTo>
                    <a:pt x="1620335" y="0"/>
                  </a:lnTo>
                </a:path>
                <a:path w="1830704" h="1004569">
                  <a:moveTo>
                    <a:pt x="377890" y="762221"/>
                  </a:moveTo>
                  <a:lnTo>
                    <a:pt x="421096" y="779241"/>
                  </a:lnTo>
                  <a:lnTo>
                    <a:pt x="465530" y="794688"/>
                  </a:lnTo>
                  <a:lnTo>
                    <a:pt x="511074" y="808561"/>
                  </a:lnTo>
                  <a:lnTo>
                    <a:pt x="557609" y="820860"/>
                  </a:lnTo>
                  <a:lnTo>
                    <a:pt x="605017" y="831583"/>
                  </a:lnTo>
                  <a:lnTo>
                    <a:pt x="653180" y="840730"/>
                  </a:lnTo>
                  <a:lnTo>
                    <a:pt x="701978" y="848298"/>
                  </a:lnTo>
                  <a:lnTo>
                    <a:pt x="751294" y="854287"/>
                  </a:lnTo>
                  <a:lnTo>
                    <a:pt x="801008" y="858697"/>
                  </a:lnTo>
                  <a:lnTo>
                    <a:pt x="851003" y="861525"/>
                  </a:lnTo>
                  <a:lnTo>
                    <a:pt x="901160" y="862771"/>
                  </a:lnTo>
                  <a:lnTo>
                    <a:pt x="951359" y="862434"/>
                  </a:lnTo>
                  <a:lnTo>
                    <a:pt x="1001484" y="860513"/>
                  </a:lnTo>
                  <a:lnTo>
                    <a:pt x="1051414" y="857006"/>
                  </a:lnTo>
                  <a:lnTo>
                    <a:pt x="1101033" y="851912"/>
                  </a:lnTo>
                  <a:lnTo>
                    <a:pt x="1150220" y="845232"/>
                  </a:lnTo>
                  <a:lnTo>
                    <a:pt x="1198858" y="836962"/>
                  </a:lnTo>
                  <a:lnTo>
                    <a:pt x="1246828" y="827103"/>
                  </a:lnTo>
                  <a:lnTo>
                    <a:pt x="1294012" y="815653"/>
                  </a:lnTo>
                  <a:lnTo>
                    <a:pt x="1340291" y="802611"/>
                  </a:lnTo>
                  <a:lnTo>
                    <a:pt x="1385546" y="787976"/>
                  </a:lnTo>
                  <a:lnTo>
                    <a:pt x="1429659" y="771747"/>
                  </a:lnTo>
                </a:path>
                <a:path w="1830704" h="1004569">
                  <a:moveTo>
                    <a:pt x="377890" y="903953"/>
                  </a:moveTo>
                  <a:lnTo>
                    <a:pt x="421096" y="920973"/>
                  </a:lnTo>
                  <a:lnTo>
                    <a:pt x="465530" y="936420"/>
                  </a:lnTo>
                  <a:lnTo>
                    <a:pt x="511074" y="950293"/>
                  </a:lnTo>
                  <a:lnTo>
                    <a:pt x="557609" y="962592"/>
                  </a:lnTo>
                  <a:lnTo>
                    <a:pt x="605017" y="973315"/>
                  </a:lnTo>
                  <a:lnTo>
                    <a:pt x="653180" y="982462"/>
                  </a:lnTo>
                  <a:lnTo>
                    <a:pt x="701978" y="990030"/>
                  </a:lnTo>
                  <a:lnTo>
                    <a:pt x="751294" y="996019"/>
                  </a:lnTo>
                  <a:lnTo>
                    <a:pt x="801008" y="1000429"/>
                  </a:lnTo>
                  <a:lnTo>
                    <a:pt x="851003" y="1003257"/>
                  </a:lnTo>
                  <a:lnTo>
                    <a:pt x="901160" y="1004503"/>
                  </a:lnTo>
                  <a:lnTo>
                    <a:pt x="951359" y="1004166"/>
                  </a:lnTo>
                  <a:lnTo>
                    <a:pt x="1001484" y="1002245"/>
                  </a:lnTo>
                  <a:lnTo>
                    <a:pt x="1051414" y="998738"/>
                  </a:lnTo>
                  <a:lnTo>
                    <a:pt x="1101033" y="993644"/>
                  </a:lnTo>
                  <a:lnTo>
                    <a:pt x="1150220" y="986964"/>
                  </a:lnTo>
                  <a:lnTo>
                    <a:pt x="1198858" y="978694"/>
                  </a:lnTo>
                  <a:lnTo>
                    <a:pt x="1246828" y="968835"/>
                  </a:lnTo>
                  <a:lnTo>
                    <a:pt x="1294012" y="957385"/>
                  </a:lnTo>
                  <a:lnTo>
                    <a:pt x="1340291" y="944343"/>
                  </a:lnTo>
                  <a:lnTo>
                    <a:pt x="1385546" y="929708"/>
                  </a:lnTo>
                  <a:lnTo>
                    <a:pt x="1429659" y="913479"/>
                  </a:lnTo>
                </a:path>
                <a:path w="1830704" h="1004569">
                  <a:moveTo>
                    <a:pt x="0" y="478026"/>
                  </a:moveTo>
                  <a:lnTo>
                    <a:pt x="0" y="336294"/>
                  </a:lnTo>
                </a:path>
                <a:path w="1830704" h="1004569">
                  <a:moveTo>
                    <a:pt x="1829561" y="478026"/>
                  </a:moveTo>
                  <a:lnTo>
                    <a:pt x="1829561" y="336294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/>
          <p:nvPr/>
        </p:nvSpPr>
        <p:spPr>
          <a:xfrm>
            <a:off x="6730745" y="5235702"/>
            <a:ext cx="342900" cy="229870"/>
          </a:xfrm>
          <a:custGeom>
            <a:avLst/>
            <a:gdLst/>
            <a:ahLst/>
            <a:cxnLst/>
            <a:rect l="l" t="t" r="r" b="b"/>
            <a:pathLst>
              <a:path w="342900" h="229870">
                <a:moveTo>
                  <a:pt x="0" y="229361"/>
                </a:moveTo>
                <a:lnTo>
                  <a:pt x="0" y="229361"/>
                </a:lnTo>
                <a:lnTo>
                  <a:pt x="0" y="6857"/>
                </a:lnTo>
                <a:lnTo>
                  <a:pt x="0" y="0"/>
                </a:lnTo>
              </a:path>
              <a:path w="342900" h="229870">
                <a:moveTo>
                  <a:pt x="0" y="0"/>
                </a:moveTo>
                <a:lnTo>
                  <a:pt x="0" y="0"/>
                </a:lnTo>
                <a:lnTo>
                  <a:pt x="342899" y="0"/>
                </a:lnTo>
                <a:lnTo>
                  <a:pt x="342899" y="6857"/>
                </a:lnTo>
                <a:lnTo>
                  <a:pt x="342899" y="229361"/>
                </a:lnTo>
                <a:lnTo>
                  <a:pt x="341375" y="229361"/>
                </a:lnTo>
                <a:lnTo>
                  <a:pt x="1523" y="229361"/>
                </a:lnTo>
                <a:lnTo>
                  <a:pt x="0" y="22936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89319" y="5226558"/>
            <a:ext cx="73913" cy="24764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48778" y="5226558"/>
            <a:ext cx="73151" cy="247649"/>
          </a:xfrm>
          <a:prstGeom prst="rect">
            <a:avLst/>
          </a:prstGeom>
        </p:spPr>
      </p:pic>
      <p:sp>
        <p:nvSpPr>
          <p:cNvPr id="53" name="object 53"/>
          <p:cNvSpPr/>
          <p:nvPr/>
        </p:nvSpPr>
        <p:spPr>
          <a:xfrm>
            <a:off x="7016495" y="5235702"/>
            <a:ext cx="0" cy="229870"/>
          </a:xfrm>
          <a:custGeom>
            <a:avLst/>
            <a:gdLst/>
            <a:ahLst/>
            <a:cxnLst/>
            <a:rect l="l" t="t" r="r" b="b"/>
            <a:pathLst>
              <a:path h="229870">
                <a:moveTo>
                  <a:pt x="0" y="0"/>
                </a:moveTo>
                <a:lnTo>
                  <a:pt x="0" y="92963"/>
                </a:lnTo>
              </a:path>
              <a:path h="229870">
                <a:moveTo>
                  <a:pt x="0" y="136397"/>
                </a:moveTo>
                <a:lnTo>
                  <a:pt x="0" y="22936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787895" y="5235702"/>
            <a:ext cx="0" cy="229870"/>
          </a:xfrm>
          <a:custGeom>
            <a:avLst/>
            <a:gdLst/>
            <a:ahLst/>
            <a:cxnLst/>
            <a:rect l="l" t="t" r="r" b="b"/>
            <a:pathLst>
              <a:path h="229870">
                <a:moveTo>
                  <a:pt x="0" y="0"/>
                </a:moveTo>
                <a:lnTo>
                  <a:pt x="0" y="92963"/>
                </a:lnTo>
              </a:path>
              <a:path h="229870">
                <a:moveTo>
                  <a:pt x="0" y="136397"/>
                </a:moveTo>
                <a:lnTo>
                  <a:pt x="0" y="22936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073645" y="5235702"/>
            <a:ext cx="68453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684275" y="0"/>
                </a:moveTo>
                <a:lnTo>
                  <a:pt x="684275" y="0"/>
                </a:lnTo>
                <a:lnTo>
                  <a:pt x="4800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054089" y="5235702"/>
            <a:ext cx="676910" cy="0"/>
          </a:xfrm>
          <a:custGeom>
            <a:avLst/>
            <a:gdLst/>
            <a:ahLst/>
            <a:cxnLst/>
            <a:rect l="l" t="t" r="r" b="b"/>
            <a:pathLst>
              <a:path w="676909">
                <a:moveTo>
                  <a:pt x="676655" y="0"/>
                </a:moveTo>
                <a:lnTo>
                  <a:pt x="676655" y="0"/>
                </a:lnTo>
                <a:lnTo>
                  <a:pt x="990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016495" y="5290566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>
                <a:moveTo>
                  <a:pt x="57149" y="0"/>
                </a:moveTo>
                <a:lnTo>
                  <a:pt x="2819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730745" y="5290566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>
                <a:moveTo>
                  <a:pt x="57149" y="0"/>
                </a:moveTo>
                <a:lnTo>
                  <a:pt x="2819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073645" y="5465064"/>
            <a:ext cx="739140" cy="0"/>
          </a:xfrm>
          <a:custGeom>
            <a:avLst/>
            <a:gdLst/>
            <a:ahLst/>
            <a:cxnLst/>
            <a:rect l="l" t="t" r="r" b="b"/>
            <a:pathLst>
              <a:path w="739140">
                <a:moveTo>
                  <a:pt x="0" y="0"/>
                </a:moveTo>
                <a:lnTo>
                  <a:pt x="0" y="0"/>
                </a:lnTo>
                <a:lnTo>
                  <a:pt x="732281" y="0"/>
                </a:lnTo>
                <a:lnTo>
                  <a:pt x="739139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073645" y="5290566"/>
            <a:ext cx="739140" cy="0"/>
          </a:xfrm>
          <a:custGeom>
            <a:avLst/>
            <a:gdLst/>
            <a:ahLst/>
            <a:cxnLst/>
            <a:rect l="l" t="t" r="r" b="b"/>
            <a:pathLst>
              <a:path w="739140">
                <a:moveTo>
                  <a:pt x="0" y="0"/>
                </a:moveTo>
                <a:lnTo>
                  <a:pt x="0" y="0"/>
                </a:lnTo>
                <a:lnTo>
                  <a:pt x="732281" y="0"/>
                </a:lnTo>
                <a:lnTo>
                  <a:pt x="739139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998463" y="5290566"/>
            <a:ext cx="732790" cy="0"/>
          </a:xfrm>
          <a:custGeom>
            <a:avLst/>
            <a:gdLst/>
            <a:ahLst/>
            <a:cxnLst/>
            <a:rect l="l" t="t" r="r" b="b"/>
            <a:pathLst>
              <a:path w="732790">
                <a:moveTo>
                  <a:pt x="0" y="0"/>
                </a:moveTo>
                <a:lnTo>
                  <a:pt x="0" y="0"/>
                </a:lnTo>
                <a:lnTo>
                  <a:pt x="679703" y="0"/>
                </a:lnTo>
                <a:lnTo>
                  <a:pt x="73228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998463" y="5465064"/>
            <a:ext cx="732790" cy="0"/>
          </a:xfrm>
          <a:custGeom>
            <a:avLst/>
            <a:gdLst/>
            <a:ahLst/>
            <a:cxnLst/>
            <a:rect l="l" t="t" r="r" b="b"/>
            <a:pathLst>
              <a:path w="732790">
                <a:moveTo>
                  <a:pt x="0" y="0"/>
                </a:moveTo>
                <a:lnTo>
                  <a:pt x="0" y="0"/>
                </a:lnTo>
                <a:lnTo>
                  <a:pt x="679703" y="0"/>
                </a:lnTo>
                <a:lnTo>
                  <a:pt x="73228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532626" y="5235702"/>
            <a:ext cx="0" cy="229870"/>
          </a:xfrm>
          <a:custGeom>
            <a:avLst/>
            <a:gdLst/>
            <a:ahLst/>
            <a:cxnLst/>
            <a:rect l="l" t="t" r="r" b="b"/>
            <a:pathLst>
              <a:path h="229870">
                <a:moveTo>
                  <a:pt x="0" y="0"/>
                </a:moveTo>
                <a:lnTo>
                  <a:pt x="0" y="92963"/>
                </a:lnTo>
              </a:path>
              <a:path h="229870">
                <a:moveTo>
                  <a:pt x="0" y="136397"/>
                </a:moveTo>
                <a:lnTo>
                  <a:pt x="0" y="22936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218426" y="5235702"/>
            <a:ext cx="0" cy="229870"/>
          </a:xfrm>
          <a:custGeom>
            <a:avLst/>
            <a:gdLst/>
            <a:ahLst/>
            <a:cxnLst/>
            <a:rect l="l" t="t" r="r" b="b"/>
            <a:pathLst>
              <a:path h="229870">
                <a:moveTo>
                  <a:pt x="0" y="0"/>
                </a:moveTo>
                <a:lnTo>
                  <a:pt x="0" y="92963"/>
                </a:lnTo>
              </a:path>
              <a:path h="229870">
                <a:moveTo>
                  <a:pt x="0" y="136397"/>
                </a:moveTo>
                <a:lnTo>
                  <a:pt x="0" y="22936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018781" y="5235702"/>
            <a:ext cx="0" cy="229870"/>
          </a:xfrm>
          <a:custGeom>
            <a:avLst/>
            <a:gdLst/>
            <a:ahLst/>
            <a:cxnLst/>
            <a:rect l="l" t="t" r="r" b="b"/>
            <a:pathLst>
              <a:path h="229870">
                <a:moveTo>
                  <a:pt x="0" y="0"/>
                </a:moveTo>
                <a:lnTo>
                  <a:pt x="0" y="92963"/>
                </a:lnTo>
              </a:path>
              <a:path h="229870">
                <a:moveTo>
                  <a:pt x="0" y="136397"/>
                </a:moveTo>
                <a:lnTo>
                  <a:pt x="0" y="22936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785609" y="5235702"/>
            <a:ext cx="0" cy="229870"/>
          </a:xfrm>
          <a:custGeom>
            <a:avLst/>
            <a:gdLst/>
            <a:ahLst/>
            <a:cxnLst/>
            <a:rect l="l" t="t" r="r" b="b"/>
            <a:pathLst>
              <a:path h="229870">
                <a:moveTo>
                  <a:pt x="0" y="0"/>
                </a:moveTo>
                <a:lnTo>
                  <a:pt x="0" y="92963"/>
                </a:lnTo>
              </a:path>
              <a:path h="229870">
                <a:moveTo>
                  <a:pt x="0" y="136397"/>
                </a:moveTo>
                <a:lnTo>
                  <a:pt x="0" y="22936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0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600438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0" y="1524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0" y="7315961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949189" y="7425690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137159"/>
                </a:moveTo>
                <a:lnTo>
                  <a:pt x="0" y="137159"/>
                </a:lnTo>
              </a:path>
              <a:path w="158750" h="228600">
                <a:moveTo>
                  <a:pt x="158495" y="137159"/>
                </a:moveTo>
                <a:lnTo>
                  <a:pt x="79247" y="0"/>
                </a:lnTo>
                <a:lnTo>
                  <a:pt x="79247" y="228599"/>
                </a:lnTo>
              </a:path>
              <a:path w="158750" h="228600">
                <a:moveTo>
                  <a:pt x="79247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829038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137159" y="0"/>
                </a:moveTo>
                <a:lnTo>
                  <a:pt x="137159" y="158495"/>
                </a:lnTo>
              </a:path>
              <a:path w="227965" h="158750">
                <a:moveTo>
                  <a:pt x="137159" y="0"/>
                </a:moveTo>
                <a:lnTo>
                  <a:pt x="0" y="79247"/>
                </a:lnTo>
                <a:lnTo>
                  <a:pt x="227837" y="79247"/>
                </a:lnTo>
              </a:path>
              <a:path w="227965" h="158750">
                <a:moveTo>
                  <a:pt x="0" y="79247"/>
                </a:moveTo>
                <a:lnTo>
                  <a:pt x="137159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3" name="object 73"/>
          <p:cNvGrpSpPr/>
          <p:nvPr/>
        </p:nvGrpSpPr>
        <p:grpSpPr>
          <a:xfrm>
            <a:off x="3472433" y="3124200"/>
            <a:ext cx="455295" cy="360680"/>
            <a:chOff x="3472433" y="3124200"/>
            <a:chExt cx="455295" cy="360680"/>
          </a:xfrm>
        </p:grpSpPr>
        <p:sp>
          <p:nvSpPr>
            <p:cNvPr id="74" name="object 74"/>
            <p:cNvSpPr/>
            <p:nvPr/>
          </p:nvSpPr>
          <p:spPr>
            <a:xfrm>
              <a:off x="3547871" y="3203448"/>
              <a:ext cx="375285" cy="276860"/>
            </a:xfrm>
            <a:custGeom>
              <a:avLst/>
              <a:gdLst/>
              <a:ahLst/>
              <a:cxnLst/>
              <a:rect l="l" t="t" r="r" b="b"/>
              <a:pathLst>
                <a:path w="375285" h="276860">
                  <a:moveTo>
                    <a:pt x="374903" y="276605"/>
                  </a:moveTo>
                  <a:lnTo>
                    <a:pt x="265175" y="276605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72433" y="3124200"/>
              <a:ext cx="89153" cy="91439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1901951" y="869442"/>
            <a:ext cx="3352800" cy="2559050"/>
            <a:chOff x="1901951" y="869442"/>
            <a:chExt cx="3352800" cy="2559050"/>
          </a:xfrm>
        </p:grpSpPr>
        <p:sp>
          <p:nvSpPr>
            <p:cNvPr id="77" name="object 77"/>
            <p:cNvSpPr/>
            <p:nvPr/>
          </p:nvSpPr>
          <p:spPr>
            <a:xfrm>
              <a:off x="1906523" y="2237232"/>
              <a:ext cx="1160780" cy="1186815"/>
            </a:xfrm>
            <a:custGeom>
              <a:avLst/>
              <a:gdLst/>
              <a:ahLst/>
              <a:cxnLst/>
              <a:rect l="l" t="t" r="r" b="b"/>
              <a:pathLst>
                <a:path w="1160780" h="1186814">
                  <a:moveTo>
                    <a:pt x="901445" y="226313"/>
                  </a:moveTo>
                  <a:lnTo>
                    <a:pt x="966215" y="226313"/>
                  </a:lnTo>
                </a:path>
                <a:path w="1160780" h="1186814">
                  <a:moveTo>
                    <a:pt x="934211" y="258317"/>
                  </a:moveTo>
                  <a:lnTo>
                    <a:pt x="934211" y="193547"/>
                  </a:lnTo>
                </a:path>
                <a:path w="1160780" h="1186814">
                  <a:moveTo>
                    <a:pt x="1030223" y="226313"/>
                  </a:moveTo>
                  <a:lnTo>
                    <a:pt x="1160525" y="226313"/>
                  </a:lnTo>
                </a:path>
                <a:path w="1160780" h="1186814">
                  <a:moveTo>
                    <a:pt x="934211" y="129539"/>
                  </a:moveTo>
                  <a:lnTo>
                    <a:pt x="934211" y="0"/>
                  </a:lnTo>
                </a:path>
                <a:path w="1160780" h="1186814">
                  <a:moveTo>
                    <a:pt x="0" y="1186433"/>
                  </a:moveTo>
                  <a:lnTo>
                    <a:pt x="109727" y="1186433"/>
                  </a:lnTo>
                  <a:lnTo>
                    <a:pt x="963167" y="72237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61309" y="2907030"/>
              <a:ext cx="105155" cy="68579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2851403" y="1389888"/>
              <a:ext cx="464820" cy="650240"/>
            </a:xfrm>
            <a:custGeom>
              <a:avLst/>
              <a:gdLst/>
              <a:ahLst/>
              <a:cxnLst/>
              <a:rect l="l" t="t" r="r" b="b"/>
              <a:pathLst>
                <a:path w="464820" h="650239">
                  <a:moveTo>
                    <a:pt x="464819" y="0"/>
                  </a:moveTo>
                  <a:lnTo>
                    <a:pt x="355091" y="0"/>
                  </a:lnTo>
                  <a:lnTo>
                    <a:pt x="0" y="64998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99587" y="2031492"/>
              <a:ext cx="68579" cy="105155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3268217" y="2439162"/>
              <a:ext cx="977900" cy="365760"/>
            </a:xfrm>
            <a:custGeom>
              <a:avLst/>
              <a:gdLst/>
              <a:ahLst/>
              <a:cxnLst/>
              <a:rect l="l" t="t" r="r" b="b"/>
              <a:pathLst>
                <a:path w="977900" h="365760">
                  <a:moveTo>
                    <a:pt x="977645" y="365759"/>
                  </a:moveTo>
                  <a:lnTo>
                    <a:pt x="867917" y="365759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166871" y="2396490"/>
              <a:ext cx="108585" cy="59690"/>
            </a:xfrm>
            <a:custGeom>
              <a:avLst/>
              <a:gdLst/>
              <a:ahLst/>
              <a:cxnLst/>
              <a:rect l="l" t="t" r="r" b="b"/>
              <a:pathLst>
                <a:path w="108585" h="59689">
                  <a:moveTo>
                    <a:pt x="0" y="0"/>
                  </a:moveTo>
                  <a:lnTo>
                    <a:pt x="94487" y="59435"/>
                  </a:lnTo>
                  <a:lnTo>
                    <a:pt x="108203" y="259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166871" y="2396490"/>
              <a:ext cx="108585" cy="59690"/>
            </a:xfrm>
            <a:custGeom>
              <a:avLst/>
              <a:gdLst/>
              <a:ahLst/>
              <a:cxnLst/>
              <a:rect l="l" t="t" r="r" b="b"/>
              <a:pathLst>
                <a:path w="108585" h="59689">
                  <a:moveTo>
                    <a:pt x="108203" y="25907"/>
                  </a:moveTo>
                  <a:lnTo>
                    <a:pt x="94487" y="59435"/>
                  </a:lnTo>
                  <a:lnTo>
                    <a:pt x="0" y="0"/>
                  </a:lnTo>
                  <a:lnTo>
                    <a:pt x="108203" y="2590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731007" y="869442"/>
              <a:ext cx="593725" cy="1548765"/>
            </a:xfrm>
            <a:custGeom>
              <a:avLst/>
              <a:gdLst/>
              <a:ahLst/>
              <a:cxnLst/>
              <a:rect l="l" t="t" r="r" b="b"/>
              <a:pathLst>
                <a:path w="593725" h="1548764">
                  <a:moveTo>
                    <a:pt x="593597" y="1548383"/>
                  </a:moveTo>
                  <a:lnTo>
                    <a:pt x="593597" y="0"/>
                  </a:lnTo>
                </a:path>
                <a:path w="593725" h="1548764">
                  <a:moveTo>
                    <a:pt x="109727" y="1548383"/>
                  </a:moveTo>
                  <a:lnTo>
                    <a:pt x="109727" y="0"/>
                  </a:lnTo>
                </a:path>
                <a:path w="593725" h="1548764">
                  <a:moveTo>
                    <a:pt x="484631" y="91439"/>
                  </a:moveTo>
                  <a:lnTo>
                    <a:pt x="219455" y="91439"/>
                  </a:lnTo>
                </a:path>
                <a:path w="593725" h="1548764">
                  <a:moveTo>
                    <a:pt x="109727" y="91439"/>
                  </a:moveTo>
                  <a:lnTo>
                    <a:pt x="0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215639" y="942594"/>
              <a:ext cx="109220" cy="36830"/>
            </a:xfrm>
            <a:custGeom>
              <a:avLst/>
              <a:gdLst/>
              <a:ahLst/>
              <a:cxnLst/>
              <a:rect l="l" t="t" r="r" b="b"/>
              <a:pathLst>
                <a:path w="109220" h="36830">
                  <a:moveTo>
                    <a:pt x="0" y="0"/>
                  </a:moveTo>
                  <a:lnTo>
                    <a:pt x="0" y="36575"/>
                  </a:lnTo>
                  <a:lnTo>
                    <a:pt x="108965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215639" y="942594"/>
              <a:ext cx="109220" cy="36830"/>
            </a:xfrm>
            <a:custGeom>
              <a:avLst/>
              <a:gdLst/>
              <a:ahLst/>
              <a:cxnLst/>
              <a:rect l="l" t="t" r="r" b="b"/>
              <a:pathLst>
                <a:path w="109220" h="36830">
                  <a:moveTo>
                    <a:pt x="0" y="0"/>
                  </a:moveTo>
                  <a:lnTo>
                    <a:pt x="0" y="36575"/>
                  </a:lnTo>
                  <a:lnTo>
                    <a:pt x="108965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840735" y="942594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840735" y="942594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30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886455" y="2061210"/>
              <a:ext cx="2129155" cy="512445"/>
            </a:xfrm>
            <a:custGeom>
              <a:avLst/>
              <a:gdLst/>
              <a:ahLst/>
              <a:cxnLst/>
              <a:rect l="l" t="t" r="r" b="b"/>
              <a:pathLst>
                <a:path w="2129154" h="512444">
                  <a:moveTo>
                    <a:pt x="0" y="0"/>
                  </a:moveTo>
                  <a:lnTo>
                    <a:pt x="2129027" y="0"/>
                  </a:lnTo>
                </a:path>
                <a:path w="2129154" h="512444">
                  <a:moveTo>
                    <a:pt x="0" y="402335"/>
                  </a:moveTo>
                  <a:lnTo>
                    <a:pt x="2129027" y="402335"/>
                  </a:lnTo>
                </a:path>
                <a:path w="2129154" h="512444">
                  <a:moveTo>
                    <a:pt x="2037587" y="109727"/>
                  </a:moveTo>
                  <a:lnTo>
                    <a:pt x="2037587" y="292607"/>
                  </a:lnTo>
                </a:path>
                <a:path w="2129154" h="512444">
                  <a:moveTo>
                    <a:pt x="2037587" y="402335"/>
                  </a:moveTo>
                  <a:lnTo>
                    <a:pt x="2037587" y="512063"/>
                  </a:lnTo>
                  <a:lnTo>
                    <a:pt x="1927859" y="51206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905755" y="206121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905755" y="206121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905755" y="235381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905755" y="235381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886455" y="2463546"/>
              <a:ext cx="2368550" cy="622300"/>
            </a:xfrm>
            <a:custGeom>
              <a:avLst/>
              <a:gdLst/>
              <a:ahLst/>
              <a:cxnLst/>
              <a:rect l="l" t="t" r="r" b="b"/>
              <a:pathLst>
                <a:path w="2368550" h="622300">
                  <a:moveTo>
                    <a:pt x="0" y="0"/>
                  </a:moveTo>
                  <a:lnTo>
                    <a:pt x="2368295" y="0"/>
                  </a:lnTo>
                </a:path>
                <a:path w="2368550" h="622300">
                  <a:moveTo>
                    <a:pt x="0" y="512063"/>
                  </a:moveTo>
                  <a:lnTo>
                    <a:pt x="2368295" y="512063"/>
                  </a:lnTo>
                </a:path>
                <a:path w="2368550" h="622300">
                  <a:moveTo>
                    <a:pt x="2276855" y="109727"/>
                  </a:moveTo>
                  <a:lnTo>
                    <a:pt x="2276855" y="402335"/>
                  </a:lnTo>
                </a:path>
                <a:path w="2368550" h="622300">
                  <a:moveTo>
                    <a:pt x="2276855" y="512063"/>
                  </a:moveTo>
                  <a:lnTo>
                    <a:pt x="2276855" y="621791"/>
                  </a:lnTo>
                  <a:lnTo>
                    <a:pt x="2167127" y="62179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145023" y="246354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145023" y="246354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5145023" y="286588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145023" y="2865882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5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03981" y="2474976"/>
              <a:ext cx="95249" cy="86105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2987039" y="1596390"/>
              <a:ext cx="1140460" cy="893444"/>
            </a:xfrm>
            <a:custGeom>
              <a:avLst/>
              <a:gdLst/>
              <a:ahLst/>
              <a:cxnLst/>
              <a:rect l="l" t="t" r="r" b="b"/>
              <a:pathLst>
                <a:path w="1140460" h="893444">
                  <a:moveTo>
                    <a:pt x="0" y="893063"/>
                  </a:moveTo>
                  <a:lnTo>
                    <a:pt x="1030223" y="0"/>
                  </a:lnTo>
                  <a:lnTo>
                    <a:pt x="1139951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1965960" y="1687830"/>
            <a:ext cx="428625" cy="883285"/>
            <a:chOff x="1965960" y="1687830"/>
            <a:chExt cx="428625" cy="883285"/>
          </a:xfrm>
        </p:grpSpPr>
        <p:sp>
          <p:nvSpPr>
            <p:cNvPr id="102" name="object 102"/>
            <p:cNvSpPr/>
            <p:nvPr/>
          </p:nvSpPr>
          <p:spPr>
            <a:xfrm>
              <a:off x="1970532" y="1692402"/>
              <a:ext cx="387350" cy="775335"/>
            </a:xfrm>
            <a:custGeom>
              <a:avLst/>
              <a:gdLst/>
              <a:ahLst/>
              <a:cxnLst/>
              <a:rect l="l" t="t" r="r" b="b"/>
              <a:pathLst>
                <a:path w="387350" h="775335">
                  <a:moveTo>
                    <a:pt x="0" y="0"/>
                  </a:moveTo>
                  <a:lnTo>
                    <a:pt x="109727" y="0"/>
                  </a:lnTo>
                  <a:lnTo>
                    <a:pt x="387095" y="77495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340102" y="2461260"/>
              <a:ext cx="54610" cy="109855"/>
            </a:xfrm>
            <a:custGeom>
              <a:avLst/>
              <a:gdLst/>
              <a:ahLst/>
              <a:cxnLst/>
              <a:rect l="l" t="t" r="r" b="b"/>
              <a:pathLst>
                <a:path w="54610" h="109855">
                  <a:moveTo>
                    <a:pt x="34289" y="0"/>
                  </a:moveTo>
                  <a:lnTo>
                    <a:pt x="0" y="12191"/>
                  </a:lnTo>
                  <a:lnTo>
                    <a:pt x="54101" y="109727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340102" y="2461260"/>
              <a:ext cx="54610" cy="109855"/>
            </a:xfrm>
            <a:custGeom>
              <a:avLst/>
              <a:gdLst/>
              <a:ahLst/>
              <a:cxnLst/>
              <a:rect l="l" t="t" r="r" b="b"/>
              <a:pathLst>
                <a:path w="54610" h="109855">
                  <a:moveTo>
                    <a:pt x="34289" y="0"/>
                  </a:moveTo>
                  <a:lnTo>
                    <a:pt x="0" y="12191"/>
                  </a:lnTo>
                  <a:lnTo>
                    <a:pt x="54101" y="109727"/>
                  </a:lnTo>
                  <a:lnTo>
                    <a:pt x="3428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5" name="object 105"/>
          <p:cNvGraphicFramePr>
            <a:graphicFrameLocks noGrp="1"/>
          </p:cNvGraphicFramePr>
          <p:nvPr/>
        </p:nvGraphicFramePr>
        <p:xfrm>
          <a:off x="221360" y="341757"/>
          <a:ext cx="9601199" cy="7074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3407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2415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.53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3055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R.094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284605">
                        <a:lnSpc>
                          <a:spcPct val="100000"/>
                        </a:lnSpc>
                        <a:spcBef>
                          <a:spcPts val="204"/>
                        </a:spcBef>
                        <a:tabLst>
                          <a:tab pos="3996054" algn="l"/>
                        </a:tabLst>
                      </a:pPr>
                      <a:r>
                        <a:rPr sz="1800" spc="-15" baseline="-34722" dirty="0">
                          <a:latin typeface="Arial MT"/>
                          <a:cs typeface="Arial MT"/>
                        </a:rPr>
                        <a:t>R.125</a:t>
                      </a:r>
                      <a:r>
                        <a:rPr sz="1800" baseline="-34722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Ø.255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THRU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728345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.44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R="106299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R.188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R="25019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.56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221740">
                        <a:lnSpc>
                          <a:spcPct val="100000"/>
                        </a:lnSpc>
                        <a:spcBef>
                          <a:spcPts val="1225"/>
                        </a:spcBef>
                        <a:tabLst>
                          <a:tab pos="3736975" algn="l"/>
                        </a:tabLst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R.157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800" spc="-37" baseline="-20833" dirty="0">
                          <a:latin typeface="Arial MT"/>
                          <a:cs typeface="Arial MT"/>
                        </a:rPr>
                        <a:t>R1</a:t>
                      </a:r>
                      <a:endParaRPr sz="1800" baseline="-20833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45'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0.06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chamfer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958339" algn="ctr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.25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65">
                <a:tc rowSpan="4">
                  <a:txBody>
                    <a:bodyPr/>
                    <a:lstStyle/>
                    <a:p>
                      <a:pPr marL="80645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.020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8064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.010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8064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X.XXX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.005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3930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Walton</a:t>
                      </a:r>
                      <a:r>
                        <a:rPr sz="15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School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Engineering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  <a:spcBef>
                          <a:spcPts val="17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DATE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114300">
                        <a:lnSpc>
                          <a:spcPts val="12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3/17/2024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marL="45720">
                        <a:lnSpc>
                          <a:spcPts val="1650"/>
                        </a:lnSpc>
                        <a:tabLst>
                          <a:tab pos="795020" algn="l"/>
                        </a:tabLst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Arbor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Press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SIZE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 marR="664845" indent="-6350">
                        <a:lnSpc>
                          <a:spcPts val="1070"/>
                        </a:lnSpc>
                        <a:spcBef>
                          <a:spcPts val="32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CLASS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IED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ts val="1019"/>
                        </a:lnSpc>
                        <a:spcBef>
                          <a:spcPts val="17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TITLE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7150">
                        <a:lnSpc>
                          <a:spcPts val="126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Table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Multiview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marR="139700" indent="-10160">
                        <a:lnSpc>
                          <a:spcPts val="1030"/>
                        </a:lnSpc>
                        <a:spcBef>
                          <a:spcPts val="30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PER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baseline="2777" dirty="0">
                          <a:latin typeface="Arial MT"/>
                          <a:cs typeface="Arial MT"/>
                        </a:rPr>
                        <a:t>SCALE</a:t>
                      </a:r>
                      <a:r>
                        <a:rPr sz="1500" spc="517" baseline="2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1:1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500" baseline="8333" dirty="0">
                          <a:latin typeface="Arial MT"/>
                          <a:cs typeface="Arial MT"/>
                        </a:rPr>
                        <a:t>AUTHOR</a:t>
                      </a:r>
                      <a:r>
                        <a:rPr sz="1500" spc="615" baseline="8333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Siddharth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Gupta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SHEET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1/1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6" name="object 106"/>
          <p:cNvSpPr/>
          <p:nvPr/>
        </p:nvSpPr>
        <p:spPr>
          <a:xfrm>
            <a:off x="4949189" y="21107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949189" y="119634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91439"/>
                </a:moveTo>
                <a:lnTo>
                  <a:pt x="79247" y="228599"/>
                </a:lnTo>
                <a:lnTo>
                  <a:pt x="79247" y="0"/>
                </a:lnTo>
              </a:path>
              <a:path w="158750" h="228600">
                <a:moveTo>
                  <a:pt x="79247" y="228599"/>
                </a:moveTo>
                <a:lnTo>
                  <a:pt x="0" y="9143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0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90677" y="0"/>
                </a:moveTo>
                <a:lnTo>
                  <a:pt x="90677" y="158495"/>
                </a:lnTo>
              </a:path>
              <a:path w="227965" h="158750">
                <a:moveTo>
                  <a:pt x="90677" y="0"/>
                </a:moveTo>
                <a:lnTo>
                  <a:pt x="227837" y="79247"/>
                </a:lnTo>
                <a:lnTo>
                  <a:pt x="0" y="79247"/>
                </a:lnTo>
              </a:path>
              <a:path w="227965" h="158750">
                <a:moveTo>
                  <a:pt x="227837" y="79247"/>
                </a:moveTo>
                <a:lnTo>
                  <a:pt x="90677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9" name="object 10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156453" y="6289547"/>
            <a:ext cx="327660" cy="326897"/>
          </a:xfrm>
          <a:prstGeom prst="rect">
            <a:avLst/>
          </a:prstGeom>
        </p:spPr>
      </p:pic>
      <p:sp>
        <p:nvSpPr>
          <p:cNvPr id="110" name="object 110"/>
          <p:cNvSpPr/>
          <p:nvPr/>
        </p:nvSpPr>
        <p:spPr>
          <a:xfrm>
            <a:off x="2614422" y="2463546"/>
            <a:ext cx="129539" cy="0"/>
          </a:xfrm>
          <a:custGeom>
            <a:avLst/>
            <a:gdLst/>
            <a:ahLst/>
            <a:cxnLst/>
            <a:rect l="l" t="t" r="r" b="b"/>
            <a:pathLst>
              <a:path w="129539">
                <a:moveTo>
                  <a:pt x="0" y="0"/>
                </a:moveTo>
                <a:lnTo>
                  <a:pt x="12953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840735" y="2559558"/>
            <a:ext cx="0" cy="130810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130301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2" name="object 112"/>
          <p:cNvGrpSpPr/>
          <p:nvPr/>
        </p:nvGrpSpPr>
        <p:grpSpPr>
          <a:xfrm>
            <a:off x="3728465" y="5017008"/>
            <a:ext cx="411480" cy="224154"/>
            <a:chOff x="3728465" y="5017008"/>
            <a:chExt cx="411480" cy="224154"/>
          </a:xfrm>
        </p:grpSpPr>
        <p:sp>
          <p:nvSpPr>
            <p:cNvPr id="113" name="object 113"/>
            <p:cNvSpPr/>
            <p:nvPr/>
          </p:nvSpPr>
          <p:spPr>
            <a:xfrm>
              <a:off x="3728465" y="5017008"/>
              <a:ext cx="411480" cy="219710"/>
            </a:xfrm>
            <a:custGeom>
              <a:avLst/>
              <a:gdLst/>
              <a:ahLst/>
              <a:cxnLst/>
              <a:rect l="l" t="t" r="r" b="b"/>
              <a:pathLst>
                <a:path w="411479" h="219710">
                  <a:moveTo>
                    <a:pt x="0" y="219455"/>
                  </a:moveTo>
                  <a:lnTo>
                    <a:pt x="411479" y="219455"/>
                  </a:lnTo>
                </a:path>
                <a:path w="411479" h="219710">
                  <a:moveTo>
                    <a:pt x="320039" y="109727"/>
                  </a:moveTo>
                  <a:lnTo>
                    <a:pt x="32003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030217" y="512673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030217" y="512673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" name="object 116"/>
          <p:cNvGrpSpPr/>
          <p:nvPr/>
        </p:nvGrpSpPr>
        <p:grpSpPr>
          <a:xfrm>
            <a:off x="3784091" y="5460491"/>
            <a:ext cx="356235" cy="224154"/>
            <a:chOff x="3784091" y="5460491"/>
            <a:chExt cx="356235" cy="224154"/>
          </a:xfrm>
        </p:grpSpPr>
        <p:sp>
          <p:nvSpPr>
            <p:cNvPr id="117" name="object 117"/>
            <p:cNvSpPr/>
            <p:nvPr/>
          </p:nvSpPr>
          <p:spPr>
            <a:xfrm>
              <a:off x="3784091" y="5465063"/>
              <a:ext cx="356235" cy="219710"/>
            </a:xfrm>
            <a:custGeom>
              <a:avLst/>
              <a:gdLst/>
              <a:ahLst/>
              <a:cxnLst/>
              <a:rect l="l" t="t" r="r" b="b"/>
              <a:pathLst>
                <a:path w="356235" h="219710">
                  <a:moveTo>
                    <a:pt x="0" y="0"/>
                  </a:moveTo>
                  <a:lnTo>
                    <a:pt x="355853" y="0"/>
                  </a:lnTo>
                </a:path>
                <a:path w="356235" h="219710">
                  <a:moveTo>
                    <a:pt x="264413" y="109727"/>
                  </a:moveTo>
                  <a:lnTo>
                    <a:pt x="264413" y="21945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030217" y="5465063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030217" y="5465063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0" name="object 120"/>
          <p:cNvGrpSpPr/>
          <p:nvPr/>
        </p:nvGrpSpPr>
        <p:grpSpPr>
          <a:xfrm>
            <a:off x="1661922" y="4794504"/>
            <a:ext cx="292100" cy="476250"/>
            <a:chOff x="1661922" y="4794504"/>
            <a:chExt cx="292100" cy="476250"/>
          </a:xfrm>
        </p:grpSpPr>
        <p:sp>
          <p:nvSpPr>
            <p:cNvPr id="121" name="object 121"/>
            <p:cNvSpPr/>
            <p:nvPr/>
          </p:nvSpPr>
          <p:spPr>
            <a:xfrm>
              <a:off x="1898142" y="5161788"/>
              <a:ext cx="55880" cy="109220"/>
            </a:xfrm>
            <a:custGeom>
              <a:avLst/>
              <a:gdLst/>
              <a:ahLst/>
              <a:cxnLst/>
              <a:rect l="l" t="t" r="r" b="b"/>
              <a:pathLst>
                <a:path w="55880" h="109220">
                  <a:moveTo>
                    <a:pt x="34289" y="0"/>
                  </a:moveTo>
                  <a:lnTo>
                    <a:pt x="0" y="12953"/>
                  </a:lnTo>
                  <a:lnTo>
                    <a:pt x="55625" y="108965"/>
                  </a:lnTo>
                  <a:lnTo>
                    <a:pt x="34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898142" y="5161788"/>
              <a:ext cx="55880" cy="109220"/>
            </a:xfrm>
            <a:custGeom>
              <a:avLst/>
              <a:gdLst/>
              <a:ahLst/>
              <a:cxnLst/>
              <a:rect l="l" t="t" r="r" b="b"/>
              <a:pathLst>
                <a:path w="55880" h="109220">
                  <a:moveTo>
                    <a:pt x="34289" y="0"/>
                  </a:moveTo>
                  <a:lnTo>
                    <a:pt x="55625" y="108965"/>
                  </a:lnTo>
                  <a:lnTo>
                    <a:pt x="0" y="12953"/>
                  </a:lnTo>
                  <a:lnTo>
                    <a:pt x="3428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666494" y="4799076"/>
              <a:ext cx="248920" cy="368935"/>
            </a:xfrm>
            <a:custGeom>
              <a:avLst/>
              <a:gdLst/>
              <a:ahLst/>
              <a:cxnLst/>
              <a:rect l="l" t="t" r="r" b="b"/>
              <a:pathLst>
                <a:path w="248919" h="368935">
                  <a:moveTo>
                    <a:pt x="248411" y="368807"/>
                  </a:moveTo>
                  <a:lnTo>
                    <a:pt x="109727" y="0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08D4C93D-6CC3-92FE-60C0-B1E1AD19C372}"/>
              </a:ext>
            </a:extLst>
          </p:cNvPr>
          <p:cNvSpPr txBox="1"/>
          <p:nvPr/>
        </p:nvSpPr>
        <p:spPr>
          <a:xfrm>
            <a:off x="5021959" y="6247112"/>
            <a:ext cx="4787611" cy="11691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9923" y="4344923"/>
            <a:ext cx="590550" cy="590550"/>
            <a:chOff x="2439923" y="4344923"/>
            <a:chExt cx="590550" cy="590550"/>
          </a:xfrm>
        </p:grpSpPr>
        <p:sp>
          <p:nvSpPr>
            <p:cNvPr id="3" name="object 3"/>
            <p:cNvSpPr/>
            <p:nvPr/>
          </p:nvSpPr>
          <p:spPr>
            <a:xfrm>
              <a:off x="2586227" y="4491227"/>
              <a:ext cx="298450" cy="298450"/>
            </a:xfrm>
            <a:custGeom>
              <a:avLst/>
              <a:gdLst/>
              <a:ahLst/>
              <a:cxnLst/>
              <a:rect l="l" t="t" r="r" b="b"/>
              <a:pathLst>
                <a:path w="298450" h="298450">
                  <a:moveTo>
                    <a:pt x="0" y="148970"/>
                  </a:moveTo>
                  <a:lnTo>
                    <a:pt x="7594" y="196057"/>
                  </a:lnTo>
                  <a:lnTo>
                    <a:pt x="28742" y="236951"/>
                  </a:lnTo>
                  <a:lnTo>
                    <a:pt x="60990" y="269199"/>
                  </a:lnTo>
                  <a:lnTo>
                    <a:pt x="101884" y="290347"/>
                  </a:lnTo>
                  <a:lnTo>
                    <a:pt x="148970" y="297941"/>
                  </a:lnTo>
                  <a:lnTo>
                    <a:pt x="196057" y="290347"/>
                  </a:lnTo>
                  <a:lnTo>
                    <a:pt x="236951" y="269199"/>
                  </a:lnTo>
                  <a:lnTo>
                    <a:pt x="269199" y="236951"/>
                  </a:lnTo>
                  <a:lnTo>
                    <a:pt x="290347" y="196057"/>
                  </a:lnTo>
                  <a:lnTo>
                    <a:pt x="297941" y="148970"/>
                  </a:lnTo>
                  <a:lnTo>
                    <a:pt x="290347" y="101884"/>
                  </a:lnTo>
                  <a:lnTo>
                    <a:pt x="269199" y="60990"/>
                  </a:lnTo>
                  <a:lnTo>
                    <a:pt x="236951" y="28742"/>
                  </a:lnTo>
                  <a:lnTo>
                    <a:pt x="196057" y="7594"/>
                  </a:lnTo>
                  <a:lnTo>
                    <a:pt x="148970" y="0"/>
                  </a:lnTo>
                  <a:lnTo>
                    <a:pt x="101884" y="7594"/>
                  </a:lnTo>
                  <a:lnTo>
                    <a:pt x="60990" y="28742"/>
                  </a:lnTo>
                  <a:lnTo>
                    <a:pt x="28742" y="60990"/>
                  </a:lnTo>
                  <a:lnTo>
                    <a:pt x="7594" y="101884"/>
                  </a:lnTo>
                  <a:lnTo>
                    <a:pt x="0" y="14897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9067" y="4354067"/>
              <a:ext cx="572770" cy="572770"/>
            </a:xfrm>
            <a:custGeom>
              <a:avLst/>
              <a:gdLst/>
              <a:ahLst/>
              <a:cxnLst/>
              <a:rect l="l" t="t" r="r" b="b"/>
              <a:pathLst>
                <a:path w="572769" h="572770">
                  <a:moveTo>
                    <a:pt x="572261" y="286130"/>
                  </a:moveTo>
                  <a:lnTo>
                    <a:pt x="568517" y="239719"/>
                  </a:lnTo>
                  <a:lnTo>
                    <a:pt x="557674" y="195691"/>
                  </a:lnTo>
                  <a:lnTo>
                    <a:pt x="540324" y="154637"/>
                  </a:lnTo>
                  <a:lnTo>
                    <a:pt x="517055" y="117145"/>
                  </a:lnTo>
                  <a:lnTo>
                    <a:pt x="488456" y="83805"/>
                  </a:lnTo>
                  <a:lnTo>
                    <a:pt x="455116" y="55206"/>
                  </a:lnTo>
                  <a:lnTo>
                    <a:pt x="417624" y="31937"/>
                  </a:lnTo>
                  <a:lnTo>
                    <a:pt x="376570" y="14587"/>
                  </a:lnTo>
                  <a:lnTo>
                    <a:pt x="332542" y="3744"/>
                  </a:lnTo>
                  <a:lnTo>
                    <a:pt x="286130" y="0"/>
                  </a:lnTo>
                  <a:lnTo>
                    <a:pt x="239719" y="3744"/>
                  </a:lnTo>
                  <a:lnTo>
                    <a:pt x="195691" y="14587"/>
                  </a:lnTo>
                  <a:lnTo>
                    <a:pt x="154637" y="31937"/>
                  </a:lnTo>
                  <a:lnTo>
                    <a:pt x="117145" y="55206"/>
                  </a:lnTo>
                  <a:lnTo>
                    <a:pt x="83805" y="83805"/>
                  </a:lnTo>
                  <a:lnTo>
                    <a:pt x="55206" y="117145"/>
                  </a:lnTo>
                  <a:lnTo>
                    <a:pt x="31937" y="154637"/>
                  </a:lnTo>
                  <a:lnTo>
                    <a:pt x="14587" y="195691"/>
                  </a:lnTo>
                  <a:lnTo>
                    <a:pt x="3744" y="239719"/>
                  </a:lnTo>
                  <a:lnTo>
                    <a:pt x="0" y="286130"/>
                  </a:lnTo>
                  <a:lnTo>
                    <a:pt x="3744" y="332542"/>
                  </a:lnTo>
                  <a:lnTo>
                    <a:pt x="14587" y="376570"/>
                  </a:lnTo>
                  <a:lnTo>
                    <a:pt x="31937" y="417624"/>
                  </a:lnTo>
                  <a:lnTo>
                    <a:pt x="55206" y="455116"/>
                  </a:lnTo>
                  <a:lnTo>
                    <a:pt x="83805" y="488456"/>
                  </a:lnTo>
                  <a:lnTo>
                    <a:pt x="117145" y="517055"/>
                  </a:lnTo>
                  <a:lnTo>
                    <a:pt x="154637" y="540324"/>
                  </a:lnTo>
                  <a:lnTo>
                    <a:pt x="195691" y="557674"/>
                  </a:lnTo>
                  <a:lnTo>
                    <a:pt x="239719" y="568517"/>
                  </a:lnTo>
                  <a:lnTo>
                    <a:pt x="286130" y="572261"/>
                  </a:lnTo>
                  <a:lnTo>
                    <a:pt x="332542" y="568517"/>
                  </a:lnTo>
                  <a:lnTo>
                    <a:pt x="376570" y="557674"/>
                  </a:lnTo>
                  <a:lnTo>
                    <a:pt x="417624" y="540324"/>
                  </a:lnTo>
                  <a:lnTo>
                    <a:pt x="455116" y="517055"/>
                  </a:lnTo>
                  <a:lnTo>
                    <a:pt x="488456" y="488456"/>
                  </a:lnTo>
                  <a:lnTo>
                    <a:pt x="517055" y="455116"/>
                  </a:lnTo>
                  <a:lnTo>
                    <a:pt x="540324" y="417624"/>
                  </a:lnTo>
                  <a:lnTo>
                    <a:pt x="557674" y="376570"/>
                  </a:lnTo>
                  <a:lnTo>
                    <a:pt x="568517" y="332542"/>
                  </a:lnTo>
                  <a:lnTo>
                    <a:pt x="572261" y="28613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586227" y="3196590"/>
            <a:ext cx="298450" cy="0"/>
          </a:xfrm>
          <a:custGeom>
            <a:avLst/>
            <a:gdLst/>
            <a:ahLst/>
            <a:cxnLst/>
            <a:rect l="l" t="t" r="r" b="b"/>
            <a:pathLst>
              <a:path w="298450">
                <a:moveTo>
                  <a:pt x="0" y="0"/>
                </a:moveTo>
                <a:lnTo>
                  <a:pt x="0" y="0"/>
                </a:lnTo>
                <a:lnTo>
                  <a:pt x="296417" y="0"/>
                </a:lnTo>
                <a:lnTo>
                  <a:pt x="29794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49067" y="3059430"/>
            <a:ext cx="572770" cy="0"/>
          </a:xfrm>
          <a:custGeom>
            <a:avLst/>
            <a:gdLst/>
            <a:ahLst/>
            <a:cxnLst/>
            <a:rect l="l" t="t" r="r" b="b"/>
            <a:pathLst>
              <a:path w="572769">
                <a:moveTo>
                  <a:pt x="572261" y="0"/>
                </a:moveTo>
                <a:lnTo>
                  <a:pt x="572261" y="0"/>
                </a:lnTo>
                <a:lnTo>
                  <a:pt x="1523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49067" y="1195578"/>
            <a:ext cx="572770" cy="0"/>
          </a:xfrm>
          <a:custGeom>
            <a:avLst/>
            <a:gdLst/>
            <a:ahLst/>
            <a:cxnLst/>
            <a:rect l="l" t="t" r="r" b="b"/>
            <a:pathLst>
              <a:path w="572769">
                <a:moveTo>
                  <a:pt x="0" y="0"/>
                </a:moveTo>
                <a:lnTo>
                  <a:pt x="0" y="0"/>
                </a:lnTo>
                <a:lnTo>
                  <a:pt x="570737" y="0"/>
                </a:lnTo>
                <a:lnTo>
                  <a:pt x="57226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49067" y="3059430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137159" y="137159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84169" y="3059430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0" y="137159"/>
                </a:moveTo>
                <a:lnTo>
                  <a:pt x="137159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49067" y="1195578"/>
            <a:ext cx="0" cy="1864360"/>
          </a:xfrm>
          <a:custGeom>
            <a:avLst/>
            <a:gdLst/>
            <a:ahLst/>
            <a:cxnLst/>
            <a:rect l="l" t="t" r="r" b="b"/>
            <a:pathLst>
              <a:path h="1864360">
                <a:moveTo>
                  <a:pt x="0" y="1863851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21329" y="1195578"/>
            <a:ext cx="0" cy="1864360"/>
          </a:xfrm>
          <a:custGeom>
            <a:avLst/>
            <a:gdLst/>
            <a:ahLst/>
            <a:cxnLst/>
            <a:rect l="l" t="t" r="r" b="b"/>
            <a:pathLst>
              <a:path h="1864360">
                <a:moveTo>
                  <a:pt x="0" y="1863851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5710427" y="1538948"/>
            <a:ext cx="1741805" cy="1298575"/>
            <a:chOff x="5710427" y="1538948"/>
            <a:chExt cx="1741805" cy="129857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8809" y="1546860"/>
              <a:ext cx="1725167" cy="12816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20010" y="2487428"/>
              <a:ext cx="210820" cy="271780"/>
            </a:xfrm>
            <a:custGeom>
              <a:avLst/>
              <a:gdLst/>
              <a:ahLst/>
              <a:cxnLst/>
              <a:rect l="l" t="t" r="r" b="b"/>
              <a:pathLst>
                <a:path w="210820" h="271780">
                  <a:moveTo>
                    <a:pt x="0" y="74958"/>
                  </a:moveTo>
                  <a:lnTo>
                    <a:pt x="8353" y="127088"/>
                  </a:lnTo>
                  <a:lnTo>
                    <a:pt x="30954" y="178786"/>
                  </a:lnTo>
                  <a:lnTo>
                    <a:pt x="64413" y="224182"/>
                  </a:lnTo>
                  <a:lnTo>
                    <a:pt x="105341" y="257408"/>
                  </a:lnTo>
                  <a:lnTo>
                    <a:pt x="146231" y="271513"/>
                  </a:lnTo>
                  <a:lnTo>
                    <a:pt x="179586" y="264768"/>
                  </a:lnTo>
                  <a:lnTo>
                    <a:pt x="202032" y="239129"/>
                  </a:lnTo>
                  <a:lnTo>
                    <a:pt x="210197" y="196555"/>
                  </a:lnTo>
                  <a:lnTo>
                    <a:pt x="201843" y="144425"/>
                  </a:lnTo>
                  <a:lnTo>
                    <a:pt x="179242" y="92727"/>
                  </a:lnTo>
                  <a:lnTo>
                    <a:pt x="145783" y="47331"/>
                  </a:lnTo>
                  <a:lnTo>
                    <a:pt x="104855" y="14105"/>
                  </a:lnTo>
                  <a:lnTo>
                    <a:pt x="63965" y="0"/>
                  </a:lnTo>
                  <a:lnTo>
                    <a:pt x="30610" y="6745"/>
                  </a:lnTo>
                  <a:lnTo>
                    <a:pt x="8164" y="32383"/>
                  </a:lnTo>
                  <a:lnTo>
                    <a:pt x="0" y="74958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19822" y="2306193"/>
              <a:ext cx="404495" cy="521970"/>
            </a:xfrm>
            <a:custGeom>
              <a:avLst/>
              <a:gdLst/>
              <a:ahLst/>
              <a:cxnLst/>
              <a:rect l="l" t="t" r="r" b="b"/>
              <a:pathLst>
                <a:path w="404495" h="521969">
                  <a:moveTo>
                    <a:pt x="201557" y="493924"/>
                  </a:moveTo>
                  <a:lnTo>
                    <a:pt x="249405" y="515133"/>
                  </a:lnTo>
                  <a:lnTo>
                    <a:pt x="293691" y="521864"/>
                  </a:lnTo>
                  <a:lnTo>
                    <a:pt x="332759" y="514432"/>
                  </a:lnTo>
                  <a:lnTo>
                    <a:pt x="364955" y="493152"/>
                  </a:lnTo>
                  <a:lnTo>
                    <a:pt x="388621" y="458338"/>
                  </a:lnTo>
                  <a:lnTo>
                    <a:pt x="400315" y="420560"/>
                  </a:lnTo>
                  <a:lnTo>
                    <a:pt x="404127" y="377310"/>
                  </a:lnTo>
                  <a:lnTo>
                    <a:pt x="400280" y="330022"/>
                  </a:lnTo>
                  <a:lnTo>
                    <a:pt x="388998" y="280130"/>
                  </a:lnTo>
                  <a:lnTo>
                    <a:pt x="370504" y="229068"/>
                  </a:lnTo>
                  <a:lnTo>
                    <a:pt x="345021" y="178271"/>
                  </a:lnTo>
                  <a:lnTo>
                    <a:pt x="313874" y="130736"/>
                  </a:lnTo>
                  <a:lnTo>
                    <a:pt x="278990" y="89113"/>
                  </a:lnTo>
                  <a:lnTo>
                    <a:pt x="241499" y="54315"/>
                  </a:lnTo>
                  <a:lnTo>
                    <a:pt x="202529" y="27254"/>
                  </a:lnTo>
                  <a:lnTo>
                    <a:pt x="163207" y="8845"/>
                  </a:lnTo>
                  <a:lnTo>
                    <a:pt x="124663" y="0"/>
                  </a:lnTo>
                  <a:lnTo>
                    <a:pt x="82673" y="2997"/>
                  </a:lnTo>
                  <a:lnTo>
                    <a:pt x="48109" y="20164"/>
                  </a:lnTo>
                  <a:lnTo>
                    <a:pt x="22073" y="50225"/>
                  </a:lnTo>
                  <a:lnTo>
                    <a:pt x="5669" y="91908"/>
                  </a:lnTo>
                  <a:lnTo>
                    <a:pt x="0" y="143939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98108" y="1548092"/>
              <a:ext cx="345440" cy="508634"/>
            </a:xfrm>
            <a:custGeom>
              <a:avLst/>
              <a:gdLst/>
              <a:ahLst/>
              <a:cxnLst/>
              <a:rect l="l" t="t" r="r" b="b"/>
              <a:pathLst>
                <a:path w="345440" h="508635">
                  <a:moveTo>
                    <a:pt x="285593" y="508466"/>
                  </a:moveTo>
                  <a:lnTo>
                    <a:pt x="311503" y="486836"/>
                  </a:lnTo>
                  <a:lnTo>
                    <a:pt x="330018" y="456934"/>
                  </a:lnTo>
                  <a:lnTo>
                    <a:pt x="341136" y="420088"/>
                  </a:lnTo>
                  <a:lnTo>
                    <a:pt x="344857" y="377626"/>
                  </a:lnTo>
                  <a:lnTo>
                    <a:pt x="341180" y="330876"/>
                  </a:lnTo>
                  <a:lnTo>
                    <a:pt x="330105" y="281167"/>
                  </a:lnTo>
                  <a:lnTo>
                    <a:pt x="311631" y="229826"/>
                  </a:lnTo>
                  <a:lnTo>
                    <a:pt x="285757" y="178182"/>
                  </a:lnTo>
                  <a:lnTo>
                    <a:pt x="254074" y="129884"/>
                  </a:lnTo>
                  <a:lnTo>
                    <a:pt x="218939" y="88138"/>
                  </a:lnTo>
                  <a:lnTo>
                    <a:pt x="181502" y="53611"/>
                  </a:lnTo>
                  <a:lnTo>
                    <a:pt x="142912" y="26968"/>
                  </a:lnTo>
                  <a:lnTo>
                    <a:pt x="104318" y="8875"/>
                  </a:lnTo>
                  <a:lnTo>
                    <a:pt x="66868" y="0"/>
                  </a:lnTo>
                  <a:lnTo>
                    <a:pt x="31712" y="1006"/>
                  </a:lnTo>
                  <a:lnTo>
                    <a:pt x="0" y="12561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19571" y="1561338"/>
              <a:ext cx="1663700" cy="1253490"/>
            </a:xfrm>
            <a:custGeom>
              <a:avLst/>
              <a:gdLst/>
              <a:ahLst/>
              <a:cxnLst/>
              <a:rect l="l" t="t" r="r" b="b"/>
              <a:pathLst>
                <a:path w="1663700" h="1253489">
                  <a:moveTo>
                    <a:pt x="0" y="1001267"/>
                  </a:moveTo>
                  <a:lnTo>
                    <a:pt x="0" y="890015"/>
                  </a:lnTo>
                </a:path>
                <a:path w="1663700" h="1253489">
                  <a:moveTo>
                    <a:pt x="105155" y="1183385"/>
                  </a:moveTo>
                  <a:lnTo>
                    <a:pt x="201167" y="1239011"/>
                  </a:lnTo>
                </a:path>
                <a:path w="1663700" h="1253489">
                  <a:moveTo>
                    <a:pt x="59435" y="758189"/>
                  </a:moveTo>
                  <a:lnTo>
                    <a:pt x="1377695" y="0"/>
                  </a:lnTo>
                </a:path>
                <a:path w="1663700" h="1253489">
                  <a:moveTo>
                    <a:pt x="345185" y="1253489"/>
                  </a:moveTo>
                  <a:lnTo>
                    <a:pt x="1663445" y="49529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5571744" y="4491990"/>
            <a:ext cx="0" cy="298450"/>
          </a:xfrm>
          <a:custGeom>
            <a:avLst/>
            <a:gdLst/>
            <a:ahLst/>
            <a:cxnLst/>
            <a:rect l="l" t="t" r="r" b="b"/>
            <a:pathLst>
              <a:path h="298450">
                <a:moveTo>
                  <a:pt x="0" y="0"/>
                </a:moveTo>
                <a:lnTo>
                  <a:pt x="0" y="0"/>
                </a:lnTo>
                <a:lnTo>
                  <a:pt x="0" y="296417"/>
                </a:lnTo>
                <a:lnTo>
                  <a:pt x="0" y="29794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08903" y="4354829"/>
            <a:ext cx="0" cy="572770"/>
          </a:xfrm>
          <a:custGeom>
            <a:avLst/>
            <a:gdLst/>
            <a:ahLst/>
            <a:cxnLst/>
            <a:rect l="l" t="t" r="r" b="b"/>
            <a:pathLst>
              <a:path h="572770">
                <a:moveTo>
                  <a:pt x="0" y="572261"/>
                </a:moveTo>
                <a:lnTo>
                  <a:pt x="0" y="572261"/>
                </a:lnTo>
                <a:lnTo>
                  <a:pt x="0" y="1523"/>
                </a:ln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72755" y="4354829"/>
            <a:ext cx="0" cy="572770"/>
          </a:xfrm>
          <a:custGeom>
            <a:avLst/>
            <a:gdLst/>
            <a:ahLst/>
            <a:cxnLst/>
            <a:rect l="l" t="t" r="r" b="b"/>
            <a:pathLst>
              <a:path h="572770">
                <a:moveTo>
                  <a:pt x="0" y="0"/>
                </a:moveTo>
                <a:lnTo>
                  <a:pt x="0" y="0"/>
                </a:lnTo>
                <a:lnTo>
                  <a:pt x="0" y="570737"/>
                </a:lnTo>
                <a:lnTo>
                  <a:pt x="0" y="57226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71744" y="4354829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0" y="137159"/>
                </a:moveTo>
                <a:lnTo>
                  <a:pt x="137159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71744" y="4789932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0" y="0"/>
                </a:moveTo>
                <a:lnTo>
                  <a:pt x="137159" y="137159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08903" y="4354829"/>
            <a:ext cx="1864360" cy="0"/>
          </a:xfrm>
          <a:custGeom>
            <a:avLst/>
            <a:gdLst/>
            <a:ahLst/>
            <a:cxnLst/>
            <a:rect l="l" t="t" r="r" b="b"/>
            <a:pathLst>
              <a:path w="1864359">
                <a:moveTo>
                  <a:pt x="0" y="0"/>
                </a:moveTo>
                <a:lnTo>
                  <a:pt x="186385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08903" y="4927091"/>
            <a:ext cx="1864360" cy="0"/>
          </a:xfrm>
          <a:custGeom>
            <a:avLst/>
            <a:gdLst/>
            <a:ahLst/>
            <a:cxnLst/>
            <a:rect l="l" t="t" r="r" b="b"/>
            <a:pathLst>
              <a:path w="1864359">
                <a:moveTo>
                  <a:pt x="0" y="0"/>
                </a:moveTo>
                <a:lnTo>
                  <a:pt x="186385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600438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0" y="1524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0" y="7315961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49189" y="7425690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137159"/>
                </a:moveTo>
                <a:lnTo>
                  <a:pt x="0" y="137159"/>
                </a:lnTo>
              </a:path>
              <a:path w="158750" h="228600">
                <a:moveTo>
                  <a:pt x="158495" y="137159"/>
                </a:moveTo>
                <a:lnTo>
                  <a:pt x="79247" y="0"/>
                </a:lnTo>
                <a:lnTo>
                  <a:pt x="79247" y="228599"/>
                </a:lnTo>
              </a:path>
              <a:path w="158750" h="228600">
                <a:moveTo>
                  <a:pt x="79247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829038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137159" y="0"/>
                </a:moveTo>
                <a:lnTo>
                  <a:pt x="137159" y="158495"/>
                </a:lnTo>
              </a:path>
              <a:path w="227965" h="158750">
                <a:moveTo>
                  <a:pt x="137159" y="0"/>
                </a:moveTo>
                <a:lnTo>
                  <a:pt x="0" y="79247"/>
                </a:lnTo>
                <a:lnTo>
                  <a:pt x="227837" y="79247"/>
                </a:lnTo>
              </a:path>
              <a:path w="227965" h="158750">
                <a:moveTo>
                  <a:pt x="0" y="79247"/>
                </a:moveTo>
                <a:lnTo>
                  <a:pt x="137159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221360" y="341757"/>
          <a:ext cx="9601199" cy="728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3407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59334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45°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0.06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1912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.875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R="2622550" algn="ctr">
                        <a:lnSpc>
                          <a:spcPct val="100000"/>
                        </a:lnSpc>
                        <a:spcBef>
                          <a:spcPts val="970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Ø.25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28369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.020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65">
                <a:tc rowSpan="4">
                  <a:txBody>
                    <a:bodyPr/>
                    <a:lstStyle/>
                    <a:p>
                      <a:pPr marL="928369">
                        <a:lnSpc>
                          <a:spcPts val="1315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.010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928369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X.XXX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.005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3930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Walton</a:t>
                      </a:r>
                      <a:r>
                        <a:rPr sz="15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School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Engineering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  <a:spcBef>
                          <a:spcPts val="17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DATE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114300">
                        <a:lnSpc>
                          <a:spcPts val="12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3/14/2024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marL="45720">
                        <a:lnSpc>
                          <a:spcPts val="1650"/>
                        </a:lnSpc>
                        <a:tabLst>
                          <a:tab pos="795020" algn="l"/>
                        </a:tabLst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Arbor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Press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SIZE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 marR="664845" indent="-6350">
                        <a:lnSpc>
                          <a:spcPts val="1070"/>
                        </a:lnSpc>
                        <a:spcBef>
                          <a:spcPts val="32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CLASS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IED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ts val="1019"/>
                        </a:lnSpc>
                        <a:spcBef>
                          <a:spcPts val="17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TITLE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7150">
                        <a:lnSpc>
                          <a:spcPts val="126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Table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Pin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Multiview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marR="139700" indent="-10160">
                        <a:lnSpc>
                          <a:spcPts val="1030"/>
                        </a:lnSpc>
                        <a:spcBef>
                          <a:spcPts val="30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PER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baseline="2777" dirty="0">
                          <a:latin typeface="Arial MT"/>
                          <a:cs typeface="Arial MT"/>
                        </a:rPr>
                        <a:t>SCALE</a:t>
                      </a:r>
                      <a:r>
                        <a:rPr sz="1500" spc="517" baseline="2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2:0.4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500" baseline="8333" dirty="0">
                          <a:latin typeface="Arial MT"/>
                          <a:cs typeface="Arial MT"/>
                        </a:rPr>
                        <a:t>AUTHOR</a:t>
                      </a:r>
                      <a:r>
                        <a:rPr sz="1500" spc="615" baseline="8333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Siddharth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Gupta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SHEET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1/1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4949189" y="21107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49189" y="119634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91439"/>
                </a:moveTo>
                <a:lnTo>
                  <a:pt x="79247" y="228599"/>
                </a:lnTo>
                <a:lnTo>
                  <a:pt x="79247" y="0"/>
                </a:lnTo>
              </a:path>
              <a:path w="158750" h="228600">
                <a:moveTo>
                  <a:pt x="79247" y="228599"/>
                </a:moveTo>
                <a:lnTo>
                  <a:pt x="0" y="9143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0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90677" y="0"/>
                </a:moveTo>
                <a:lnTo>
                  <a:pt x="90677" y="158495"/>
                </a:lnTo>
              </a:path>
              <a:path w="227965" h="158750">
                <a:moveTo>
                  <a:pt x="90677" y="0"/>
                </a:moveTo>
                <a:lnTo>
                  <a:pt x="227837" y="79247"/>
                </a:lnTo>
                <a:lnTo>
                  <a:pt x="0" y="79247"/>
                </a:lnTo>
              </a:path>
              <a:path w="227965" h="158750">
                <a:moveTo>
                  <a:pt x="227837" y="79247"/>
                </a:moveTo>
                <a:lnTo>
                  <a:pt x="90677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6453" y="6289547"/>
            <a:ext cx="327660" cy="326897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5567171" y="3663696"/>
            <a:ext cx="810895" cy="783590"/>
            <a:chOff x="5567171" y="3663696"/>
            <a:chExt cx="810895" cy="783590"/>
          </a:xfrm>
        </p:grpSpPr>
        <p:sp>
          <p:nvSpPr>
            <p:cNvPr id="37" name="object 37"/>
            <p:cNvSpPr/>
            <p:nvPr/>
          </p:nvSpPr>
          <p:spPr>
            <a:xfrm>
              <a:off x="5571743" y="3663696"/>
              <a:ext cx="806450" cy="783590"/>
            </a:xfrm>
            <a:custGeom>
              <a:avLst/>
              <a:gdLst/>
              <a:ahLst/>
              <a:cxnLst/>
              <a:rect l="l" t="t" r="r" b="b"/>
              <a:pathLst>
                <a:path w="806450" h="783589">
                  <a:moveTo>
                    <a:pt x="0" y="783335"/>
                  </a:moveTo>
                  <a:lnTo>
                    <a:pt x="0" y="0"/>
                  </a:lnTo>
                </a:path>
                <a:path w="806450" h="783589">
                  <a:moveTo>
                    <a:pt x="109727" y="91439"/>
                  </a:moveTo>
                  <a:lnTo>
                    <a:pt x="806195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71743" y="373684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71743" y="373684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6765797" y="3663696"/>
            <a:ext cx="810895" cy="646430"/>
            <a:chOff x="6765797" y="3663696"/>
            <a:chExt cx="810895" cy="646430"/>
          </a:xfrm>
        </p:grpSpPr>
        <p:sp>
          <p:nvSpPr>
            <p:cNvPr id="41" name="object 41"/>
            <p:cNvSpPr/>
            <p:nvPr/>
          </p:nvSpPr>
          <p:spPr>
            <a:xfrm>
              <a:off x="6765797" y="3663696"/>
              <a:ext cx="806450" cy="646430"/>
            </a:xfrm>
            <a:custGeom>
              <a:avLst/>
              <a:gdLst/>
              <a:ahLst/>
              <a:cxnLst/>
              <a:rect l="l" t="t" r="r" b="b"/>
              <a:pathLst>
                <a:path w="806450" h="646429">
                  <a:moveTo>
                    <a:pt x="806195" y="646175"/>
                  </a:moveTo>
                  <a:lnTo>
                    <a:pt x="806195" y="0"/>
                  </a:lnTo>
                </a:path>
                <a:path w="806450" h="646429">
                  <a:moveTo>
                    <a:pt x="696467" y="91439"/>
                  </a:moveTo>
                  <a:lnTo>
                    <a:pt x="0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462265" y="373684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62265" y="3736848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2702813" y="4608576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70">
                <a:moveTo>
                  <a:pt x="0" y="32765"/>
                </a:moveTo>
                <a:lnTo>
                  <a:pt x="64769" y="32765"/>
                </a:lnTo>
              </a:path>
              <a:path w="64769" h="64770">
                <a:moveTo>
                  <a:pt x="32765" y="64769"/>
                </a:moveTo>
                <a:lnTo>
                  <a:pt x="3276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477261" y="4641341"/>
            <a:ext cx="161925" cy="0"/>
          </a:xfrm>
          <a:custGeom>
            <a:avLst/>
            <a:gdLst/>
            <a:ahLst/>
            <a:cxnLst/>
            <a:rect l="l" t="t" r="r" b="b"/>
            <a:pathLst>
              <a:path w="161925">
                <a:moveTo>
                  <a:pt x="0" y="0"/>
                </a:moveTo>
                <a:lnTo>
                  <a:pt x="16154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831591" y="4641341"/>
            <a:ext cx="162560" cy="0"/>
          </a:xfrm>
          <a:custGeom>
            <a:avLst/>
            <a:gdLst/>
            <a:ahLst/>
            <a:cxnLst/>
            <a:rect l="l" t="t" r="r" b="b"/>
            <a:pathLst>
              <a:path w="162560">
                <a:moveTo>
                  <a:pt x="0" y="0"/>
                </a:moveTo>
                <a:lnTo>
                  <a:pt x="16230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735579" y="4737354"/>
            <a:ext cx="0" cy="162560"/>
          </a:xfrm>
          <a:custGeom>
            <a:avLst/>
            <a:gdLst/>
            <a:ahLst/>
            <a:cxnLst/>
            <a:rect l="l" t="t" r="r" b="b"/>
            <a:pathLst>
              <a:path h="162560">
                <a:moveTo>
                  <a:pt x="0" y="162305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735579" y="4383023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161543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2948939" y="4057650"/>
            <a:ext cx="554355" cy="394335"/>
            <a:chOff x="2948939" y="4057650"/>
            <a:chExt cx="554355" cy="394335"/>
          </a:xfrm>
        </p:grpSpPr>
        <p:sp>
          <p:nvSpPr>
            <p:cNvPr id="50" name="object 50"/>
            <p:cNvSpPr/>
            <p:nvPr/>
          </p:nvSpPr>
          <p:spPr>
            <a:xfrm>
              <a:off x="3031235" y="4062221"/>
              <a:ext cx="467359" cy="317500"/>
            </a:xfrm>
            <a:custGeom>
              <a:avLst/>
              <a:gdLst/>
              <a:ahLst/>
              <a:cxnLst/>
              <a:rect l="l" t="t" r="r" b="b"/>
              <a:pathLst>
                <a:path w="467360" h="317500">
                  <a:moveTo>
                    <a:pt x="467105" y="0"/>
                  </a:moveTo>
                  <a:lnTo>
                    <a:pt x="357377" y="0"/>
                  </a:lnTo>
                  <a:lnTo>
                    <a:pt x="0" y="31699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8939" y="4365497"/>
              <a:ext cx="94487" cy="86105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2925317" y="3154680"/>
            <a:ext cx="408940" cy="325120"/>
            <a:chOff x="2925317" y="3154680"/>
            <a:chExt cx="408940" cy="325120"/>
          </a:xfrm>
        </p:grpSpPr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5317" y="3154680"/>
              <a:ext cx="87629" cy="9296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999993" y="3235452"/>
              <a:ext cx="329565" cy="239395"/>
            </a:xfrm>
            <a:custGeom>
              <a:avLst/>
              <a:gdLst/>
              <a:ahLst/>
              <a:cxnLst/>
              <a:rect l="l" t="t" r="r" b="b"/>
              <a:pathLst>
                <a:path w="329564" h="239395">
                  <a:moveTo>
                    <a:pt x="0" y="0"/>
                  </a:moveTo>
                  <a:lnTo>
                    <a:pt x="219455" y="239267"/>
                  </a:lnTo>
                  <a:lnTo>
                    <a:pt x="329183" y="23926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4A2F8BC-7E0D-D8BF-A5EF-08C18EE13979}"/>
              </a:ext>
            </a:extLst>
          </p:cNvPr>
          <p:cNvSpPr txBox="1"/>
          <p:nvPr/>
        </p:nvSpPr>
        <p:spPr>
          <a:xfrm>
            <a:off x="4800602" y="6224308"/>
            <a:ext cx="5015574" cy="13927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7953" y="5404866"/>
            <a:ext cx="0" cy="572770"/>
          </a:xfrm>
          <a:custGeom>
            <a:avLst/>
            <a:gdLst/>
            <a:ahLst/>
            <a:cxnLst/>
            <a:rect l="l" t="t" r="r" b="b"/>
            <a:pathLst>
              <a:path h="572770">
                <a:moveTo>
                  <a:pt x="0" y="0"/>
                </a:moveTo>
                <a:lnTo>
                  <a:pt x="0" y="57226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17953" y="5569458"/>
            <a:ext cx="572770" cy="0"/>
          </a:xfrm>
          <a:custGeom>
            <a:avLst/>
            <a:gdLst/>
            <a:ahLst/>
            <a:cxnLst/>
            <a:rect l="l" t="t" r="r" b="b"/>
            <a:pathLst>
              <a:path w="572769">
                <a:moveTo>
                  <a:pt x="572261" y="0"/>
                </a:moveTo>
                <a:lnTo>
                  <a:pt x="500633" y="0"/>
                </a:lnTo>
              </a:path>
              <a:path w="572769">
                <a:moveTo>
                  <a:pt x="457961" y="0"/>
                </a:moveTo>
                <a:lnTo>
                  <a:pt x="371855" y="0"/>
                </a:lnTo>
              </a:path>
              <a:path w="572769">
                <a:moveTo>
                  <a:pt x="329183" y="0"/>
                </a:moveTo>
                <a:lnTo>
                  <a:pt x="243077" y="0"/>
                </a:lnTo>
              </a:path>
              <a:path w="572769">
                <a:moveTo>
                  <a:pt x="200405" y="0"/>
                </a:moveTo>
                <a:lnTo>
                  <a:pt x="114299" y="0"/>
                </a:lnTo>
              </a:path>
              <a:path w="572769">
                <a:moveTo>
                  <a:pt x="71627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908810" y="5395722"/>
            <a:ext cx="590550" cy="590550"/>
            <a:chOff x="1908810" y="5395722"/>
            <a:chExt cx="590550" cy="590550"/>
          </a:xfrm>
        </p:grpSpPr>
        <p:sp>
          <p:nvSpPr>
            <p:cNvPr id="5" name="object 5"/>
            <p:cNvSpPr/>
            <p:nvPr/>
          </p:nvSpPr>
          <p:spPr>
            <a:xfrm>
              <a:off x="1917954" y="5404866"/>
              <a:ext cx="572770" cy="572770"/>
            </a:xfrm>
            <a:custGeom>
              <a:avLst/>
              <a:gdLst/>
              <a:ahLst/>
              <a:cxnLst/>
              <a:rect l="l" t="t" r="r" b="b"/>
              <a:pathLst>
                <a:path w="572769" h="572770">
                  <a:moveTo>
                    <a:pt x="54863" y="517397"/>
                  </a:moveTo>
                  <a:lnTo>
                    <a:pt x="135635" y="517397"/>
                  </a:lnTo>
                </a:path>
                <a:path w="572769" h="572770">
                  <a:moveTo>
                    <a:pt x="179069" y="517397"/>
                  </a:moveTo>
                  <a:lnTo>
                    <a:pt x="264413" y="517397"/>
                  </a:lnTo>
                </a:path>
                <a:path w="572769" h="572770">
                  <a:moveTo>
                    <a:pt x="307847" y="517397"/>
                  </a:moveTo>
                  <a:lnTo>
                    <a:pt x="393191" y="517397"/>
                  </a:lnTo>
                </a:path>
                <a:path w="572769" h="572770">
                  <a:moveTo>
                    <a:pt x="436625" y="517397"/>
                  </a:moveTo>
                  <a:lnTo>
                    <a:pt x="517397" y="517397"/>
                  </a:lnTo>
                  <a:lnTo>
                    <a:pt x="572261" y="572261"/>
                  </a:lnTo>
                </a:path>
                <a:path w="572769" h="572770">
                  <a:moveTo>
                    <a:pt x="0" y="572261"/>
                  </a:moveTo>
                  <a:lnTo>
                    <a:pt x="54863" y="517397"/>
                  </a:lnTo>
                </a:path>
                <a:path w="572769" h="572770">
                  <a:moveTo>
                    <a:pt x="517397" y="517397"/>
                  </a:moveTo>
                  <a:lnTo>
                    <a:pt x="517397" y="436625"/>
                  </a:lnTo>
                </a:path>
                <a:path w="572769" h="572770">
                  <a:moveTo>
                    <a:pt x="517397" y="393191"/>
                  </a:moveTo>
                  <a:lnTo>
                    <a:pt x="517397" y="307847"/>
                  </a:lnTo>
                </a:path>
                <a:path w="572769" h="572770">
                  <a:moveTo>
                    <a:pt x="517397" y="264413"/>
                  </a:moveTo>
                  <a:lnTo>
                    <a:pt x="517397" y="179069"/>
                  </a:lnTo>
                </a:path>
                <a:path w="572769" h="572770">
                  <a:moveTo>
                    <a:pt x="517397" y="135635"/>
                  </a:moveTo>
                  <a:lnTo>
                    <a:pt x="517397" y="54863"/>
                  </a:lnTo>
                  <a:lnTo>
                    <a:pt x="572261" y="0"/>
                  </a:lnTo>
                </a:path>
                <a:path w="572769" h="572770">
                  <a:moveTo>
                    <a:pt x="517397" y="54863"/>
                  </a:moveTo>
                  <a:lnTo>
                    <a:pt x="436625" y="54863"/>
                  </a:lnTo>
                </a:path>
                <a:path w="572769" h="572770">
                  <a:moveTo>
                    <a:pt x="393191" y="54863"/>
                  </a:moveTo>
                  <a:lnTo>
                    <a:pt x="307847" y="54863"/>
                  </a:lnTo>
                </a:path>
                <a:path w="572769" h="572770">
                  <a:moveTo>
                    <a:pt x="264413" y="54863"/>
                  </a:moveTo>
                  <a:lnTo>
                    <a:pt x="179069" y="54863"/>
                  </a:lnTo>
                </a:path>
                <a:path w="572769" h="572770">
                  <a:moveTo>
                    <a:pt x="135635" y="54863"/>
                  </a:moveTo>
                  <a:lnTo>
                    <a:pt x="54863" y="54863"/>
                  </a:lnTo>
                  <a:lnTo>
                    <a:pt x="0" y="0"/>
                  </a:lnTo>
                </a:path>
                <a:path w="572769" h="572770">
                  <a:moveTo>
                    <a:pt x="54863" y="54863"/>
                  </a:moveTo>
                  <a:lnTo>
                    <a:pt x="54863" y="135635"/>
                  </a:lnTo>
                </a:path>
                <a:path w="572769" h="572770">
                  <a:moveTo>
                    <a:pt x="54863" y="179069"/>
                  </a:moveTo>
                  <a:lnTo>
                    <a:pt x="54863" y="264413"/>
                  </a:lnTo>
                </a:path>
                <a:path w="572769" h="572770">
                  <a:moveTo>
                    <a:pt x="54863" y="307847"/>
                  </a:moveTo>
                  <a:lnTo>
                    <a:pt x="54863" y="393191"/>
                  </a:lnTo>
                </a:path>
                <a:path w="572769" h="572770">
                  <a:moveTo>
                    <a:pt x="54863" y="436625"/>
                  </a:moveTo>
                  <a:lnTo>
                    <a:pt x="54863" y="51739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17954" y="5977128"/>
              <a:ext cx="572770" cy="0"/>
            </a:xfrm>
            <a:custGeom>
              <a:avLst/>
              <a:gdLst/>
              <a:ahLst/>
              <a:cxnLst/>
              <a:rect l="l" t="t" r="r" b="b"/>
              <a:pathLst>
                <a:path w="572769">
                  <a:moveTo>
                    <a:pt x="0" y="0"/>
                  </a:moveTo>
                  <a:lnTo>
                    <a:pt x="572261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1022" y="5567172"/>
              <a:ext cx="247649" cy="24764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17954" y="5404866"/>
              <a:ext cx="572770" cy="572770"/>
            </a:xfrm>
            <a:custGeom>
              <a:avLst/>
              <a:gdLst/>
              <a:ahLst/>
              <a:cxnLst/>
              <a:rect l="l" t="t" r="r" b="b"/>
              <a:pathLst>
                <a:path w="572769" h="572770">
                  <a:moveTo>
                    <a:pt x="572261" y="572261"/>
                  </a:moveTo>
                  <a:lnTo>
                    <a:pt x="572261" y="0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908810" y="632460"/>
            <a:ext cx="590550" cy="4018915"/>
            <a:chOff x="1908810" y="632460"/>
            <a:chExt cx="590550" cy="4018915"/>
          </a:xfrm>
        </p:grpSpPr>
        <p:sp>
          <p:nvSpPr>
            <p:cNvPr id="10" name="object 10"/>
            <p:cNvSpPr/>
            <p:nvPr/>
          </p:nvSpPr>
          <p:spPr>
            <a:xfrm>
              <a:off x="1917954" y="641604"/>
              <a:ext cx="572770" cy="4000500"/>
            </a:xfrm>
            <a:custGeom>
              <a:avLst/>
              <a:gdLst/>
              <a:ahLst/>
              <a:cxnLst/>
              <a:rect l="l" t="t" r="r" b="b"/>
              <a:pathLst>
                <a:path w="572769" h="4000500">
                  <a:moveTo>
                    <a:pt x="0" y="520445"/>
                  </a:moveTo>
                  <a:lnTo>
                    <a:pt x="0" y="580643"/>
                  </a:lnTo>
                  <a:lnTo>
                    <a:pt x="572261" y="580643"/>
                  </a:lnTo>
                  <a:lnTo>
                    <a:pt x="572261" y="639317"/>
                  </a:lnTo>
                  <a:lnTo>
                    <a:pt x="0" y="639317"/>
                  </a:lnTo>
                  <a:lnTo>
                    <a:pt x="0" y="580643"/>
                  </a:lnTo>
                </a:path>
                <a:path w="572769" h="4000500">
                  <a:moveTo>
                    <a:pt x="0" y="520445"/>
                  </a:moveTo>
                  <a:lnTo>
                    <a:pt x="572261" y="520445"/>
                  </a:lnTo>
                  <a:lnTo>
                    <a:pt x="572261" y="580643"/>
                  </a:lnTo>
                </a:path>
                <a:path w="572769" h="4000500">
                  <a:moveTo>
                    <a:pt x="572261" y="639317"/>
                  </a:moveTo>
                  <a:lnTo>
                    <a:pt x="572261" y="699515"/>
                  </a:lnTo>
                  <a:lnTo>
                    <a:pt x="0" y="699515"/>
                  </a:lnTo>
                  <a:lnTo>
                    <a:pt x="0" y="639317"/>
                  </a:lnTo>
                </a:path>
                <a:path w="572769" h="4000500">
                  <a:moveTo>
                    <a:pt x="0" y="758189"/>
                  </a:moveTo>
                  <a:lnTo>
                    <a:pt x="0" y="818387"/>
                  </a:lnTo>
                  <a:lnTo>
                    <a:pt x="572261" y="818387"/>
                  </a:lnTo>
                  <a:lnTo>
                    <a:pt x="572261" y="877061"/>
                  </a:lnTo>
                  <a:lnTo>
                    <a:pt x="0" y="877061"/>
                  </a:lnTo>
                  <a:lnTo>
                    <a:pt x="0" y="818387"/>
                  </a:lnTo>
                </a:path>
                <a:path w="572769" h="4000500">
                  <a:moveTo>
                    <a:pt x="0" y="758189"/>
                  </a:moveTo>
                  <a:lnTo>
                    <a:pt x="572261" y="758189"/>
                  </a:lnTo>
                  <a:lnTo>
                    <a:pt x="572261" y="818387"/>
                  </a:lnTo>
                </a:path>
                <a:path w="572769" h="4000500">
                  <a:moveTo>
                    <a:pt x="572261" y="877061"/>
                  </a:moveTo>
                  <a:lnTo>
                    <a:pt x="572261" y="937259"/>
                  </a:lnTo>
                  <a:lnTo>
                    <a:pt x="0" y="937259"/>
                  </a:lnTo>
                  <a:lnTo>
                    <a:pt x="0" y="877061"/>
                  </a:lnTo>
                </a:path>
                <a:path w="572769" h="4000500">
                  <a:moveTo>
                    <a:pt x="0" y="995933"/>
                  </a:moveTo>
                  <a:lnTo>
                    <a:pt x="0" y="1056131"/>
                  </a:lnTo>
                  <a:lnTo>
                    <a:pt x="572261" y="1056131"/>
                  </a:lnTo>
                  <a:lnTo>
                    <a:pt x="572261" y="1114805"/>
                  </a:lnTo>
                  <a:lnTo>
                    <a:pt x="0" y="1114805"/>
                  </a:lnTo>
                  <a:lnTo>
                    <a:pt x="0" y="1056131"/>
                  </a:lnTo>
                </a:path>
                <a:path w="572769" h="4000500">
                  <a:moveTo>
                    <a:pt x="0" y="995933"/>
                  </a:moveTo>
                  <a:lnTo>
                    <a:pt x="572261" y="995933"/>
                  </a:lnTo>
                  <a:lnTo>
                    <a:pt x="572261" y="1056131"/>
                  </a:lnTo>
                </a:path>
                <a:path w="572769" h="4000500">
                  <a:moveTo>
                    <a:pt x="572261" y="1114805"/>
                  </a:moveTo>
                  <a:lnTo>
                    <a:pt x="572261" y="1175003"/>
                  </a:lnTo>
                  <a:lnTo>
                    <a:pt x="0" y="1175003"/>
                  </a:lnTo>
                  <a:lnTo>
                    <a:pt x="0" y="1114805"/>
                  </a:lnTo>
                </a:path>
                <a:path w="572769" h="4000500">
                  <a:moveTo>
                    <a:pt x="0" y="1233677"/>
                  </a:moveTo>
                  <a:lnTo>
                    <a:pt x="0" y="1293875"/>
                  </a:lnTo>
                  <a:lnTo>
                    <a:pt x="572261" y="1293875"/>
                  </a:lnTo>
                  <a:lnTo>
                    <a:pt x="572261" y="1352549"/>
                  </a:lnTo>
                  <a:lnTo>
                    <a:pt x="0" y="1352549"/>
                  </a:lnTo>
                  <a:lnTo>
                    <a:pt x="0" y="1293875"/>
                  </a:lnTo>
                </a:path>
                <a:path w="572769" h="4000500">
                  <a:moveTo>
                    <a:pt x="0" y="1233677"/>
                  </a:moveTo>
                  <a:lnTo>
                    <a:pt x="572261" y="1233677"/>
                  </a:lnTo>
                  <a:lnTo>
                    <a:pt x="572261" y="1293875"/>
                  </a:lnTo>
                </a:path>
                <a:path w="572769" h="4000500">
                  <a:moveTo>
                    <a:pt x="572261" y="1352549"/>
                  </a:moveTo>
                  <a:lnTo>
                    <a:pt x="572261" y="1412747"/>
                  </a:lnTo>
                  <a:lnTo>
                    <a:pt x="0" y="1412747"/>
                  </a:lnTo>
                  <a:lnTo>
                    <a:pt x="0" y="1352549"/>
                  </a:lnTo>
                </a:path>
                <a:path w="572769" h="4000500">
                  <a:moveTo>
                    <a:pt x="0" y="1471421"/>
                  </a:moveTo>
                  <a:lnTo>
                    <a:pt x="0" y="1531619"/>
                  </a:lnTo>
                  <a:lnTo>
                    <a:pt x="572261" y="1531619"/>
                  </a:lnTo>
                  <a:lnTo>
                    <a:pt x="572261" y="1590293"/>
                  </a:lnTo>
                  <a:lnTo>
                    <a:pt x="0" y="1590293"/>
                  </a:lnTo>
                  <a:lnTo>
                    <a:pt x="0" y="1531619"/>
                  </a:lnTo>
                </a:path>
                <a:path w="572769" h="4000500">
                  <a:moveTo>
                    <a:pt x="0" y="1471421"/>
                  </a:moveTo>
                  <a:lnTo>
                    <a:pt x="572261" y="1471421"/>
                  </a:lnTo>
                  <a:lnTo>
                    <a:pt x="572261" y="1531619"/>
                  </a:lnTo>
                </a:path>
                <a:path w="572769" h="4000500">
                  <a:moveTo>
                    <a:pt x="572261" y="1590293"/>
                  </a:moveTo>
                  <a:lnTo>
                    <a:pt x="572261" y="1650491"/>
                  </a:lnTo>
                  <a:lnTo>
                    <a:pt x="0" y="1650491"/>
                  </a:lnTo>
                  <a:lnTo>
                    <a:pt x="0" y="1590293"/>
                  </a:lnTo>
                </a:path>
                <a:path w="572769" h="4000500">
                  <a:moveTo>
                    <a:pt x="0" y="1709165"/>
                  </a:moveTo>
                  <a:lnTo>
                    <a:pt x="0" y="1769363"/>
                  </a:lnTo>
                  <a:lnTo>
                    <a:pt x="572261" y="1769363"/>
                  </a:lnTo>
                  <a:lnTo>
                    <a:pt x="572261" y="1828037"/>
                  </a:lnTo>
                  <a:lnTo>
                    <a:pt x="0" y="1828037"/>
                  </a:lnTo>
                  <a:lnTo>
                    <a:pt x="0" y="1769363"/>
                  </a:lnTo>
                </a:path>
                <a:path w="572769" h="4000500">
                  <a:moveTo>
                    <a:pt x="0" y="1709165"/>
                  </a:moveTo>
                  <a:lnTo>
                    <a:pt x="572261" y="1709165"/>
                  </a:lnTo>
                  <a:lnTo>
                    <a:pt x="572261" y="1769363"/>
                  </a:lnTo>
                </a:path>
                <a:path w="572769" h="4000500">
                  <a:moveTo>
                    <a:pt x="572261" y="1828037"/>
                  </a:moveTo>
                  <a:lnTo>
                    <a:pt x="572261" y="1888235"/>
                  </a:lnTo>
                  <a:lnTo>
                    <a:pt x="0" y="1888235"/>
                  </a:lnTo>
                  <a:lnTo>
                    <a:pt x="0" y="1828037"/>
                  </a:lnTo>
                </a:path>
                <a:path w="572769" h="4000500">
                  <a:moveTo>
                    <a:pt x="0" y="1946909"/>
                  </a:moveTo>
                  <a:lnTo>
                    <a:pt x="0" y="2007107"/>
                  </a:lnTo>
                  <a:lnTo>
                    <a:pt x="572261" y="2007107"/>
                  </a:lnTo>
                  <a:lnTo>
                    <a:pt x="572261" y="2065781"/>
                  </a:lnTo>
                  <a:lnTo>
                    <a:pt x="0" y="2065781"/>
                  </a:lnTo>
                  <a:lnTo>
                    <a:pt x="0" y="2007107"/>
                  </a:lnTo>
                </a:path>
                <a:path w="572769" h="4000500">
                  <a:moveTo>
                    <a:pt x="0" y="1946909"/>
                  </a:moveTo>
                  <a:lnTo>
                    <a:pt x="572261" y="1946909"/>
                  </a:lnTo>
                  <a:lnTo>
                    <a:pt x="572261" y="2007107"/>
                  </a:lnTo>
                </a:path>
                <a:path w="572769" h="4000500">
                  <a:moveTo>
                    <a:pt x="572261" y="2065781"/>
                  </a:moveTo>
                  <a:lnTo>
                    <a:pt x="572261" y="2125979"/>
                  </a:lnTo>
                  <a:lnTo>
                    <a:pt x="0" y="2125979"/>
                  </a:lnTo>
                  <a:lnTo>
                    <a:pt x="0" y="2065781"/>
                  </a:lnTo>
                </a:path>
                <a:path w="572769" h="4000500">
                  <a:moveTo>
                    <a:pt x="0" y="2184653"/>
                  </a:moveTo>
                  <a:lnTo>
                    <a:pt x="0" y="2244851"/>
                  </a:lnTo>
                  <a:lnTo>
                    <a:pt x="572261" y="2244851"/>
                  </a:lnTo>
                  <a:lnTo>
                    <a:pt x="572261" y="2303525"/>
                  </a:lnTo>
                  <a:lnTo>
                    <a:pt x="0" y="2303525"/>
                  </a:lnTo>
                  <a:lnTo>
                    <a:pt x="0" y="2244851"/>
                  </a:lnTo>
                </a:path>
                <a:path w="572769" h="4000500">
                  <a:moveTo>
                    <a:pt x="0" y="2184653"/>
                  </a:moveTo>
                  <a:lnTo>
                    <a:pt x="572261" y="2184653"/>
                  </a:lnTo>
                  <a:lnTo>
                    <a:pt x="572261" y="2244851"/>
                  </a:lnTo>
                </a:path>
                <a:path w="572769" h="4000500">
                  <a:moveTo>
                    <a:pt x="572261" y="2303525"/>
                  </a:moveTo>
                  <a:lnTo>
                    <a:pt x="572261" y="2363723"/>
                  </a:lnTo>
                  <a:lnTo>
                    <a:pt x="0" y="2363723"/>
                  </a:lnTo>
                  <a:lnTo>
                    <a:pt x="0" y="2303525"/>
                  </a:lnTo>
                </a:path>
                <a:path w="572769" h="4000500">
                  <a:moveTo>
                    <a:pt x="0" y="2422397"/>
                  </a:moveTo>
                  <a:lnTo>
                    <a:pt x="0" y="2482595"/>
                  </a:lnTo>
                  <a:lnTo>
                    <a:pt x="572261" y="2482595"/>
                  </a:lnTo>
                  <a:lnTo>
                    <a:pt x="572261" y="2541269"/>
                  </a:lnTo>
                  <a:lnTo>
                    <a:pt x="0" y="2541269"/>
                  </a:lnTo>
                  <a:lnTo>
                    <a:pt x="0" y="2482595"/>
                  </a:lnTo>
                </a:path>
                <a:path w="572769" h="4000500">
                  <a:moveTo>
                    <a:pt x="0" y="2422397"/>
                  </a:moveTo>
                  <a:lnTo>
                    <a:pt x="572261" y="2422397"/>
                  </a:lnTo>
                  <a:lnTo>
                    <a:pt x="572261" y="2482595"/>
                  </a:lnTo>
                </a:path>
                <a:path w="572769" h="4000500">
                  <a:moveTo>
                    <a:pt x="572261" y="2541269"/>
                  </a:moveTo>
                  <a:lnTo>
                    <a:pt x="572261" y="2601467"/>
                  </a:lnTo>
                  <a:lnTo>
                    <a:pt x="0" y="2601467"/>
                  </a:lnTo>
                  <a:lnTo>
                    <a:pt x="0" y="2541269"/>
                  </a:lnTo>
                </a:path>
                <a:path w="572769" h="4000500">
                  <a:moveTo>
                    <a:pt x="0" y="2660141"/>
                  </a:moveTo>
                  <a:lnTo>
                    <a:pt x="0" y="2720339"/>
                  </a:lnTo>
                  <a:lnTo>
                    <a:pt x="572261" y="2720339"/>
                  </a:lnTo>
                  <a:lnTo>
                    <a:pt x="572261" y="2779013"/>
                  </a:lnTo>
                  <a:lnTo>
                    <a:pt x="0" y="2779013"/>
                  </a:lnTo>
                  <a:lnTo>
                    <a:pt x="0" y="2720339"/>
                  </a:lnTo>
                </a:path>
                <a:path w="572769" h="4000500">
                  <a:moveTo>
                    <a:pt x="0" y="2660141"/>
                  </a:moveTo>
                  <a:lnTo>
                    <a:pt x="572261" y="2660141"/>
                  </a:lnTo>
                  <a:lnTo>
                    <a:pt x="572261" y="2720339"/>
                  </a:lnTo>
                </a:path>
                <a:path w="572769" h="4000500">
                  <a:moveTo>
                    <a:pt x="572261" y="2779013"/>
                  </a:moveTo>
                  <a:lnTo>
                    <a:pt x="572261" y="2839211"/>
                  </a:lnTo>
                  <a:lnTo>
                    <a:pt x="0" y="2839211"/>
                  </a:lnTo>
                  <a:lnTo>
                    <a:pt x="0" y="2779013"/>
                  </a:lnTo>
                </a:path>
                <a:path w="572769" h="4000500">
                  <a:moveTo>
                    <a:pt x="0" y="2897885"/>
                  </a:moveTo>
                  <a:lnTo>
                    <a:pt x="0" y="2958083"/>
                  </a:lnTo>
                  <a:lnTo>
                    <a:pt x="572261" y="2958083"/>
                  </a:lnTo>
                  <a:lnTo>
                    <a:pt x="572261" y="3016757"/>
                  </a:lnTo>
                  <a:lnTo>
                    <a:pt x="0" y="3016757"/>
                  </a:lnTo>
                  <a:lnTo>
                    <a:pt x="0" y="2958083"/>
                  </a:lnTo>
                </a:path>
                <a:path w="572769" h="4000500">
                  <a:moveTo>
                    <a:pt x="0" y="2897885"/>
                  </a:moveTo>
                  <a:lnTo>
                    <a:pt x="572261" y="2897885"/>
                  </a:lnTo>
                  <a:lnTo>
                    <a:pt x="572261" y="2958083"/>
                  </a:lnTo>
                </a:path>
                <a:path w="572769" h="4000500">
                  <a:moveTo>
                    <a:pt x="572261" y="3016757"/>
                  </a:moveTo>
                  <a:lnTo>
                    <a:pt x="572261" y="3076955"/>
                  </a:lnTo>
                  <a:lnTo>
                    <a:pt x="0" y="3076955"/>
                  </a:lnTo>
                  <a:lnTo>
                    <a:pt x="0" y="3016757"/>
                  </a:lnTo>
                </a:path>
                <a:path w="572769" h="4000500">
                  <a:moveTo>
                    <a:pt x="0" y="54863"/>
                  </a:moveTo>
                  <a:lnTo>
                    <a:pt x="0" y="520445"/>
                  </a:lnTo>
                </a:path>
                <a:path w="572769" h="4000500">
                  <a:moveTo>
                    <a:pt x="0" y="3076955"/>
                  </a:moveTo>
                  <a:lnTo>
                    <a:pt x="0" y="3135629"/>
                  </a:lnTo>
                  <a:lnTo>
                    <a:pt x="0" y="3195827"/>
                  </a:lnTo>
                  <a:lnTo>
                    <a:pt x="0" y="3254501"/>
                  </a:lnTo>
                  <a:lnTo>
                    <a:pt x="0" y="3314699"/>
                  </a:lnTo>
                  <a:lnTo>
                    <a:pt x="0" y="4000499"/>
                  </a:lnTo>
                </a:path>
                <a:path w="572769" h="4000500">
                  <a:moveTo>
                    <a:pt x="0" y="2839211"/>
                  </a:moveTo>
                  <a:lnTo>
                    <a:pt x="0" y="2897885"/>
                  </a:lnTo>
                </a:path>
                <a:path w="572769" h="4000500">
                  <a:moveTo>
                    <a:pt x="0" y="2601467"/>
                  </a:moveTo>
                  <a:lnTo>
                    <a:pt x="0" y="2660141"/>
                  </a:lnTo>
                </a:path>
                <a:path w="572769" h="4000500">
                  <a:moveTo>
                    <a:pt x="0" y="2363723"/>
                  </a:moveTo>
                  <a:lnTo>
                    <a:pt x="0" y="2422397"/>
                  </a:lnTo>
                </a:path>
                <a:path w="572769" h="4000500">
                  <a:moveTo>
                    <a:pt x="0" y="2125979"/>
                  </a:moveTo>
                  <a:lnTo>
                    <a:pt x="0" y="2184653"/>
                  </a:lnTo>
                </a:path>
                <a:path w="572769" h="4000500">
                  <a:moveTo>
                    <a:pt x="0" y="1888235"/>
                  </a:moveTo>
                  <a:lnTo>
                    <a:pt x="0" y="1946909"/>
                  </a:lnTo>
                </a:path>
                <a:path w="572769" h="4000500">
                  <a:moveTo>
                    <a:pt x="0" y="1650491"/>
                  </a:moveTo>
                  <a:lnTo>
                    <a:pt x="0" y="1709165"/>
                  </a:lnTo>
                </a:path>
                <a:path w="572769" h="4000500">
                  <a:moveTo>
                    <a:pt x="0" y="1412747"/>
                  </a:moveTo>
                  <a:lnTo>
                    <a:pt x="0" y="1471421"/>
                  </a:lnTo>
                </a:path>
                <a:path w="572769" h="4000500">
                  <a:moveTo>
                    <a:pt x="0" y="1175003"/>
                  </a:moveTo>
                  <a:lnTo>
                    <a:pt x="0" y="1233677"/>
                  </a:lnTo>
                </a:path>
                <a:path w="572769" h="4000500">
                  <a:moveTo>
                    <a:pt x="0" y="937259"/>
                  </a:moveTo>
                  <a:lnTo>
                    <a:pt x="0" y="995933"/>
                  </a:lnTo>
                </a:path>
                <a:path w="572769" h="4000500">
                  <a:moveTo>
                    <a:pt x="0" y="699515"/>
                  </a:moveTo>
                  <a:lnTo>
                    <a:pt x="0" y="758189"/>
                  </a:lnTo>
                </a:path>
                <a:path w="572769" h="4000500">
                  <a:moveTo>
                    <a:pt x="0" y="54863"/>
                  </a:moveTo>
                  <a:lnTo>
                    <a:pt x="572261" y="54863"/>
                  </a:lnTo>
                  <a:lnTo>
                    <a:pt x="572261" y="520445"/>
                  </a:lnTo>
                </a:path>
                <a:path w="572769" h="4000500">
                  <a:moveTo>
                    <a:pt x="0" y="3135629"/>
                  </a:moveTo>
                  <a:lnTo>
                    <a:pt x="572261" y="3135629"/>
                  </a:lnTo>
                  <a:lnTo>
                    <a:pt x="572261" y="3076955"/>
                  </a:lnTo>
                </a:path>
                <a:path w="572769" h="4000500">
                  <a:moveTo>
                    <a:pt x="572261" y="2839211"/>
                  </a:moveTo>
                  <a:lnTo>
                    <a:pt x="572261" y="2897885"/>
                  </a:lnTo>
                </a:path>
                <a:path w="572769" h="4000500">
                  <a:moveTo>
                    <a:pt x="572261" y="2601467"/>
                  </a:moveTo>
                  <a:lnTo>
                    <a:pt x="572261" y="2660141"/>
                  </a:lnTo>
                </a:path>
                <a:path w="572769" h="4000500">
                  <a:moveTo>
                    <a:pt x="572261" y="2363723"/>
                  </a:moveTo>
                  <a:lnTo>
                    <a:pt x="572261" y="2422397"/>
                  </a:lnTo>
                </a:path>
                <a:path w="572769" h="4000500">
                  <a:moveTo>
                    <a:pt x="572261" y="2125979"/>
                  </a:moveTo>
                  <a:lnTo>
                    <a:pt x="572261" y="2184653"/>
                  </a:lnTo>
                </a:path>
                <a:path w="572769" h="4000500">
                  <a:moveTo>
                    <a:pt x="572261" y="1888235"/>
                  </a:moveTo>
                  <a:lnTo>
                    <a:pt x="572261" y="1946909"/>
                  </a:lnTo>
                </a:path>
                <a:path w="572769" h="4000500">
                  <a:moveTo>
                    <a:pt x="572261" y="1650491"/>
                  </a:moveTo>
                  <a:lnTo>
                    <a:pt x="572261" y="1709165"/>
                  </a:lnTo>
                </a:path>
                <a:path w="572769" h="4000500">
                  <a:moveTo>
                    <a:pt x="572261" y="1412747"/>
                  </a:moveTo>
                  <a:lnTo>
                    <a:pt x="572261" y="1471421"/>
                  </a:lnTo>
                </a:path>
                <a:path w="572769" h="4000500">
                  <a:moveTo>
                    <a:pt x="572261" y="1175003"/>
                  </a:moveTo>
                  <a:lnTo>
                    <a:pt x="572261" y="1233677"/>
                  </a:lnTo>
                </a:path>
                <a:path w="572769" h="4000500">
                  <a:moveTo>
                    <a:pt x="572261" y="937259"/>
                  </a:moveTo>
                  <a:lnTo>
                    <a:pt x="572261" y="995933"/>
                  </a:lnTo>
                </a:path>
                <a:path w="572769" h="4000500">
                  <a:moveTo>
                    <a:pt x="0" y="3195827"/>
                  </a:moveTo>
                  <a:lnTo>
                    <a:pt x="572261" y="3195827"/>
                  </a:lnTo>
                  <a:lnTo>
                    <a:pt x="572261" y="3254501"/>
                  </a:lnTo>
                  <a:lnTo>
                    <a:pt x="0" y="3254501"/>
                  </a:lnTo>
                </a:path>
                <a:path w="572769" h="4000500">
                  <a:moveTo>
                    <a:pt x="572261" y="3135629"/>
                  </a:moveTo>
                  <a:lnTo>
                    <a:pt x="572261" y="3195827"/>
                  </a:lnTo>
                </a:path>
                <a:path w="572769" h="4000500">
                  <a:moveTo>
                    <a:pt x="572261" y="3254501"/>
                  </a:moveTo>
                  <a:lnTo>
                    <a:pt x="572261" y="3314699"/>
                  </a:lnTo>
                  <a:lnTo>
                    <a:pt x="0" y="3314699"/>
                  </a:lnTo>
                </a:path>
                <a:path w="572769" h="4000500">
                  <a:moveTo>
                    <a:pt x="572261" y="699515"/>
                  </a:moveTo>
                  <a:lnTo>
                    <a:pt x="572261" y="758189"/>
                  </a:lnTo>
                </a:path>
                <a:path w="572769" h="4000500">
                  <a:moveTo>
                    <a:pt x="0" y="54863"/>
                  </a:moveTo>
                  <a:lnTo>
                    <a:pt x="54863" y="0"/>
                  </a:lnTo>
                  <a:lnTo>
                    <a:pt x="517397" y="0"/>
                  </a:lnTo>
                  <a:lnTo>
                    <a:pt x="572261" y="5486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89404" y="4070604"/>
              <a:ext cx="229870" cy="0"/>
            </a:xfrm>
            <a:custGeom>
              <a:avLst/>
              <a:gdLst/>
              <a:ahLst/>
              <a:cxnLst/>
              <a:rect l="l" t="t" r="r" b="b"/>
              <a:pathLst>
                <a:path w="229869">
                  <a:moveTo>
                    <a:pt x="229361" y="0"/>
                  </a:moveTo>
                  <a:lnTo>
                    <a:pt x="229361" y="0"/>
                  </a:lnTo>
                  <a:lnTo>
                    <a:pt x="150113" y="0"/>
                  </a:lnTo>
                  <a:lnTo>
                    <a:pt x="136397" y="0"/>
                  </a:lnTo>
                </a:path>
                <a:path w="229869">
                  <a:moveTo>
                    <a:pt x="92963" y="0"/>
                  </a:moveTo>
                  <a:lnTo>
                    <a:pt x="92963" y="0"/>
                  </a:lnTo>
                  <a:lnTo>
                    <a:pt x="1523" y="0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7954" y="3956304"/>
              <a:ext cx="572770" cy="685800"/>
            </a:xfrm>
            <a:custGeom>
              <a:avLst/>
              <a:gdLst/>
              <a:ahLst/>
              <a:cxnLst/>
              <a:rect l="l" t="t" r="r" b="b"/>
              <a:pathLst>
                <a:path w="572769" h="685800">
                  <a:moveTo>
                    <a:pt x="572261" y="0"/>
                  </a:moveTo>
                  <a:lnTo>
                    <a:pt x="572261" y="685799"/>
                  </a:lnTo>
                  <a:lnTo>
                    <a:pt x="0" y="68579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89404" y="4002024"/>
              <a:ext cx="229870" cy="640080"/>
            </a:xfrm>
            <a:custGeom>
              <a:avLst/>
              <a:gdLst/>
              <a:ahLst/>
              <a:cxnLst/>
              <a:rect l="l" t="t" r="r" b="b"/>
              <a:pathLst>
                <a:path w="229869" h="640079">
                  <a:moveTo>
                    <a:pt x="115061" y="0"/>
                  </a:moveTo>
                  <a:lnTo>
                    <a:pt x="153161" y="22859"/>
                  </a:lnTo>
                </a:path>
                <a:path w="229869" h="640079">
                  <a:moveTo>
                    <a:pt x="190499" y="44957"/>
                  </a:moveTo>
                  <a:lnTo>
                    <a:pt x="229361" y="68579"/>
                  </a:lnTo>
                </a:path>
                <a:path w="229869" h="640079">
                  <a:moveTo>
                    <a:pt x="115061" y="0"/>
                  </a:moveTo>
                  <a:lnTo>
                    <a:pt x="76199" y="22859"/>
                  </a:lnTo>
                </a:path>
                <a:path w="229869" h="640079">
                  <a:moveTo>
                    <a:pt x="38861" y="44957"/>
                  </a:moveTo>
                  <a:lnTo>
                    <a:pt x="0" y="68579"/>
                  </a:lnTo>
                </a:path>
                <a:path w="229869" h="640079">
                  <a:moveTo>
                    <a:pt x="229361" y="68579"/>
                  </a:moveTo>
                  <a:lnTo>
                    <a:pt x="229361" y="140207"/>
                  </a:lnTo>
                </a:path>
                <a:path w="229869" h="640079">
                  <a:moveTo>
                    <a:pt x="229361" y="182879"/>
                  </a:moveTo>
                  <a:lnTo>
                    <a:pt x="229361" y="268223"/>
                  </a:lnTo>
                </a:path>
                <a:path w="229869" h="640079">
                  <a:moveTo>
                    <a:pt x="229361" y="311657"/>
                  </a:moveTo>
                  <a:lnTo>
                    <a:pt x="229361" y="397001"/>
                  </a:lnTo>
                </a:path>
                <a:path w="229869" h="640079">
                  <a:moveTo>
                    <a:pt x="229361" y="439673"/>
                  </a:moveTo>
                  <a:lnTo>
                    <a:pt x="229361" y="525779"/>
                  </a:lnTo>
                </a:path>
                <a:path w="229869" h="640079">
                  <a:moveTo>
                    <a:pt x="229361" y="568451"/>
                  </a:moveTo>
                  <a:lnTo>
                    <a:pt x="229361" y="640079"/>
                  </a:lnTo>
                </a:path>
                <a:path w="229869" h="640079">
                  <a:moveTo>
                    <a:pt x="0" y="68579"/>
                  </a:moveTo>
                  <a:lnTo>
                    <a:pt x="0" y="140207"/>
                  </a:lnTo>
                </a:path>
                <a:path w="229869" h="640079">
                  <a:moveTo>
                    <a:pt x="0" y="182879"/>
                  </a:moveTo>
                  <a:lnTo>
                    <a:pt x="0" y="268223"/>
                  </a:lnTo>
                </a:path>
                <a:path w="229869" h="640079">
                  <a:moveTo>
                    <a:pt x="0" y="311657"/>
                  </a:moveTo>
                  <a:lnTo>
                    <a:pt x="0" y="397001"/>
                  </a:lnTo>
                </a:path>
                <a:path w="229869" h="640079">
                  <a:moveTo>
                    <a:pt x="0" y="439673"/>
                  </a:moveTo>
                  <a:lnTo>
                    <a:pt x="0" y="525779"/>
                  </a:lnTo>
                </a:path>
                <a:path w="229869" h="640079">
                  <a:moveTo>
                    <a:pt x="0" y="568451"/>
                  </a:moveTo>
                  <a:lnTo>
                    <a:pt x="0" y="64007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708397" y="1441704"/>
            <a:ext cx="3213100" cy="2326005"/>
            <a:chOff x="4708397" y="1441704"/>
            <a:chExt cx="3213100" cy="232600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17541" y="1449324"/>
              <a:ext cx="3197352" cy="231114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17541" y="1450848"/>
              <a:ext cx="3194685" cy="2307590"/>
            </a:xfrm>
            <a:custGeom>
              <a:avLst/>
              <a:gdLst/>
              <a:ahLst/>
              <a:cxnLst/>
              <a:rect l="l" t="t" r="r" b="b"/>
              <a:pathLst>
                <a:path w="3194684" h="2307590">
                  <a:moveTo>
                    <a:pt x="2756915" y="544067"/>
                  </a:moveTo>
                  <a:lnTo>
                    <a:pt x="2822447" y="581405"/>
                  </a:lnTo>
                  <a:lnTo>
                    <a:pt x="2780537" y="605789"/>
                  </a:lnTo>
                </a:path>
                <a:path w="3194684" h="2307590">
                  <a:moveTo>
                    <a:pt x="2426969" y="316229"/>
                  </a:moveTo>
                  <a:lnTo>
                    <a:pt x="2460497" y="189737"/>
                  </a:lnTo>
                </a:path>
                <a:path w="3194684" h="2307590">
                  <a:moveTo>
                    <a:pt x="2460497" y="189737"/>
                  </a:moveTo>
                  <a:lnTo>
                    <a:pt x="2865119" y="422909"/>
                  </a:lnTo>
                  <a:lnTo>
                    <a:pt x="2822447" y="581405"/>
                  </a:lnTo>
                </a:path>
                <a:path w="3194684" h="2307590">
                  <a:moveTo>
                    <a:pt x="2780537" y="605789"/>
                  </a:moveTo>
                  <a:lnTo>
                    <a:pt x="2738627" y="495299"/>
                  </a:lnTo>
                  <a:lnTo>
                    <a:pt x="2334005" y="262889"/>
                  </a:lnTo>
                </a:path>
                <a:path w="3194684" h="2307590">
                  <a:moveTo>
                    <a:pt x="2589275" y="640841"/>
                  </a:moveTo>
                  <a:lnTo>
                    <a:pt x="2654045" y="678179"/>
                  </a:lnTo>
                  <a:lnTo>
                    <a:pt x="2612897" y="702563"/>
                  </a:lnTo>
                </a:path>
                <a:path w="3194684" h="2307590">
                  <a:moveTo>
                    <a:pt x="2258567" y="413003"/>
                  </a:moveTo>
                  <a:lnTo>
                    <a:pt x="2292857" y="286511"/>
                  </a:lnTo>
                </a:path>
                <a:path w="3194684" h="2307590">
                  <a:moveTo>
                    <a:pt x="2292857" y="286511"/>
                  </a:moveTo>
                  <a:lnTo>
                    <a:pt x="2696717" y="519683"/>
                  </a:lnTo>
                  <a:lnTo>
                    <a:pt x="2654045" y="678179"/>
                  </a:lnTo>
                </a:path>
                <a:path w="3194684" h="2307590">
                  <a:moveTo>
                    <a:pt x="2612897" y="702563"/>
                  </a:moveTo>
                  <a:lnTo>
                    <a:pt x="2570225" y="592073"/>
                  </a:lnTo>
                  <a:lnTo>
                    <a:pt x="2166365" y="359663"/>
                  </a:lnTo>
                </a:path>
                <a:path w="3194684" h="2307590">
                  <a:moveTo>
                    <a:pt x="2420873" y="737615"/>
                  </a:moveTo>
                  <a:lnTo>
                    <a:pt x="2486405" y="774953"/>
                  </a:lnTo>
                  <a:lnTo>
                    <a:pt x="2444495" y="799337"/>
                  </a:lnTo>
                </a:path>
                <a:path w="3194684" h="2307590">
                  <a:moveTo>
                    <a:pt x="2090927" y="509777"/>
                  </a:moveTo>
                  <a:lnTo>
                    <a:pt x="2124455" y="383285"/>
                  </a:lnTo>
                </a:path>
                <a:path w="3194684" h="2307590">
                  <a:moveTo>
                    <a:pt x="2124455" y="383285"/>
                  </a:moveTo>
                  <a:lnTo>
                    <a:pt x="2528315" y="616457"/>
                  </a:lnTo>
                  <a:lnTo>
                    <a:pt x="2486405" y="774953"/>
                  </a:lnTo>
                </a:path>
                <a:path w="3194684" h="2307590">
                  <a:moveTo>
                    <a:pt x="2444495" y="799337"/>
                  </a:moveTo>
                  <a:lnTo>
                    <a:pt x="2401823" y="688847"/>
                  </a:lnTo>
                  <a:lnTo>
                    <a:pt x="1997963" y="456437"/>
                  </a:lnTo>
                </a:path>
                <a:path w="3194684" h="2307590">
                  <a:moveTo>
                    <a:pt x="2252471" y="834389"/>
                  </a:moveTo>
                  <a:lnTo>
                    <a:pt x="2318003" y="871727"/>
                  </a:lnTo>
                  <a:lnTo>
                    <a:pt x="2276093" y="896111"/>
                  </a:lnTo>
                </a:path>
                <a:path w="3194684" h="2307590">
                  <a:moveTo>
                    <a:pt x="1922525" y="606551"/>
                  </a:moveTo>
                  <a:lnTo>
                    <a:pt x="1956053" y="480059"/>
                  </a:lnTo>
                </a:path>
                <a:path w="3194684" h="2307590">
                  <a:moveTo>
                    <a:pt x="1956053" y="480059"/>
                  </a:moveTo>
                  <a:lnTo>
                    <a:pt x="2360675" y="713231"/>
                  </a:lnTo>
                  <a:lnTo>
                    <a:pt x="2318003" y="871727"/>
                  </a:lnTo>
                </a:path>
                <a:path w="3194684" h="2307590">
                  <a:moveTo>
                    <a:pt x="2276093" y="896111"/>
                  </a:moveTo>
                  <a:lnTo>
                    <a:pt x="2234183" y="785621"/>
                  </a:lnTo>
                  <a:lnTo>
                    <a:pt x="1829561" y="553211"/>
                  </a:lnTo>
                </a:path>
                <a:path w="3194684" h="2307590">
                  <a:moveTo>
                    <a:pt x="2084831" y="931163"/>
                  </a:moveTo>
                  <a:lnTo>
                    <a:pt x="2150363" y="969263"/>
                  </a:lnTo>
                  <a:lnTo>
                    <a:pt x="2108453" y="992885"/>
                  </a:lnTo>
                </a:path>
                <a:path w="3194684" h="2307590">
                  <a:moveTo>
                    <a:pt x="1754885" y="703325"/>
                  </a:moveTo>
                  <a:lnTo>
                    <a:pt x="1788413" y="576833"/>
                  </a:lnTo>
                </a:path>
                <a:path w="3194684" h="2307590">
                  <a:moveTo>
                    <a:pt x="1788413" y="576833"/>
                  </a:moveTo>
                  <a:lnTo>
                    <a:pt x="2192273" y="810005"/>
                  </a:lnTo>
                  <a:lnTo>
                    <a:pt x="2150363" y="969263"/>
                  </a:lnTo>
                </a:path>
                <a:path w="3194684" h="2307590">
                  <a:moveTo>
                    <a:pt x="2108453" y="992885"/>
                  </a:moveTo>
                  <a:lnTo>
                    <a:pt x="2065781" y="882395"/>
                  </a:lnTo>
                  <a:lnTo>
                    <a:pt x="1661921" y="649985"/>
                  </a:lnTo>
                </a:path>
                <a:path w="3194684" h="2307590">
                  <a:moveTo>
                    <a:pt x="1916429" y="1027937"/>
                  </a:moveTo>
                  <a:lnTo>
                    <a:pt x="1981961" y="1066037"/>
                  </a:lnTo>
                  <a:lnTo>
                    <a:pt x="1940051" y="1089659"/>
                  </a:lnTo>
                </a:path>
                <a:path w="3194684" h="2307590">
                  <a:moveTo>
                    <a:pt x="1586483" y="800099"/>
                  </a:moveTo>
                  <a:lnTo>
                    <a:pt x="1620011" y="673607"/>
                  </a:lnTo>
                </a:path>
                <a:path w="3194684" h="2307590">
                  <a:moveTo>
                    <a:pt x="1620011" y="673607"/>
                  </a:moveTo>
                  <a:lnTo>
                    <a:pt x="2023871" y="906779"/>
                  </a:lnTo>
                  <a:lnTo>
                    <a:pt x="1981961" y="1066037"/>
                  </a:lnTo>
                </a:path>
                <a:path w="3194684" h="2307590">
                  <a:moveTo>
                    <a:pt x="1940051" y="1089659"/>
                  </a:moveTo>
                  <a:lnTo>
                    <a:pt x="1898141" y="979931"/>
                  </a:lnTo>
                  <a:lnTo>
                    <a:pt x="1493519" y="746759"/>
                  </a:lnTo>
                </a:path>
                <a:path w="3194684" h="2307590">
                  <a:moveTo>
                    <a:pt x="1748027" y="1124711"/>
                  </a:moveTo>
                  <a:lnTo>
                    <a:pt x="1813559" y="1162811"/>
                  </a:lnTo>
                  <a:lnTo>
                    <a:pt x="1772411" y="1186433"/>
                  </a:lnTo>
                </a:path>
                <a:path w="3194684" h="2307590">
                  <a:moveTo>
                    <a:pt x="1418081" y="896873"/>
                  </a:moveTo>
                  <a:lnTo>
                    <a:pt x="1452371" y="771143"/>
                  </a:lnTo>
                </a:path>
                <a:path w="3194684" h="2307590">
                  <a:moveTo>
                    <a:pt x="1452371" y="771143"/>
                  </a:moveTo>
                  <a:lnTo>
                    <a:pt x="1856231" y="1003553"/>
                  </a:lnTo>
                  <a:lnTo>
                    <a:pt x="1813559" y="1162811"/>
                  </a:lnTo>
                </a:path>
                <a:path w="3194684" h="2307590">
                  <a:moveTo>
                    <a:pt x="1772411" y="1186433"/>
                  </a:moveTo>
                  <a:lnTo>
                    <a:pt x="1729739" y="1076705"/>
                  </a:lnTo>
                  <a:lnTo>
                    <a:pt x="1325879" y="843533"/>
                  </a:lnTo>
                </a:path>
                <a:path w="3194684" h="2307590">
                  <a:moveTo>
                    <a:pt x="1580387" y="1221485"/>
                  </a:moveTo>
                  <a:lnTo>
                    <a:pt x="1645919" y="1259585"/>
                  </a:lnTo>
                  <a:lnTo>
                    <a:pt x="1604009" y="1283207"/>
                  </a:lnTo>
                </a:path>
                <a:path w="3194684" h="2307590">
                  <a:moveTo>
                    <a:pt x="1250441" y="993647"/>
                  </a:moveTo>
                  <a:lnTo>
                    <a:pt x="1283969" y="867917"/>
                  </a:lnTo>
                </a:path>
                <a:path w="3194684" h="2307590">
                  <a:moveTo>
                    <a:pt x="1283969" y="867917"/>
                  </a:moveTo>
                  <a:lnTo>
                    <a:pt x="1687829" y="1100327"/>
                  </a:lnTo>
                  <a:lnTo>
                    <a:pt x="1645919" y="1259585"/>
                  </a:lnTo>
                </a:path>
                <a:path w="3194684" h="2307590">
                  <a:moveTo>
                    <a:pt x="1604009" y="1283207"/>
                  </a:moveTo>
                  <a:lnTo>
                    <a:pt x="1561337" y="1173479"/>
                  </a:lnTo>
                  <a:lnTo>
                    <a:pt x="1157477" y="940307"/>
                  </a:lnTo>
                </a:path>
                <a:path w="3194684" h="2307590">
                  <a:moveTo>
                    <a:pt x="1411985" y="1318259"/>
                  </a:moveTo>
                  <a:lnTo>
                    <a:pt x="1477517" y="1356359"/>
                  </a:lnTo>
                  <a:lnTo>
                    <a:pt x="1435607" y="1379981"/>
                  </a:lnTo>
                </a:path>
                <a:path w="3194684" h="2307590">
                  <a:moveTo>
                    <a:pt x="1082039" y="1090421"/>
                  </a:moveTo>
                  <a:lnTo>
                    <a:pt x="1115567" y="964691"/>
                  </a:lnTo>
                </a:path>
                <a:path w="3194684" h="2307590">
                  <a:moveTo>
                    <a:pt x="1115567" y="964691"/>
                  </a:moveTo>
                  <a:lnTo>
                    <a:pt x="1520189" y="1197101"/>
                  </a:lnTo>
                  <a:lnTo>
                    <a:pt x="1477517" y="1356359"/>
                  </a:lnTo>
                </a:path>
                <a:path w="3194684" h="2307590">
                  <a:moveTo>
                    <a:pt x="1435607" y="1379981"/>
                  </a:moveTo>
                  <a:lnTo>
                    <a:pt x="1393697" y="1270253"/>
                  </a:lnTo>
                  <a:lnTo>
                    <a:pt x="989075" y="1037081"/>
                  </a:lnTo>
                </a:path>
                <a:path w="3194684" h="2307590">
                  <a:moveTo>
                    <a:pt x="1244345" y="1415795"/>
                  </a:moveTo>
                  <a:lnTo>
                    <a:pt x="1309115" y="1453133"/>
                  </a:lnTo>
                  <a:lnTo>
                    <a:pt x="1267967" y="1476755"/>
                  </a:lnTo>
                </a:path>
                <a:path w="3194684" h="2307590">
                  <a:moveTo>
                    <a:pt x="913637" y="1187957"/>
                  </a:moveTo>
                  <a:lnTo>
                    <a:pt x="947927" y="1061465"/>
                  </a:lnTo>
                </a:path>
                <a:path w="3194684" h="2307590">
                  <a:moveTo>
                    <a:pt x="947927" y="1061465"/>
                  </a:moveTo>
                  <a:lnTo>
                    <a:pt x="1351787" y="1293875"/>
                  </a:lnTo>
                  <a:lnTo>
                    <a:pt x="1309115" y="1453133"/>
                  </a:lnTo>
                </a:path>
                <a:path w="3194684" h="2307590">
                  <a:moveTo>
                    <a:pt x="1267967" y="1476755"/>
                  </a:moveTo>
                  <a:lnTo>
                    <a:pt x="1225295" y="1367027"/>
                  </a:lnTo>
                  <a:lnTo>
                    <a:pt x="821435" y="1133855"/>
                  </a:lnTo>
                </a:path>
                <a:path w="3194684" h="2307590">
                  <a:moveTo>
                    <a:pt x="1075943" y="1512569"/>
                  </a:moveTo>
                  <a:lnTo>
                    <a:pt x="1141475" y="1549907"/>
                  </a:lnTo>
                  <a:lnTo>
                    <a:pt x="1099565" y="1574291"/>
                  </a:lnTo>
                </a:path>
                <a:path w="3194684" h="2307590">
                  <a:moveTo>
                    <a:pt x="745997" y="1284731"/>
                  </a:moveTo>
                  <a:lnTo>
                    <a:pt x="779525" y="1158239"/>
                  </a:lnTo>
                </a:path>
                <a:path w="3194684" h="2307590">
                  <a:moveTo>
                    <a:pt x="779525" y="1158239"/>
                  </a:moveTo>
                  <a:lnTo>
                    <a:pt x="1183385" y="1390649"/>
                  </a:lnTo>
                  <a:lnTo>
                    <a:pt x="1141475" y="1549907"/>
                  </a:lnTo>
                </a:path>
                <a:path w="3194684" h="2307590">
                  <a:moveTo>
                    <a:pt x="1099565" y="1574291"/>
                  </a:moveTo>
                  <a:lnTo>
                    <a:pt x="1056893" y="1463801"/>
                  </a:lnTo>
                  <a:lnTo>
                    <a:pt x="653033" y="1230629"/>
                  </a:lnTo>
                </a:path>
                <a:path w="3194684" h="2307590">
                  <a:moveTo>
                    <a:pt x="2790443" y="0"/>
                  </a:moveTo>
                  <a:lnTo>
                    <a:pt x="2460497" y="189737"/>
                  </a:lnTo>
                </a:path>
                <a:path w="3194684" h="2307590">
                  <a:moveTo>
                    <a:pt x="484631" y="1328165"/>
                  </a:moveTo>
                  <a:lnTo>
                    <a:pt x="0" y="1607057"/>
                  </a:lnTo>
                  <a:lnTo>
                    <a:pt x="0" y="2074163"/>
                  </a:lnTo>
                </a:path>
                <a:path w="3194684" h="2307590">
                  <a:moveTo>
                    <a:pt x="577595" y="1381505"/>
                  </a:moveTo>
                  <a:lnTo>
                    <a:pt x="611123" y="1255013"/>
                  </a:lnTo>
                  <a:lnTo>
                    <a:pt x="653033" y="1230629"/>
                  </a:lnTo>
                </a:path>
                <a:path w="3194684" h="2307590">
                  <a:moveTo>
                    <a:pt x="821435" y="1133855"/>
                  </a:moveTo>
                  <a:lnTo>
                    <a:pt x="779525" y="1158239"/>
                  </a:lnTo>
                </a:path>
                <a:path w="3194684" h="2307590">
                  <a:moveTo>
                    <a:pt x="989075" y="1037081"/>
                  </a:moveTo>
                  <a:lnTo>
                    <a:pt x="947927" y="1061465"/>
                  </a:lnTo>
                </a:path>
                <a:path w="3194684" h="2307590">
                  <a:moveTo>
                    <a:pt x="1157477" y="940307"/>
                  </a:moveTo>
                  <a:lnTo>
                    <a:pt x="1115567" y="964691"/>
                  </a:lnTo>
                </a:path>
                <a:path w="3194684" h="2307590">
                  <a:moveTo>
                    <a:pt x="1325879" y="843533"/>
                  </a:moveTo>
                  <a:lnTo>
                    <a:pt x="1283969" y="867917"/>
                  </a:lnTo>
                </a:path>
                <a:path w="3194684" h="2307590">
                  <a:moveTo>
                    <a:pt x="1493519" y="746759"/>
                  </a:moveTo>
                  <a:lnTo>
                    <a:pt x="1452371" y="771143"/>
                  </a:lnTo>
                </a:path>
                <a:path w="3194684" h="2307590">
                  <a:moveTo>
                    <a:pt x="1661921" y="649985"/>
                  </a:moveTo>
                  <a:lnTo>
                    <a:pt x="1620011" y="673607"/>
                  </a:lnTo>
                </a:path>
                <a:path w="3194684" h="2307590">
                  <a:moveTo>
                    <a:pt x="1829561" y="553211"/>
                  </a:moveTo>
                  <a:lnTo>
                    <a:pt x="1788413" y="576833"/>
                  </a:lnTo>
                </a:path>
                <a:path w="3194684" h="2307590">
                  <a:moveTo>
                    <a:pt x="1997963" y="456437"/>
                  </a:moveTo>
                  <a:lnTo>
                    <a:pt x="1956053" y="480059"/>
                  </a:lnTo>
                </a:path>
                <a:path w="3194684" h="2307590">
                  <a:moveTo>
                    <a:pt x="2166365" y="359663"/>
                  </a:moveTo>
                  <a:lnTo>
                    <a:pt x="2124455" y="383285"/>
                  </a:lnTo>
                </a:path>
                <a:path w="3194684" h="2307590">
                  <a:moveTo>
                    <a:pt x="2334005" y="262889"/>
                  </a:moveTo>
                  <a:lnTo>
                    <a:pt x="2292857" y="286511"/>
                  </a:lnTo>
                </a:path>
                <a:path w="3194684" h="2307590">
                  <a:moveTo>
                    <a:pt x="2790443" y="0"/>
                  </a:moveTo>
                  <a:lnTo>
                    <a:pt x="3194303" y="233171"/>
                  </a:lnTo>
                  <a:lnTo>
                    <a:pt x="2865119" y="422909"/>
                  </a:lnTo>
                </a:path>
                <a:path w="3194684" h="2307590">
                  <a:moveTo>
                    <a:pt x="611123" y="1255013"/>
                  </a:moveTo>
                  <a:lnTo>
                    <a:pt x="1015745" y="1487423"/>
                  </a:lnTo>
                  <a:lnTo>
                    <a:pt x="1056893" y="1463801"/>
                  </a:lnTo>
                </a:path>
                <a:path w="3194684" h="2307590">
                  <a:moveTo>
                    <a:pt x="1225295" y="1367027"/>
                  </a:moveTo>
                  <a:lnTo>
                    <a:pt x="1183385" y="1390649"/>
                  </a:lnTo>
                </a:path>
                <a:path w="3194684" h="2307590">
                  <a:moveTo>
                    <a:pt x="1393697" y="1270253"/>
                  </a:moveTo>
                  <a:lnTo>
                    <a:pt x="1351787" y="1293875"/>
                  </a:lnTo>
                </a:path>
                <a:path w="3194684" h="2307590">
                  <a:moveTo>
                    <a:pt x="1561337" y="1173479"/>
                  </a:moveTo>
                  <a:lnTo>
                    <a:pt x="1520189" y="1197101"/>
                  </a:lnTo>
                </a:path>
                <a:path w="3194684" h="2307590">
                  <a:moveTo>
                    <a:pt x="1729739" y="1076705"/>
                  </a:moveTo>
                  <a:lnTo>
                    <a:pt x="1687829" y="1100327"/>
                  </a:lnTo>
                </a:path>
                <a:path w="3194684" h="2307590">
                  <a:moveTo>
                    <a:pt x="1898141" y="979931"/>
                  </a:moveTo>
                  <a:lnTo>
                    <a:pt x="1856231" y="1003553"/>
                  </a:lnTo>
                </a:path>
                <a:path w="3194684" h="2307590">
                  <a:moveTo>
                    <a:pt x="2065781" y="882395"/>
                  </a:moveTo>
                  <a:lnTo>
                    <a:pt x="2023871" y="906779"/>
                  </a:lnTo>
                </a:path>
                <a:path w="3194684" h="2307590">
                  <a:moveTo>
                    <a:pt x="2234183" y="785621"/>
                  </a:moveTo>
                  <a:lnTo>
                    <a:pt x="2192273" y="810005"/>
                  </a:lnTo>
                </a:path>
                <a:path w="3194684" h="2307590">
                  <a:moveTo>
                    <a:pt x="2401823" y="688847"/>
                  </a:moveTo>
                  <a:lnTo>
                    <a:pt x="2360675" y="713231"/>
                  </a:lnTo>
                </a:path>
                <a:path w="3194684" h="2307590">
                  <a:moveTo>
                    <a:pt x="2570225" y="592073"/>
                  </a:moveTo>
                  <a:lnTo>
                    <a:pt x="2528315" y="616457"/>
                  </a:lnTo>
                </a:path>
                <a:path w="3194684" h="2307590">
                  <a:moveTo>
                    <a:pt x="907541" y="1609343"/>
                  </a:moveTo>
                  <a:lnTo>
                    <a:pt x="973073" y="1646681"/>
                  </a:lnTo>
                  <a:lnTo>
                    <a:pt x="931163" y="1671065"/>
                  </a:lnTo>
                </a:path>
                <a:path w="3194684" h="2307590">
                  <a:moveTo>
                    <a:pt x="1015745" y="1487423"/>
                  </a:moveTo>
                  <a:lnTo>
                    <a:pt x="973073" y="1646681"/>
                  </a:lnTo>
                </a:path>
                <a:path w="3194684" h="2307590">
                  <a:moveTo>
                    <a:pt x="931163" y="1671065"/>
                  </a:moveTo>
                  <a:lnTo>
                    <a:pt x="889253" y="1560575"/>
                  </a:lnTo>
                  <a:lnTo>
                    <a:pt x="484631" y="1328165"/>
                  </a:lnTo>
                </a:path>
                <a:path w="3194684" h="2307590">
                  <a:moveTo>
                    <a:pt x="2738627" y="495299"/>
                  </a:moveTo>
                  <a:lnTo>
                    <a:pt x="2696717" y="519683"/>
                  </a:lnTo>
                </a:path>
                <a:path w="3194684" h="2307590">
                  <a:moveTo>
                    <a:pt x="3194303" y="233171"/>
                  </a:moveTo>
                  <a:lnTo>
                    <a:pt x="3194303" y="700277"/>
                  </a:lnTo>
                  <a:lnTo>
                    <a:pt x="403859" y="2307335"/>
                  </a:lnTo>
                  <a:lnTo>
                    <a:pt x="0" y="207416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9850" y="3294407"/>
              <a:ext cx="180004" cy="2272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717541" y="3011424"/>
              <a:ext cx="889635" cy="746760"/>
            </a:xfrm>
            <a:custGeom>
              <a:avLst/>
              <a:gdLst/>
              <a:ahLst/>
              <a:cxnLst/>
              <a:rect l="l" t="t" r="r" b="b"/>
              <a:pathLst>
                <a:path w="889635" h="746760">
                  <a:moveTo>
                    <a:pt x="889253" y="0"/>
                  </a:moveTo>
                  <a:lnTo>
                    <a:pt x="403859" y="279653"/>
                  </a:lnTo>
                  <a:lnTo>
                    <a:pt x="0" y="46481"/>
                  </a:lnTo>
                </a:path>
                <a:path w="889635" h="746760">
                  <a:moveTo>
                    <a:pt x="403859" y="746759"/>
                  </a:moveTo>
                  <a:lnTo>
                    <a:pt x="403859" y="27965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302251" y="5395722"/>
            <a:ext cx="4019550" cy="590550"/>
            <a:chOff x="4302251" y="5395722"/>
            <a:chExt cx="4019550" cy="590550"/>
          </a:xfrm>
        </p:grpSpPr>
        <p:sp>
          <p:nvSpPr>
            <p:cNvPr id="20" name="object 20"/>
            <p:cNvSpPr/>
            <p:nvPr/>
          </p:nvSpPr>
          <p:spPr>
            <a:xfrm>
              <a:off x="4311395" y="5404866"/>
              <a:ext cx="4001770" cy="572770"/>
            </a:xfrm>
            <a:custGeom>
              <a:avLst/>
              <a:gdLst/>
              <a:ahLst/>
              <a:cxnLst/>
              <a:rect l="l" t="t" r="r" b="b"/>
              <a:pathLst>
                <a:path w="4001770" h="572770">
                  <a:moveTo>
                    <a:pt x="3480053" y="0"/>
                  </a:moveTo>
                  <a:lnTo>
                    <a:pt x="3420617" y="164591"/>
                  </a:lnTo>
                  <a:lnTo>
                    <a:pt x="3361181" y="164591"/>
                  </a:lnTo>
                  <a:lnTo>
                    <a:pt x="3301745" y="0"/>
                  </a:lnTo>
                </a:path>
                <a:path w="4001770" h="572770">
                  <a:moveTo>
                    <a:pt x="3242309" y="0"/>
                  </a:moveTo>
                  <a:lnTo>
                    <a:pt x="3182873" y="164591"/>
                  </a:lnTo>
                  <a:lnTo>
                    <a:pt x="3123437" y="164591"/>
                  </a:lnTo>
                  <a:lnTo>
                    <a:pt x="3064001" y="0"/>
                  </a:lnTo>
                </a:path>
                <a:path w="4001770" h="572770">
                  <a:moveTo>
                    <a:pt x="3004565" y="0"/>
                  </a:moveTo>
                  <a:lnTo>
                    <a:pt x="2945129" y="164591"/>
                  </a:lnTo>
                  <a:lnTo>
                    <a:pt x="2885693" y="164591"/>
                  </a:lnTo>
                  <a:lnTo>
                    <a:pt x="2826257" y="0"/>
                  </a:lnTo>
                </a:path>
                <a:path w="4001770" h="572770">
                  <a:moveTo>
                    <a:pt x="2766821" y="0"/>
                  </a:moveTo>
                  <a:lnTo>
                    <a:pt x="2707385" y="164591"/>
                  </a:lnTo>
                  <a:lnTo>
                    <a:pt x="2647949" y="164591"/>
                  </a:lnTo>
                  <a:lnTo>
                    <a:pt x="2588513" y="0"/>
                  </a:lnTo>
                </a:path>
                <a:path w="4001770" h="572770">
                  <a:moveTo>
                    <a:pt x="2529077" y="0"/>
                  </a:moveTo>
                  <a:lnTo>
                    <a:pt x="2469641" y="164591"/>
                  </a:lnTo>
                  <a:lnTo>
                    <a:pt x="2410205" y="164591"/>
                  </a:lnTo>
                  <a:lnTo>
                    <a:pt x="2350769" y="0"/>
                  </a:lnTo>
                </a:path>
                <a:path w="4001770" h="572770">
                  <a:moveTo>
                    <a:pt x="2291333" y="0"/>
                  </a:moveTo>
                  <a:lnTo>
                    <a:pt x="2231897" y="164591"/>
                  </a:lnTo>
                  <a:lnTo>
                    <a:pt x="2172461" y="164591"/>
                  </a:lnTo>
                  <a:lnTo>
                    <a:pt x="2113025" y="0"/>
                  </a:lnTo>
                </a:path>
                <a:path w="4001770" h="572770">
                  <a:moveTo>
                    <a:pt x="2053589" y="0"/>
                  </a:moveTo>
                  <a:lnTo>
                    <a:pt x="1993391" y="164591"/>
                  </a:lnTo>
                  <a:lnTo>
                    <a:pt x="1934717" y="164591"/>
                  </a:lnTo>
                  <a:lnTo>
                    <a:pt x="1874519" y="0"/>
                  </a:lnTo>
                </a:path>
                <a:path w="4001770" h="572770">
                  <a:moveTo>
                    <a:pt x="1815845" y="0"/>
                  </a:moveTo>
                  <a:lnTo>
                    <a:pt x="1755647" y="164591"/>
                  </a:lnTo>
                  <a:lnTo>
                    <a:pt x="1696973" y="164591"/>
                  </a:lnTo>
                  <a:lnTo>
                    <a:pt x="1636775" y="0"/>
                  </a:lnTo>
                </a:path>
                <a:path w="4001770" h="572770">
                  <a:moveTo>
                    <a:pt x="1578101" y="0"/>
                  </a:moveTo>
                  <a:lnTo>
                    <a:pt x="1517903" y="164591"/>
                  </a:lnTo>
                  <a:lnTo>
                    <a:pt x="1459229" y="164591"/>
                  </a:lnTo>
                  <a:lnTo>
                    <a:pt x="1399031" y="0"/>
                  </a:lnTo>
                </a:path>
                <a:path w="4001770" h="572770">
                  <a:moveTo>
                    <a:pt x="1340357" y="0"/>
                  </a:moveTo>
                  <a:lnTo>
                    <a:pt x="1280159" y="164591"/>
                  </a:lnTo>
                  <a:lnTo>
                    <a:pt x="1221485" y="164591"/>
                  </a:lnTo>
                  <a:lnTo>
                    <a:pt x="1161287" y="0"/>
                  </a:lnTo>
                </a:path>
                <a:path w="4001770" h="572770">
                  <a:moveTo>
                    <a:pt x="1102613" y="0"/>
                  </a:moveTo>
                  <a:lnTo>
                    <a:pt x="1042415" y="164591"/>
                  </a:lnTo>
                  <a:lnTo>
                    <a:pt x="983741" y="164591"/>
                  </a:lnTo>
                  <a:lnTo>
                    <a:pt x="923543" y="0"/>
                  </a:lnTo>
                </a:path>
                <a:path w="4001770" h="572770">
                  <a:moveTo>
                    <a:pt x="3946397" y="0"/>
                  </a:moveTo>
                  <a:lnTo>
                    <a:pt x="3480053" y="0"/>
                  </a:lnTo>
                </a:path>
                <a:path w="4001770" h="572770">
                  <a:moveTo>
                    <a:pt x="923543" y="0"/>
                  </a:moveTo>
                  <a:lnTo>
                    <a:pt x="864869" y="0"/>
                  </a:lnTo>
                </a:path>
                <a:path w="4001770" h="572770">
                  <a:moveTo>
                    <a:pt x="1161287" y="0"/>
                  </a:moveTo>
                  <a:lnTo>
                    <a:pt x="1102613" y="0"/>
                  </a:lnTo>
                </a:path>
                <a:path w="4001770" h="572770">
                  <a:moveTo>
                    <a:pt x="1399031" y="0"/>
                  </a:moveTo>
                  <a:lnTo>
                    <a:pt x="1340357" y="0"/>
                  </a:lnTo>
                </a:path>
                <a:path w="4001770" h="572770">
                  <a:moveTo>
                    <a:pt x="1636775" y="0"/>
                  </a:moveTo>
                  <a:lnTo>
                    <a:pt x="1578101" y="0"/>
                  </a:lnTo>
                </a:path>
                <a:path w="4001770" h="572770">
                  <a:moveTo>
                    <a:pt x="1874519" y="0"/>
                  </a:moveTo>
                  <a:lnTo>
                    <a:pt x="1815845" y="0"/>
                  </a:lnTo>
                </a:path>
                <a:path w="4001770" h="572770">
                  <a:moveTo>
                    <a:pt x="2113025" y="0"/>
                  </a:moveTo>
                  <a:lnTo>
                    <a:pt x="2053589" y="0"/>
                  </a:lnTo>
                </a:path>
                <a:path w="4001770" h="572770">
                  <a:moveTo>
                    <a:pt x="2350769" y="0"/>
                  </a:moveTo>
                  <a:lnTo>
                    <a:pt x="2291333" y="0"/>
                  </a:lnTo>
                </a:path>
                <a:path w="4001770" h="572770">
                  <a:moveTo>
                    <a:pt x="2588513" y="0"/>
                  </a:moveTo>
                  <a:lnTo>
                    <a:pt x="2529077" y="0"/>
                  </a:lnTo>
                </a:path>
                <a:path w="4001770" h="572770">
                  <a:moveTo>
                    <a:pt x="2826257" y="0"/>
                  </a:moveTo>
                  <a:lnTo>
                    <a:pt x="2766821" y="0"/>
                  </a:lnTo>
                </a:path>
                <a:path w="4001770" h="572770">
                  <a:moveTo>
                    <a:pt x="3064001" y="0"/>
                  </a:moveTo>
                  <a:lnTo>
                    <a:pt x="3004565" y="0"/>
                  </a:lnTo>
                </a:path>
                <a:path w="4001770" h="572770">
                  <a:moveTo>
                    <a:pt x="864869" y="0"/>
                  </a:moveTo>
                  <a:lnTo>
                    <a:pt x="804671" y="164591"/>
                  </a:lnTo>
                  <a:lnTo>
                    <a:pt x="745997" y="164591"/>
                  </a:lnTo>
                  <a:lnTo>
                    <a:pt x="685799" y="0"/>
                  </a:lnTo>
                </a:path>
                <a:path w="4001770" h="572770">
                  <a:moveTo>
                    <a:pt x="3301745" y="0"/>
                  </a:moveTo>
                  <a:lnTo>
                    <a:pt x="3242309" y="0"/>
                  </a:lnTo>
                </a:path>
                <a:path w="4001770" h="572770">
                  <a:moveTo>
                    <a:pt x="3946397" y="0"/>
                  </a:moveTo>
                  <a:lnTo>
                    <a:pt x="4001261" y="54863"/>
                  </a:lnTo>
                  <a:lnTo>
                    <a:pt x="4001261" y="517397"/>
                  </a:lnTo>
                  <a:lnTo>
                    <a:pt x="3946397" y="572261"/>
                  </a:lnTo>
                  <a:lnTo>
                    <a:pt x="3946397" y="0"/>
                  </a:lnTo>
                </a:path>
                <a:path w="4001770" h="572770">
                  <a:moveTo>
                    <a:pt x="3946397" y="572261"/>
                  </a:moveTo>
                  <a:lnTo>
                    <a:pt x="0" y="57226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82895" y="5576316"/>
              <a:ext cx="0" cy="229870"/>
            </a:xfrm>
            <a:custGeom>
              <a:avLst/>
              <a:gdLst/>
              <a:ahLst/>
              <a:cxnLst/>
              <a:rect l="l" t="t" r="r" b="b"/>
              <a:pathLst>
                <a:path h="229870">
                  <a:moveTo>
                    <a:pt x="0" y="229361"/>
                  </a:moveTo>
                  <a:lnTo>
                    <a:pt x="0" y="229361"/>
                  </a:lnTo>
                  <a:lnTo>
                    <a:pt x="0" y="150113"/>
                  </a:lnTo>
                  <a:lnTo>
                    <a:pt x="0" y="136397"/>
                  </a:lnTo>
                </a:path>
                <a:path h="229870">
                  <a:moveTo>
                    <a:pt x="0" y="92963"/>
                  </a:moveTo>
                  <a:lnTo>
                    <a:pt x="0" y="92963"/>
                  </a:lnTo>
                  <a:lnTo>
                    <a:pt x="0" y="1523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11395" y="5404866"/>
              <a:ext cx="685800" cy="572770"/>
            </a:xfrm>
            <a:custGeom>
              <a:avLst/>
              <a:gdLst/>
              <a:ahLst/>
              <a:cxnLst/>
              <a:rect l="l" t="t" r="r" b="b"/>
              <a:pathLst>
                <a:path w="685800" h="572770">
                  <a:moveTo>
                    <a:pt x="685799" y="0"/>
                  </a:moveTo>
                  <a:lnTo>
                    <a:pt x="0" y="0"/>
                  </a:lnTo>
                  <a:lnTo>
                    <a:pt x="0" y="57226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11395" y="5576316"/>
              <a:ext cx="640080" cy="229870"/>
            </a:xfrm>
            <a:custGeom>
              <a:avLst/>
              <a:gdLst/>
              <a:ahLst/>
              <a:cxnLst/>
              <a:rect l="l" t="t" r="r" b="b"/>
              <a:pathLst>
                <a:path w="640079" h="229870">
                  <a:moveTo>
                    <a:pt x="640079" y="115061"/>
                  </a:moveTo>
                  <a:lnTo>
                    <a:pt x="617219" y="153161"/>
                  </a:lnTo>
                </a:path>
                <a:path w="640079" h="229870">
                  <a:moveTo>
                    <a:pt x="595121" y="190499"/>
                  </a:moveTo>
                  <a:lnTo>
                    <a:pt x="571499" y="229361"/>
                  </a:lnTo>
                </a:path>
                <a:path w="640079" h="229870">
                  <a:moveTo>
                    <a:pt x="640079" y="115061"/>
                  </a:moveTo>
                  <a:lnTo>
                    <a:pt x="617219" y="76199"/>
                  </a:lnTo>
                </a:path>
                <a:path w="640079" h="229870">
                  <a:moveTo>
                    <a:pt x="595121" y="38861"/>
                  </a:moveTo>
                  <a:lnTo>
                    <a:pt x="571499" y="0"/>
                  </a:lnTo>
                </a:path>
                <a:path w="640079" h="229870">
                  <a:moveTo>
                    <a:pt x="571499" y="229361"/>
                  </a:moveTo>
                  <a:lnTo>
                    <a:pt x="499871" y="229361"/>
                  </a:lnTo>
                </a:path>
                <a:path w="640079" h="229870">
                  <a:moveTo>
                    <a:pt x="457199" y="229361"/>
                  </a:moveTo>
                  <a:lnTo>
                    <a:pt x="371855" y="229361"/>
                  </a:lnTo>
                </a:path>
                <a:path w="640079" h="229870">
                  <a:moveTo>
                    <a:pt x="328421" y="229361"/>
                  </a:moveTo>
                  <a:lnTo>
                    <a:pt x="243077" y="229361"/>
                  </a:lnTo>
                </a:path>
                <a:path w="640079" h="229870">
                  <a:moveTo>
                    <a:pt x="200405" y="229361"/>
                  </a:moveTo>
                  <a:lnTo>
                    <a:pt x="114299" y="229361"/>
                  </a:lnTo>
                </a:path>
                <a:path w="640079" h="229870">
                  <a:moveTo>
                    <a:pt x="71627" y="229361"/>
                  </a:moveTo>
                  <a:lnTo>
                    <a:pt x="0" y="229361"/>
                  </a:lnTo>
                </a:path>
                <a:path w="640079" h="229870">
                  <a:moveTo>
                    <a:pt x="571499" y="0"/>
                  </a:moveTo>
                  <a:lnTo>
                    <a:pt x="499871" y="0"/>
                  </a:lnTo>
                </a:path>
                <a:path w="640079" h="229870">
                  <a:moveTo>
                    <a:pt x="457199" y="0"/>
                  </a:moveTo>
                  <a:lnTo>
                    <a:pt x="371855" y="0"/>
                  </a:lnTo>
                </a:path>
                <a:path w="640079" h="229870">
                  <a:moveTo>
                    <a:pt x="328421" y="0"/>
                  </a:moveTo>
                  <a:lnTo>
                    <a:pt x="243077" y="0"/>
                  </a:lnTo>
                </a:path>
                <a:path w="640079" h="229870">
                  <a:moveTo>
                    <a:pt x="200405" y="0"/>
                  </a:moveTo>
                  <a:lnTo>
                    <a:pt x="114299" y="0"/>
                  </a:lnTo>
                </a:path>
                <a:path w="640079" h="229870">
                  <a:moveTo>
                    <a:pt x="71627" y="0"/>
                  </a:move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717029" y="3794760"/>
            <a:ext cx="1196975" cy="710565"/>
            <a:chOff x="6717029" y="3794760"/>
            <a:chExt cx="1196975" cy="710565"/>
          </a:xfrm>
        </p:grpSpPr>
        <p:sp>
          <p:nvSpPr>
            <p:cNvPr id="25" name="object 25"/>
            <p:cNvSpPr/>
            <p:nvPr/>
          </p:nvSpPr>
          <p:spPr>
            <a:xfrm>
              <a:off x="6726385" y="3890514"/>
              <a:ext cx="1178560" cy="605155"/>
            </a:xfrm>
            <a:custGeom>
              <a:avLst/>
              <a:gdLst/>
              <a:ahLst/>
              <a:cxnLst/>
              <a:rect l="l" t="t" r="r" b="b"/>
              <a:pathLst>
                <a:path w="1178559" h="605154">
                  <a:moveTo>
                    <a:pt x="0" y="31757"/>
                  </a:moveTo>
                  <a:lnTo>
                    <a:pt x="3255" y="80027"/>
                  </a:lnTo>
                  <a:lnTo>
                    <a:pt x="10287" y="127119"/>
                  </a:lnTo>
                  <a:lnTo>
                    <a:pt x="20939" y="172886"/>
                  </a:lnTo>
                  <a:lnTo>
                    <a:pt x="35056" y="217178"/>
                  </a:lnTo>
                  <a:lnTo>
                    <a:pt x="52482" y="259850"/>
                  </a:lnTo>
                  <a:lnTo>
                    <a:pt x="73061" y="300753"/>
                  </a:lnTo>
                  <a:lnTo>
                    <a:pt x="96639" y="339740"/>
                  </a:lnTo>
                  <a:lnTo>
                    <a:pt x="123058" y="376664"/>
                  </a:lnTo>
                  <a:lnTo>
                    <a:pt x="152163" y="411376"/>
                  </a:lnTo>
                  <a:lnTo>
                    <a:pt x="183799" y="443730"/>
                  </a:lnTo>
                  <a:lnTo>
                    <a:pt x="217809" y="473577"/>
                  </a:lnTo>
                  <a:lnTo>
                    <a:pt x="254038" y="500770"/>
                  </a:lnTo>
                  <a:lnTo>
                    <a:pt x="292331" y="525162"/>
                  </a:lnTo>
                  <a:lnTo>
                    <a:pt x="332532" y="546605"/>
                  </a:lnTo>
                  <a:lnTo>
                    <a:pt x="374484" y="564952"/>
                  </a:lnTo>
                  <a:lnTo>
                    <a:pt x="418032" y="580054"/>
                  </a:lnTo>
                  <a:lnTo>
                    <a:pt x="463021" y="591765"/>
                  </a:lnTo>
                  <a:lnTo>
                    <a:pt x="509295" y="599937"/>
                  </a:lnTo>
                  <a:lnTo>
                    <a:pt x="556697" y="604422"/>
                  </a:lnTo>
                  <a:lnTo>
                    <a:pt x="605073" y="605073"/>
                  </a:lnTo>
                  <a:lnTo>
                    <a:pt x="653343" y="601817"/>
                  </a:lnTo>
                  <a:lnTo>
                    <a:pt x="700436" y="594786"/>
                  </a:lnTo>
                  <a:lnTo>
                    <a:pt x="746202" y="584134"/>
                  </a:lnTo>
                  <a:lnTo>
                    <a:pt x="790495" y="570017"/>
                  </a:lnTo>
                  <a:lnTo>
                    <a:pt x="833166" y="552590"/>
                  </a:lnTo>
                  <a:lnTo>
                    <a:pt x="874070" y="532011"/>
                  </a:lnTo>
                  <a:lnTo>
                    <a:pt x="913057" y="508434"/>
                  </a:lnTo>
                  <a:lnTo>
                    <a:pt x="949980" y="482015"/>
                  </a:lnTo>
                  <a:lnTo>
                    <a:pt x="984692" y="452910"/>
                  </a:lnTo>
                  <a:lnTo>
                    <a:pt x="1017046" y="421274"/>
                  </a:lnTo>
                  <a:lnTo>
                    <a:pt x="1046893" y="387263"/>
                  </a:lnTo>
                  <a:lnTo>
                    <a:pt x="1074086" y="351034"/>
                  </a:lnTo>
                  <a:lnTo>
                    <a:pt x="1098478" y="312741"/>
                  </a:lnTo>
                  <a:lnTo>
                    <a:pt x="1119921" y="272541"/>
                  </a:lnTo>
                  <a:lnTo>
                    <a:pt x="1138268" y="230589"/>
                  </a:lnTo>
                  <a:lnTo>
                    <a:pt x="1153370" y="187040"/>
                  </a:lnTo>
                  <a:lnTo>
                    <a:pt x="1165081" y="142051"/>
                  </a:lnTo>
                  <a:lnTo>
                    <a:pt x="1173253" y="95778"/>
                  </a:lnTo>
                  <a:lnTo>
                    <a:pt x="1177738" y="48375"/>
                  </a:lnTo>
                  <a:lnTo>
                    <a:pt x="1178389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26173" y="3803904"/>
              <a:ext cx="1178560" cy="205740"/>
            </a:xfrm>
            <a:custGeom>
              <a:avLst/>
              <a:gdLst/>
              <a:ahLst/>
              <a:cxnLst/>
              <a:rect l="l" t="t" r="r" b="b"/>
              <a:pathLst>
                <a:path w="1178559" h="205739">
                  <a:moveTo>
                    <a:pt x="32003" y="205739"/>
                  </a:moveTo>
                  <a:lnTo>
                    <a:pt x="0" y="118871"/>
                  </a:lnTo>
                </a:path>
                <a:path w="1178559" h="205739">
                  <a:moveTo>
                    <a:pt x="1178051" y="87629"/>
                  </a:moveTo>
                  <a:lnTo>
                    <a:pt x="1146047" y="0"/>
                  </a:lnTo>
                </a:path>
                <a:path w="1178559" h="205739">
                  <a:moveTo>
                    <a:pt x="1072133" y="0"/>
                  </a:moveTo>
                  <a:lnTo>
                    <a:pt x="997457" y="205739"/>
                  </a:lnTo>
                  <a:lnTo>
                    <a:pt x="923543" y="205739"/>
                  </a:lnTo>
                  <a:lnTo>
                    <a:pt x="848867" y="0"/>
                  </a:lnTo>
                </a:path>
                <a:path w="1178559" h="205739">
                  <a:moveTo>
                    <a:pt x="774953" y="0"/>
                  </a:moveTo>
                  <a:lnTo>
                    <a:pt x="700277" y="205739"/>
                  </a:lnTo>
                  <a:lnTo>
                    <a:pt x="626363" y="205739"/>
                  </a:lnTo>
                  <a:lnTo>
                    <a:pt x="551687" y="0"/>
                  </a:lnTo>
                </a:path>
                <a:path w="1178559" h="205739">
                  <a:moveTo>
                    <a:pt x="477773" y="0"/>
                  </a:moveTo>
                  <a:lnTo>
                    <a:pt x="403097" y="205739"/>
                  </a:lnTo>
                  <a:lnTo>
                    <a:pt x="329183" y="205739"/>
                  </a:lnTo>
                  <a:lnTo>
                    <a:pt x="254507" y="0"/>
                  </a:lnTo>
                </a:path>
                <a:path w="1178559" h="205739">
                  <a:moveTo>
                    <a:pt x="254507" y="0"/>
                  </a:moveTo>
                  <a:lnTo>
                    <a:pt x="180593" y="0"/>
                  </a:lnTo>
                  <a:lnTo>
                    <a:pt x="105155" y="205739"/>
                  </a:lnTo>
                  <a:lnTo>
                    <a:pt x="32003" y="205739"/>
                  </a:lnTo>
                </a:path>
                <a:path w="1178559" h="205739">
                  <a:moveTo>
                    <a:pt x="551687" y="0"/>
                  </a:moveTo>
                  <a:lnTo>
                    <a:pt x="477773" y="0"/>
                  </a:lnTo>
                </a:path>
                <a:path w="1178559" h="205739">
                  <a:moveTo>
                    <a:pt x="848867" y="0"/>
                  </a:moveTo>
                  <a:lnTo>
                    <a:pt x="774953" y="0"/>
                  </a:lnTo>
                </a:path>
                <a:path w="1178559" h="205739">
                  <a:moveTo>
                    <a:pt x="1146047" y="0"/>
                  </a:moveTo>
                  <a:lnTo>
                    <a:pt x="1072133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0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600438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7838" y="348234"/>
            <a:ext cx="9601200" cy="7077709"/>
          </a:xfrm>
          <a:custGeom>
            <a:avLst/>
            <a:gdLst/>
            <a:ahLst/>
            <a:cxnLst/>
            <a:rect l="l" t="t" r="r" b="b"/>
            <a:pathLst>
              <a:path w="9601200" h="7077709">
                <a:moveTo>
                  <a:pt x="0" y="7077455"/>
                </a:moveTo>
                <a:lnTo>
                  <a:pt x="9601199" y="7077455"/>
                </a:lnTo>
                <a:lnTo>
                  <a:pt x="9601199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49189" y="21107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0" y="1524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0" y="7315961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27838" y="348234"/>
            <a:ext cx="0" cy="7077709"/>
          </a:xfrm>
          <a:custGeom>
            <a:avLst/>
            <a:gdLst/>
            <a:ahLst/>
            <a:cxnLst/>
            <a:rect l="l" t="t" r="r" b="b"/>
            <a:pathLst>
              <a:path h="7077709">
                <a:moveTo>
                  <a:pt x="0" y="0"/>
                </a:moveTo>
                <a:lnTo>
                  <a:pt x="0" y="707745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49189" y="119634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91439"/>
                </a:moveTo>
                <a:lnTo>
                  <a:pt x="79247" y="228599"/>
                </a:lnTo>
                <a:lnTo>
                  <a:pt x="79247" y="0"/>
                </a:lnTo>
              </a:path>
              <a:path w="158750" h="228600">
                <a:moveTo>
                  <a:pt x="79247" y="228599"/>
                </a:moveTo>
                <a:lnTo>
                  <a:pt x="0" y="9143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49189" y="7425690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137159"/>
                </a:moveTo>
                <a:lnTo>
                  <a:pt x="0" y="137159"/>
                </a:lnTo>
              </a:path>
              <a:path w="158750" h="228600">
                <a:moveTo>
                  <a:pt x="158495" y="137159"/>
                </a:moveTo>
                <a:lnTo>
                  <a:pt x="79247" y="0"/>
                </a:lnTo>
                <a:lnTo>
                  <a:pt x="79247" y="228599"/>
                </a:lnTo>
              </a:path>
              <a:path w="158750" h="228600">
                <a:moveTo>
                  <a:pt x="79247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829038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137159" y="0"/>
                </a:moveTo>
                <a:lnTo>
                  <a:pt x="137159" y="158495"/>
                </a:lnTo>
              </a:path>
              <a:path w="227965" h="158750">
                <a:moveTo>
                  <a:pt x="137159" y="0"/>
                </a:moveTo>
                <a:lnTo>
                  <a:pt x="0" y="79247"/>
                </a:lnTo>
                <a:lnTo>
                  <a:pt x="227837" y="79247"/>
                </a:lnTo>
              </a:path>
              <a:path w="227965" h="158750">
                <a:moveTo>
                  <a:pt x="0" y="79247"/>
                </a:moveTo>
                <a:lnTo>
                  <a:pt x="137159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0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90677" y="0"/>
                </a:moveTo>
                <a:lnTo>
                  <a:pt x="90677" y="158495"/>
                </a:lnTo>
              </a:path>
              <a:path w="227965" h="158750">
                <a:moveTo>
                  <a:pt x="90677" y="0"/>
                </a:moveTo>
                <a:lnTo>
                  <a:pt x="227837" y="79247"/>
                </a:lnTo>
                <a:lnTo>
                  <a:pt x="0" y="79247"/>
                </a:lnTo>
              </a:path>
              <a:path w="227965" h="158750">
                <a:moveTo>
                  <a:pt x="227837" y="79247"/>
                </a:moveTo>
                <a:lnTo>
                  <a:pt x="90677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47309" y="74256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47309" y="66255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147309" y="71970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147309" y="6282690"/>
            <a:ext cx="4681855" cy="1143000"/>
          </a:xfrm>
          <a:custGeom>
            <a:avLst/>
            <a:gdLst/>
            <a:ahLst/>
            <a:cxnLst/>
            <a:rect l="l" t="t" r="r" b="b"/>
            <a:pathLst>
              <a:path w="4681855" h="1143000">
                <a:moveTo>
                  <a:pt x="0" y="571499"/>
                </a:moveTo>
                <a:lnTo>
                  <a:pt x="4681727" y="571499"/>
                </a:lnTo>
              </a:path>
              <a:path w="4681855" h="1143000">
                <a:moveTo>
                  <a:pt x="4681727" y="1142999"/>
                </a:moveTo>
                <a:lnTo>
                  <a:pt x="4681727" y="0"/>
                </a:lnTo>
              </a:path>
              <a:path w="4681855" h="1143000">
                <a:moveTo>
                  <a:pt x="338327" y="914399"/>
                </a:moveTo>
                <a:lnTo>
                  <a:pt x="338327" y="571499"/>
                </a:lnTo>
              </a:path>
              <a:path w="4681855" h="1143000">
                <a:moveTo>
                  <a:pt x="1481327" y="914399"/>
                </a:moveTo>
                <a:lnTo>
                  <a:pt x="1481327" y="571499"/>
                </a:lnTo>
              </a:path>
              <a:path w="4681855" h="1143000">
                <a:moveTo>
                  <a:pt x="0" y="1142999"/>
                </a:moveTo>
                <a:lnTo>
                  <a:pt x="0" y="0"/>
                </a:lnTo>
              </a:path>
              <a:path w="4681855" h="1143000">
                <a:moveTo>
                  <a:pt x="1252727" y="1142999"/>
                </a:moveTo>
                <a:lnTo>
                  <a:pt x="1252727" y="914399"/>
                </a:lnTo>
              </a:path>
              <a:path w="4681855" h="1143000">
                <a:moveTo>
                  <a:pt x="3595877" y="1142999"/>
                </a:moveTo>
                <a:lnTo>
                  <a:pt x="3595877" y="914399"/>
                </a:lnTo>
              </a:path>
              <a:path w="4681855" h="1143000">
                <a:moveTo>
                  <a:pt x="4224527" y="914399"/>
                </a:moveTo>
                <a:lnTo>
                  <a:pt x="4224527" y="571499"/>
                </a:lnTo>
              </a:path>
              <a:path w="4681855" h="1143000">
                <a:moveTo>
                  <a:pt x="4677155" y="0"/>
                </a:moveTo>
                <a:lnTo>
                  <a:pt x="0" y="0"/>
                </a:lnTo>
              </a:path>
              <a:path w="4681855" h="1143000">
                <a:moveTo>
                  <a:pt x="3310127" y="0"/>
                </a:moveTo>
                <a:lnTo>
                  <a:pt x="3310127" y="342899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136641" y="6863875"/>
            <a:ext cx="8572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baseline="16666" dirty="0">
                <a:latin typeface="Arial MT"/>
                <a:cs typeface="Arial MT"/>
              </a:rPr>
              <a:t>SIZE</a:t>
            </a:r>
            <a:r>
              <a:rPr sz="1500" spc="525" baseline="16666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CLASS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56453" y="6289547"/>
            <a:ext cx="327660" cy="326897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5527802" y="6274992"/>
            <a:ext cx="2783205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 MT"/>
                <a:cs typeface="Arial MT"/>
              </a:rPr>
              <a:t>Walton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High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School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Engineering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444488" y="7206775"/>
            <a:ext cx="5651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latin typeface="Arial MT"/>
                <a:cs typeface="Arial MT"/>
              </a:rPr>
              <a:t>AUTHOR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87638" y="7216681"/>
            <a:ext cx="6604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Arial MT"/>
                <a:cs typeface="Arial MT"/>
              </a:rPr>
              <a:t>SHEET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1/1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88711" y="7200279"/>
            <a:ext cx="7334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aseline="2777" dirty="0">
                <a:latin typeface="Arial MT"/>
                <a:cs typeface="Arial MT"/>
              </a:rPr>
              <a:t>SCALE</a:t>
            </a:r>
            <a:r>
              <a:rPr sz="1500" spc="517" baseline="2777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1:1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261102" y="6983509"/>
            <a:ext cx="1111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latin typeface="Arial MT"/>
                <a:cs typeface="Arial MT"/>
              </a:rPr>
              <a:t>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406381" y="6857779"/>
            <a:ext cx="288290" cy="3092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2225" marR="5080" indent="-10160">
              <a:lnSpc>
                <a:spcPts val="1030"/>
              </a:lnSpc>
              <a:spcBef>
                <a:spcPts val="280"/>
              </a:spcBef>
            </a:pPr>
            <a:r>
              <a:rPr sz="1000" spc="-25" dirty="0">
                <a:latin typeface="Arial MT"/>
                <a:cs typeface="Arial MT"/>
              </a:rPr>
              <a:t>PER </a:t>
            </a:r>
            <a:r>
              <a:rPr sz="1000" spc="-50" dirty="0">
                <a:latin typeface="Arial MT"/>
                <a:cs typeface="Arial MT"/>
              </a:rPr>
              <a:t>6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80329" y="6592746"/>
            <a:ext cx="1786889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2000" algn="l"/>
              </a:tabLst>
            </a:pPr>
            <a:r>
              <a:rPr sz="1000" spc="-10" dirty="0">
                <a:latin typeface="Arial MT"/>
                <a:cs typeface="Arial MT"/>
              </a:rPr>
              <a:t>PROJECT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500" dirty="0">
                <a:latin typeface="Arial MT"/>
                <a:cs typeface="Arial MT"/>
              </a:rPr>
              <a:t>Arbor </a:t>
            </a:r>
            <a:r>
              <a:rPr sz="1500" spc="-10" dirty="0">
                <a:latin typeface="Arial MT"/>
                <a:cs typeface="Arial MT"/>
              </a:rPr>
              <a:t>Press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73088" y="6862351"/>
            <a:ext cx="1047750" cy="316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19"/>
              </a:lnSpc>
              <a:spcBef>
                <a:spcPts val="105"/>
              </a:spcBef>
            </a:pPr>
            <a:r>
              <a:rPr sz="1000" spc="-10" dirty="0">
                <a:latin typeface="Arial MT"/>
                <a:cs typeface="Arial MT"/>
              </a:rPr>
              <a:t>TITLE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260"/>
              </a:lnSpc>
            </a:pPr>
            <a:r>
              <a:rPr sz="1200" dirty="0">
                <a:latin typeface="Arial MT"/>
                <a:cs typeface="Arial MT"/>
              </a:rPr>
              <a:t>Rack </a:t>
            </a:r>
            <a:r>
              <a:rPr sz="1200" spc="-10" dirty="0">
                <a:latin typeface="Arial MT"/>
                <a:cs typeface="Arial MT"/>
              </a:rPr>
              <a:t>Multiview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549131" y="6290851"/>
            <a:ext cx="717550" cy="321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40"/>
              </a:lnSpc>
              <a:spcBef>
                <a:spcPts val="105"/>
              </a:spcBef>
            </a:pPr>
            <a:r>
              <a:rPr sz="1000" spc="-20" dirty="0">
                <a:latin typeface="Arial MT"/>
                <a:cs typeface="Arial MT"/>
              </a:rPr>
              <a:t>DATE</a:t>
            </a:r>
            <a:endParaRPr sz="1000">
              <a:latin typeface="Arial MT"/>
              <a:cs typeface="Arial MT"/>
            </a:endParaRPr>
          </a:p>
          <a:p>
            <a:pPr marL="22225">
              <a:lnSpc>
                <a:spcPts val="1280"/>
              </a:lnSpc>
            </a:pPr>
            <a:r>
              <a:rPr sz="1200" spc="-10" dirty="0">
                <a:latin typeface="Arial MT"/>
                <a:cs typeface="Arial MT"/>
              </a:rPr>
              <a:t>3/17/2024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530088" y="6999511"/>
            <a:ext cx="2387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latin typeface="Arial MT"/>
                <a:cs typeface="Arial MT"/>
              </a:rPr>
              <a:t>IED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73138" y="7202565"/>
            <a:ext cx="114173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Siddharth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Gupta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300477" y="5690616"/>
            <a:ext cx="128270" cy="0"/>
          </a:xfrm>
          <a:custGeom>
            <a:avLst/>
            <a:gdLst/>
            <a:ahLst/>
            <a:cxnLst/>
            <a:rect l="l" t="t" r="r" b="b"/>
            <a:pathLst>
              <a:path w="128269">
                <a:moveTo>
                  <a:pt x="0" y="0"/>
                </a:moveTo>
                <a:lnTo>
                  <a:pt x="12801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204466" y="5466588"/>
            <a:ext cx="0" cy="128270"/>
          </a:xfrm>
          <a:custGeom>
            <a:avLst/>
            <a:gdLst/>
            <a:ahLst/>
            <a:cxnLst/>
            <a:rect l="l" t="t" r="r" b="b"/>
            <a:pathLst>
              <a:path h="128270">
                <a:moveTo>
                  <a:pt x="0" y="128015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394203" y="5407152"/>
            <a:ext cx="372745" cy="165100"/>
          </a:xfrm>
          <a:custGeom>
            <a:avLst/>
            <a:gdLst/>
            <a:ahLst/>
            <a:cxnLst/>
            <a:rect l="l" t="t" r="r" b="b"/>
            <a:pathLst>
              <a:path w="372744" h="165100">
                <a:moveTo>
                  <a:pt x="372617" y="0"/>
                </a:moveTo>
                <a:lnTo>
                  <a:pt x="262889" y="0"/>
                </a:lnTo>
                <a:lnTo>
                  <a:pt x="0" y="16459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897445" y="5466397"/>
            <a:ext cx="1344295" cy="734695"/>
            <a:chOff x="897445" y="5466397"/>
            <a:chExt cx="1344295" cy="734695"/>
          </a:xfrm>
        </p:grpSpPr>
        <p:sp>
          <p:nvSpPr>
            <p:cNvPr id="59" name="object 59"/>
            <p:cNvSpPr/>
            <p:nvPr/>
          </p:nvSpPr>
          <p:spPr>
            <a:xfrm>
              <a:off x="1491995" y="5471160"/>
              <a:ext cx="744855" cy="725170"/>
            </a:xfrm>
            <a:custGeom>
              <a:avLst/>
              <a:gdLst/>
              <a:ahLst/>
              <a:cxnLst/>
              <a:rect l="l" t="t" r="r" b="b"/>
              <a:pathLst>
                <a:path w="744855" h="725170">
                  <a:moveTo>
                    <a:pt x="679703" y="219455"/>
                  </a:moveTo>
                  <a:lnTo>
                    <a:pt x="744473" y="219455"/>
                  </a:lnTo>
                </a:path>
                <a:path w="744855" h="725170">
                  <a:moveTo>
                    <a:pt x="712469" y="251459"/>
                  </a:moveTo>
                  <a:lnTo>
                    <a:pt x="712469" y="187451"/>
                  </a:lnTo>
                </a:path>
                <a:path w="744855" h="725170">
                  <a:moveTo>
                    <a:pt x="488441" y="219455"/>
                  </a:moveTo>
                  <a:lnTo>
                    <a:pt x="615695" y="219455"/>
                  </a:lnTo>
                </a:path>
                <a:path w="744855" h="725170">
                  <a:moveTo>
                    <a:pt x="712469" y="443483"/>
                  </a:moveTo>
                  <a:lnTo>
                    <a:pt x="712469" y="316229"/>
                  </a:lnTo>
                </a:path>
                <a:path w="744855" h="725170">
                  <a:moveTo>
                    <a:pt x="666749" y="219455"/>
                  </a:moveTo>
                  <a:lnTo>
                    <a:pt x="0" y="219455"/>
                  </a:lnTo>
                </a:path>
                <a:path w="744855" h="725170">
                  <a:moveTo>
                    <a:pt x="380999" y="505205"/>
                  </a:moveTo>
                  <a:lnTo>
                    <a:pt x="0" y="505205"/>
                  </a:lnTo>
                </a:path>
                <a:path w="744855" h="725170">
                  <a:moveTo>
                    <a:pt x="91439" y="109727"/>
                  </a:moveTo>
                  <a:lnTo>
                    <a:pt x="91439" y="0"/>
                  </a:lnTo>
                </a:path>
                <a:path w="744855" h="725170">
                  <a:moveTo>
                    <a:pt x="91439" y="614933"/>
                  </a:moveTo>
                  <a:lnTo>
                    <a:pt x="91439" y="72466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565147" y="558088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565147" y="558088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565147" y="597636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565147" y="597636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02208" y="5801868"/>
              <a:ext cx="970915" cy="174625"/>
            </a:xfrm>
            <a:custGeom>
              <a:avLst/>
              <a:gdLst/>
              <a:ahLst/>
              <a:cxnLst/>
              <a:rect l="l" t="t" r="r" b="b"/>
              <a:pathLst>
                <a:path w="970914" h="174625">
                  <a:moveTo>
                    <a:pt x="970787" y="174497"/>
                  </a:moveTo>
                  <a:lnTo>
                    <a:pt x="0" y="174497"/>
                  </a:lnTo>
                </a:path>
                <a:path w="970914" h="174625">
                  <a:moveTo>
                    <a:pt x="91439" y="64769"/>
                  </a:moveTo>
                  <a:lnTo>
                    <a:pt x="9143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75360" y="586663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75360" y="586663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802889" y="5293755"/>
            <a:ext cx="35814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Ø.25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8" name="object 6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01239" y="5556503"/>
            <a:ext cx="102107" cy="73913"/>
          </a:xfrm>
          <a:prstGeom prst="rect">
            <a:avLst/>
          </a:prstGeom>
        </p:spPr>
      </p:pic>
      <p:sp>
        <p:nvSpPr>
          <p:cNvPr id="69" name="object 69"/>
          <p:cNvSpPr/>
          <p:nvPr/>
        </p:nvSpPr>
        <p:spPr>
          <a:xfrm>
            <a:off x="2204466" y="3960876"/>
            <a:ext cx="0" cy="299085"/>
          </a:xfrm>
          <a:custGeom>
            <a:avLst/>
            <a:gdLst/>
            <a:ahLst/>
            <a:cxnLst/>
            <a:rect l="l" t="t" r="r" b="b"/>
            <a:pathLst>
              <a:path h="299085">
                <a:moveTo>
                  <a:pt x="0" y="0"/>
                </a:moveTo>
                <a:lnTo>
                  <a:pt x="0" y="29870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204466" y="4324350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204466" y="4452366"/>
            <a:ext cx="0" cy="299720"/>
          </a:xfrm>
          <a:custGeom>
            <a:avLst/>
            <a:gdLst/>
            <a:ahLst/>
            <a:cxnLst/>
            <a:rect l="l" t="t" r="r" b="b"/>
            <a:pathLst>
              <a:path h="299720">
                <a:moveTo>
                  <a:pt x="0" y="0"/>
                </a:moveTo>
                <a:lnTo>
                  <a:pt x="0" y="29946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694682" y="5690616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5">
                <a:moveTo>
                  <a:pt x="298703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565903" y="5690616"/>
            <a:ext cx="64135" cy="0"/>
          </a:xfrm>
          <a:custGeom>
            <a:avLst/>
            <a:gdLst/>
            <a:ahLst/>
            <a:cxnLst/>
            <a:rect l="l" t="t" r="r" b="b"/>
            <a:pathLst>
              <a:path w="64135">
                <a:moveTo>
                  <a:pt x="64007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202429" y="5690616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5">
                <a:moveTo>
                  <a:pt x="298703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75"/>
          <p:cNvGrpSpPr/>
          <p:nvPr/>
        </p:nvGrpSpPr>
        <p:grpSpPr>
          <a:xfrm>
            <a:off x="902208" y="5400294"/>
            <a:ext cx="970915" cy="180340"/>
            <a:chOff x="902208" y="5400294"/>
            <a:chExt cx="970915" cy="180340"/>
          </a:xfrm>
        </p:grpSpPr>
        <p:sp>
          <p:nvSpPr>
            <p:cNvPr id="76" name="object 76"/>
            <p:cNvSpPr/>
            <p:nvPr/>
          </p:nvSpPr>
          <p:spPr>
            <a:xfrm>
              <a:off x="902208" y="5404866"/>
              <a:ext cx="970915" cy="175260"/>
            </a:xfrm>
            <a:custGeom>
              <a:avLst/>
              <a:gdLst/>
              <a:ahLst/>
              <a:cxnLst/>
              <a:rect l="l" t="t" r="r" b="b"/>
              <a:pathLst>
                <a:path w="970914" h="175260">
                  <a:moveTo>
                    <a:pt x="970787" y="0"/>
                  </a:moveTo>
                  <a:lnTo>
                    <a:pt x="0" y="0"/>
                  </a:lnTo>
                </a:path>
                <a:path w="970914" h="175260">
                  <a:moveTo>
                    <a:pt x="91439" y="109727"/>
                  </a:moveTo>
                  <a:lnTo>
                    <a:pt x="91439" y="17525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975360" y="540486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75360" y="540486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828547" y="5578743"/>
            <a:ext cx="913765" cy="352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8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.625</a:t>
            </a:r>
            <a:endParaRPr sz="1200">
              <a:latin typeface="Arial MT"/>
              <a:cs typeface="Arial MT"/>
            </a:endParaRPr>
          </a:p>
          <a:p>
            <a:pPr marL="601980">
              <a:lnSpc>
                <a:spcPts val="1280"/>
              </a:lnSpc>
            </a:pPr>
            <a:r>
              <a:rPr sz="1200" spc="-20" dirty="0">
                <a:latin typeface="Arial MT"/>
                <a:cs typeface="Arial MT"/>
              </a:rPr>
              <a:t>.313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694497" y="5731573"/>
            <a:ext cx="734695" cy="651510"/>
            <a:chOff x="1694497" y="5731573"/>
            <a:chExt cx="734695" cy="651510"/>
          </a:xfrm>
        </p:grpSpPr>
        <p:sp>
          <p:nvSpPr>
            <p:cNvPr id="81" name="object 81"/>
            <p:cNvSpPr/>
            <p:nvPr/>
          </p:nvSpPr>
          <p:spPr>
            <a:xfrm>
              <a:off x="1699260" y="5736335"/>
              <a:ext cx="725170" cy="641985"/>
            </a:xfrm>
            <a:custGeom>
              <a:avLst/>
              <a:gdLst/>
              <a:ahLst/>
              <a:cxnLst/>
              <a:rect l="l" t="t" r="r" b="b"/>
              <a:pathLst>
                <a:path w="725169" h="641985">
                  <a:moveTo>
                    <a:pt x="219455" y="285749"/>
                  </a:moveTo>
                  <a:lnTo>
                    <a:pt x="219455" y="641603"/>
                  </a:lnTo>
                </a:path>
                <a:path w="725169" h="641985">
                  <a:moveTo>
                    <a:pt x="505205" y="0"/>
                  </a:moveTo>
                  <a:lnTo>
                    <a:pt x="505205" y="641603"/>
                  </a:lnTo>
                </a:path>
                <a:path w="725169" h="641985">
                  <a:moveTo>
                    <a:pt x="109727" y="550163"/>
                  </a:moveTo>
                  <a:lnTo>
                    <a:pt x="0" y="550163"/>
                  </a:lnTo>
                </a:path>
                <a:path w="725169" h="641985">
                  <a:moveTo>
                    <a:pt x="614933" y="550163"/>
                  </a:moveTo>
                  <a:lnTo>
                    <a:pt x="724661" y="55016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808988" y="6268211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808988" y="6268211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204466" y="6268211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204466" y="6268211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2451607" y="6174627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.313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699260" y="6022085"/>
            <a:ext cx="224154" cy="666750"/>
            <a:chOff x="1699260" y="6022085"/>
            <a:chExt cx="224154" cy="666750"/>
          </a:xfrm>
        </p:grpSpPr>
        <p:sp>
          <p:nvSpPr>
            <p:cNvPr id="88" name="object 88"/>
            <p:cNvSpPr/>
            <p:nvPr/>
          </p:nvSpPr>
          <p:spPr>
            <a:xfrm>
              <a:off x="1699260" y="6022085"/>
              <a:ext cx="219710" cy="666750"/>
            </a:xfrm>
            <a:custGeom>
              <a:avLst/>
              <a:gdLst/>
              <a:ahLst/>
              <a:cxnLst/>
              <a:rect l="l" t="t" r="r" b="b"/>
              <a:pathLst>
                <a:path w="219710" h="666750">
                  <a:moveTo>
                    <a:pt x="219455" y="0"/>
                  </a:moveTo>
                  <a:lnTo>
                    <a:pt x="219455" y="666749"/>
                  </a:lnTo>
                </a:path>
                <a:path w="219710" h="666750">
                  <a:moveTo>
                    <a:pt x="109727" y="575309"/>
                  </a:moveTo>
                  <a:lnTo>
                    <a:pt x="0" y="57530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808988" y="657910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808988" y="657910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2485644" y="6022085"/>
            <a:ext cx="224154" cy="666750"/>
            <a:chOff x="2485644" y="6022085"/>
            <a:chExt cx="224154" cy="666750"/>
          </a:xfrm>
        </p:grpSpPr>
        <p:sp>
          <p:nvSpPr>
            <p:cNvPr id="92" name="object 92"/>
            <p:cNvSpPr/>
            <p:nvPr/>
          </p:nvSpPr>
          <p:spPr>
            <a:xfrm>
              <a:off x="2490216" y="6022085"/>
              <a:ext cx="219710" cy="666750"/>
            </a:xfrm>
            <a:custGeom>
              <a:avLst/>
              <a:gdLst/>
              <a:ahLst/>
              <a:cxnLst/>
              <a:rect l="l" t="t" r="r" b="b"/>
              <a:pathLst>
                <a:path w="219710" h="666750">
                  <a:moveTo>
                    <a:pt x="0" y="0"/>
                  </a:moveTo>
                  <a:lnTo>
                    <a:pt x="0" y="666749"/>
                  </a:lnTo>
                </a:path>
                <a:path w="219710" h="666750">
                  <a:moveTo>
                    <a:pt x="109727" y="575309"/>
                  </a:moveTo>
                  <a:lnTo>
                    <a:pt x="219455" y="57530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490216" y="657910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490216" y="657910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2038604" y="6484761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.625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821928" y="5077347"/>
            <a:ext cx="613410" cy="394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45'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x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0.6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10" dirty="0">
                <a:latin typeface="Arial MT"/>
                <a:cs typeface="Arial MT"/>
              </a:rPr>
              <a:t>Chamfer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8312657" y="5184647"/>
            <a:ext cx="479425" cy="430530"/>
            <a:chOff x="8312657" y="5184647"/>
            <a:chExt cx="479425" cy="430530"/>
          </a:xfrm>
        </p:grpSpPr>
        <p:pic>
          <p:nvPicPr>
            <p:cNvPr id="98" name="object 9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12657" y="5519927"/>
              <a:ext cx="85343" cy="95249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8383523" y="5189219"/>
              <a:ext cx="403860" cy="342900"/>
            </a:xfrm>
            <a:custGeom>
              <a:avLst/>
              <a:gdLst/>
              <a:ahLst/>
              <a:cxnLst/>
              <a:rect l="l" t="t" r="r" b="b"/>
              <a:pathLst>
                <a:path w="403859" h="342900">
                  <a:moveTo>
                    <a:pt x="0" y="342899"/>
                  </a:moveTo>
                  <a:lnTo>
                    <a:pt x="294131" y="0"/>
                  </a:lnTo>
                  <a:lnTo>
                    <a:pt x="40385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100"/>
          <p:cNvGrpSpPr/>
          <p:nvPr/>
        </p:nvGrpSpPr>
        <p:grpSpPr>
          <a:xfrm>
            <a:off x="2531173" y="4404931"/>
            <a:ext cx="365760" cy="241935"/>
            <a:chOff x="2531173" y="4404931"/>
            <a:chExt cx="365760" cy="241935"/>
          </a:xfrm>
        </p:grpSpPr>
        <p:sp>
          <p:nvSpPr>
            <p:cNvPr id="101" name="object 101"/>
            <p:cNvSpPr/>
            <p:nvPr/>
          </p:nvSpPr>
          <p:spPr>
            <a:xfrm>
              <a:off x="2535935" y="4409694"/>
              <a:ext cx="356235" cy="232410"/>
            </a:xfrm>
            <a:custGeom>
              <a:avLst/>
              <a:gdLst/>
              <a:ahLst/>
              <a:cxnLst/>
              <a:rect l="l" t="t" r="r" b="b"/>
              <a:pathLst>
                <a:path w="356235" h="232410">
                  <a:moveTo>
                    <a:pt x="0" y="232409"/>
                  </a:moveTo>
                  <a:lnTo>
                    <a:pt x="355853" y="232409"/>
                  </a:lnTo>
                </a:path>
                <a:path w="356235" h="232410">
                  <a:moveTo>
                    <a:pt x="264413" y="122681"/>
                  </a:moveTo>
                  <a:lnTo>
                    <a:pt x="264413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782061" y="453237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782061" y="453237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" name="object 104"/>
          <p:cNvGrpSpPr/>
          <p:nvPr/>
        </p:nvGrpSpPr>
        <p:grpSpPr>
          <a:xfrm>
            <a:off x="2535935" y="3951732"/>
            <a:ext cx="356235" cy="237490"/>
            <a:chOff x="2535935" y="3951732"/>
            <a:chExt cx="356235" cy="237490"/>
          </a:xfrm>
        </p:grpSpPr>
        <p:sp>
          <p:nvSpPr>
            <p:cNvPr id="105" name="object 105"/>
            <p:cNvSpPr/>
            <p:nvPr/>
          </p:nvSpPr>
          <p:spPr>
            <a:xfrm>
              <a:off x="2535935" y="3956304"/>
              <a:ext cx="356235" cy="232410"/>
            </a:xfrm>
            <a:custGeom>
              <a:avLst/>
              <a:gdLst/>
              <a:ahLst/>
              <a:cxnLst/>
              <a:rect l="l" t="t" r="r" b="b"/>
              <a:pathLst>
                <a:path w="356235" h="232410">
                  <a:moveTo>
                    <a:pt x="0" y="0"/>
                  </a:moveTo>
                  <a:lnTo>
                    <a:pt x="355853" y="0"/>
                  </a:lnTo>
                </a:path>
                <a:path w="356235" h="232410">
                  <a:moveTo>
                    <a:pt x="264413" y="109727"/>
                  </a:moveTo>
                  <a:lnTo>
                    <a:pt x="264413" y="23240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782061" y="395630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782061" y="395630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2677160" y="4187331"/>
            <a:ext cx="2387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Arial MT"/>
                <a:cs typeface="Arial MT"/>
              </a:rPr>
              <a:t>.75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928102" y="2815731"/>
            <a:ext cx="1282700" cy="7600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12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Teeth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Arial MT"/>
                <a:cs typeface="Arial MT"/>
              </a:rPr>
              <a:t>12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Pitch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rack</a:t>
            </a:r>
            <a:endParaRPr sz="120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Linear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Pitch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.262</a:t>
            </a:r>
            <a:endParaRPr sz="12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Tooth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depth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0.179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7315200" y="2936748"/>
            <a:ext cx="592455" cy="970915"/>
            <a:chOff x="7315200" y="2936748"/>
            <a:chExt cx="592455" cy="970915"/>
          </a:xfrm>
        </p:grpSpPr>
        <p:pic>
          <p:nvPicPr>
            <p:cNvPr id="111" name="object 1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5200" y="3800856"/>
              <a:ext cx="64769" cy="106679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7363967" y="2941320"/>
              <a:ext cx="539115" cy="867410"/>
            </a:xfrm>
            <a:custGeom>
              <a:avLst/>
              <a:gdLst/>
              <a:ahLst/>
              <a:cxnLst/>
              <a:rect l="l" t="t" r="r" b="b"/>
              <a:pathLst>
                <a:path w="539115" h="867410">
                  <a:moveTo>
                    <a:pt x="0" y="867155"/>
                  </a:moveTo>
                  <a:lnTo>
                    <a:pt x="429005" y="0"/>
                  </a:lnTo>
                  <a:lnTo>
                    <a:pt x="538733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" name="object 113"/>
          <p:cNvGrpSpPr/>
          <p:nvPr/>
        </p:nvGrpSpPr>
        <p:grpSpPr>
          <a:xfrm>
            <a:off x="2535935" y="2753106"/>
            <a:ext cx="704850" cy="1893570"/>
            <a:chOff x="2535935" y="2753106"/>
            <a:chExt cx="704850" cy="1893570"/>
          </a:xfrm>
        </p:grpSpPr>
        <p:sp>
          <p:nvSpPr>
            <p:cNvPr id="114" name="object 114"/>
            <p:cNvSpPr/>
            <p:nvPr/>
          </p:nvSpPr>
          <p:spPr>
            <a:xfrm>
              <a:off x="2535935" y="2753106"/>
              <a:ext cx="704850" cy="1889125"/>
            </a:xfrm>
            <a:custGeom>
              <a:avLst/>
              <a:gdLst/>
              <a:ahLst/>
              <a:cxnLst/>
              <a:rect l="l" t="t" r="r" b="b"/>
              <a:pathLst>
                <a:path w="704850" h="1889125">
                  <a:moveTo>
                    <a:pt x="0" y="1888997"/>
                  </a:moveTo>
                  <a:lnTo>
                    <a:pt x="704849" y="1888997"/>
                  </a:lnTo>
                </a:path>
                <a:path w="704850" h="1889125">
                  <a:moveTo>
                    <a:pt x="613409" y="1779269"/>
                  </a:moveTo>
                  <a:lnTo>
                    <a:pt x="61340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131057" y="453237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131057" y="453237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7" name="object 117"/>
          <p:cNvGrpSpPr/>
          <p:nvPr/>
        </p:nvGrpSpPr>
        <p:grpSpPr>
          <a:xfrm>
            <a:off x="2481072" y="637032"/>
            <a:ext cx="760095" cy="1893570"/>
            <a:chOff x="2481072" y="637032"/>
            <a:chExt cx="760095" cy="1893570"/>
          </a:xfrm>
        </p:grpSpPr>
        <p:sp>
          <p:nvSpPr>
            <p:cNvPr id="118" name="object 118"/>
            <p:cNvSpPr/>
            <p:nvPr/>
          </p:nvSpPr>
          <p:spPr>
            <a:xfrm>
              <a:off x="2481072" y="641604"/>
              <a:ext cx="760095" cy="1889125"/>
            </a:xfrm>
            <a:custGeom>
              <a:avLst/>
              <a:gdLst/>
              <a:ahLst/>
              <a:cxnLst/>
              <a:rect l="l" t="t" r="r" b="b"/>
              <a:pathLst>
                <a:path w="760094" h="1889125">
                  <a:moveTo>
                    <a:pt x="0" y="0"/>
                  </a:moveTo>
                  <a:lnTo>
                    <a:pt x="759713" y="0"/>
                  </a:lnTo>
                </a:path>
                <a:path w="760094" h="1889125">
                  <a:moveTo>
                    <a:pt x="668273" y="109727"/>
                  </a:moveTo>
                  <a:lnTo>
                    <a:pt x="668273" y="188899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131058" y="64160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131058" y="641604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2946907" y="2529981"/>
            <a:ext cx="40894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 dirty="0">
                <a:latin typeface="Arial MT"/>
                <a:cs typeface="Arial MT"/>
              </a:rPr>
              <a:t>4.375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58393" y="6770511"/>
            <a:ext cx="1176020" cy="579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X.X = +/- </a:t>
            </a:r>
            <a:r>
              <a:rPr sz="1200" spc="-20" dirty="0">
                <a:latin typeface="Arial MT"/>
                <a:cs typeface="Arial MT"/>
              </a:rPr>
              <a:t>.020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dirty="0">
                <a:latin typeface="Arial MT"/>
                <a:cs typeface="Arial MT"/>
              </a:rPr>
              <a:t>X.XX = +/- </a:t>
            </a:r>
            <a:r>
              <a:rPr sz="1200" spc="-20" dirty="0">
                <a:latin typeface="Arial MT"/>
                <a:cs typeface="Arial MT"/>
              </a:rPr>
              <a:t>.010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Arial MT"/>
                <a:cs typeface="Arial MT"/>
              </a:rPr>
              <a:t>X.XXX = +/- </a:t>
            </a:r>
            <a:r>
              <a:rPr sz="1200" spc="-20" dirty="0">
                <a:latin typeface="Arial MT"/>
                <a:cs typeface="Arial MT"/>
              </a:rPr>
              <a:t>.005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5659628" y="4808248"/>
            <a:ext cx="229870" cy="3937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5293613" y="5633466"/>
            <a:ext cx="33655" cy="78740"/>
          </a:xfrm>
          <a:custGeom>
            <a:avLst/>
            <a:gdLst/>
            <a:ahLst/>
            <a:cxnLst/>
            <a:rect l="l" t="t" r="r" b="b"/>
            <a:pathLst>
              <a:path w="33654" h="78739">
                <a:moveTo>
                  <a:pt x="0" y="0"/>
                </a:moveTo>
                <a:lnTo>
                  <a:pt x="11429" y="31241"/>
                </a:lnTo>
                <a:lnTo>
                  <a:pt x="26669" y="65531"/>
                </a:lnTo>
                <a:lnTo>
                  <a:pt x="33527" y="7848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375147" y="5782817"/>
            <a:ext cx="59690" cy="62230"/>
          </a:xfrm>
          <a:custGeom>
            <a:avLst/>
            <a:gdLst/>
            <a:ahLst/>
            <a:cxnLst/>
            <a:rect l="l" t="t" r="r" b="b"/>
            <a:pathLst>
              <a:path w="59689" h="62229">
                <a:moveTo>
                  <a:pt x="0" y="0"/>
                </a:moveTo>
                <a:lnTo>
                  <a:pt x="6857" y="9143"/>
                </a:lnTo>
                <a:lnTo>
                  <a:pt x="32003" y="37337"/>
                </a:lnTo>
                <a:lnTo>
                  <a:pt x="59435" y="61721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503926" y="5894070"/>
            <a:ext cx="413384" cy="64135"/>
          </a:xfrm>
          <a:custGeom>
            <a:avLst/>
            <a:gdLst/>
            <a:ahLst/>
            <a:cxnLst/>
            <a:rect l="l" t="t" r="r" b="b"/>
            <a:pathLst>
              <a:path w="413385" h="64135">
                <a:moveTo>
                  <a:pt x="0" y="0"/>
                </a:moveTo>
                <a:lnTo>
                  <a:pt x="57911" y="28955"/>
                </a:lnTo>
                <a:lnTo>
                  <a:pt x="128777" y="51815"/>
                </a:lnTo>
                <a:lnTo>
                  <a:pt x="202691" y="63245"/>
                </a:lnTo>
                <a:lnTo>
                  <a:pt x="240029" y="64007"/>
                </a:lnTo>
                <a:lnTo>
                  <a:pt x="277367" y="62483"/>
                </a:lnTo>
                <a:lnTo>
                  <a:pt x="314705" y="57911"/>
                </a:lnTo>
                <a:lnTo>
                  <a:pt x="351281" y="50291"/>
                </a:lnTo>
                <a:lnTo>
                  <a:pt x="387095" y="39623"/>
                </a:lnTo>
                <a:lnTo>
                  <a:pt x="413003" y="2971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993129" y="5832347"/>
            <a:ext cx="67945" cy="52705"/>
          </a:xfrm>
          <a:custGeom>
            <a:avLst/>
            <a:gdLst/>
            <a:ahLst/>
            <a:cxnLst/>
            <a:rect l="l" t="t" r="r" b="b"/>
            <a:pathLst>
              <a:path w="67945" h="52704">
                <a:moveTo>
                  <a:pt x="0" y="52577"/>
                </a:moveTo>
                <a:lnTo>
                  <a:pt x="29717" y="32003"/>
                </a:lnTo>
                <a:lnTo>
                  <a:pt x="58673" y="8381"/>
                </a:lnTo>
                <a:lnTo>
                  <a:pt x="6781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118097" y="5695950"/>
            <a:ext cx="45085" cy="73660"/>
          </a:xfrm>
          <a:custGeom>
            <a:avLst/>
            <a:gdLst/>
            <a:ahLst/>
            <a:cxnLst/>
            <a:rect l="l" t="t" r="r" b="b"/>
            <a:pathLst>
              <a:path w="45085" h="73660">
                <a:moveTo>
                  <a:pt x="0" y="73151"/>
                </a:moveTo>
                <a:lnTo>
                  <a:pt x="8381" y="61721"/>
                </a:lnTo>
                <a:lnTo>
                  <a:pt x="28955" y="30479"/>
                </a:lnTo>
                <a:lnTo>
                  <a:pt x="4495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9" name="object 129"/>
          <p:cNvGrpSpPr/>
          <p:nvPr/>
        </p:nvGrpSpPr>
        <p:grpSpPr>
          <a:xfrm>
            <a:off x="5265419" y="5049773"/>
            <a:ext cx="300990" cy="504825"/>
            <a:chOff x="5265419" y="5049773"/>
            <a:chExt cx="300990" cy="504825"/>
          </a:xfrm>
        </p:grpSpPr>
        <p:sp>
          <p:nvSpPr>
            <p:cNvPr id="130" name="object 130"/>
            <p:cNvSpPr/>
            <p:nvPr/>
          </p:nvSpPr>
          <p:spPr>
            <a:xfrm>
              <a:off x="5269991" y="5174741"/>
              <a:ext cx="118110" cy="375285"/>
            </a:xfrm>
            <a:custGeom>
              <a:avLst/>
              <a:gdLst/>
              <a:ahLst/>
              <a:cxnLst/>
              <a:rect l="l" t="t" r="r" b="b"/>
              <a:pathLst>
                <a:path w="118110" h="375285">
                  <a:moveTo>
                    <a:pt x="118109" y="0"/>
                  </a:moveTo>
                  <a:lnTo>
                    <a:pt x="73151" y="60197"/>
                  </a:lnTo>
                  <a:lnTo>
                    <a:pt x="38861" y="125729"/>
                  </a:lnTo>
                  <a:lnTo>
                    <a:pt x="14477" y="196595"/>
                  </a:lnTo>
                  <a:lnTo>
                    <a:pt x="2285" y="270509"/>
                  </a:lnTo>
                  <a:lnTo>
                    <a:pt x="0" y="307847"/>
                  </a:lnTo>
                  <a:lnTo>
                    <a:pt x="1523" y="345185"/>
                  </a:lnTo>
                  <a:lnTo>
                    <a:pt x="4571" y="37490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67527" y="5049773"/>
              <a:ext cx="198881" cy="154685"/>
            </a:xfrm>
            <a:prstGeom prst="rect">
              <a:avLst/>
            </a:prstGeom>
          </p:spPr>
        </p:pic>
      </p:grpSp>
      <p:grpSp>
        <p:nvGrpSpPr>
          <p:cNvPr id="132" name="object 132"/>
          <p:cNvGrpSpPr/>
          <p:nvPr/>
        </p:nvGrpSpPr>
        <p:grpSpPr>
          <a:xfrm>
            <a:off x="5977127" y="5080254"/>
            <a:ext cx="239395" cy="541020"/>
            <a:chOff x="5977127" y="5080254"/>
            <a:chExt cx="239395" cy="541020"/>
          </a:xfrm>
        </p:grpSpPr>
        <p:sp>
          <p:nvSpPr>
            <p:cNvPr id="133" name="object 133"/>
            <p:cNvSpPr/>
            <p:nvPr/>
          </p:nvSpPr>
          <p:spPr>
            <a:xfrm>
              <a:off x="6134861" y="5229606"/>
              <a:ext cx="77470" cy="387350"/>
            </a:xfrm>
            <a:custGeom>
              <a:avLst/>
              <a:gdLst/>
              <a:ahLst/>
              <a:cxnLst/>
              <a:rect l="l" t="t" r="r" b="b"/>
              <a:pathLst>
                <a:path w="77470" h="387350">
                  <a:moveTo>
                    <a:pt x="58673" y="387095"/>
                  </a:moveTo>
                  <a:lnTo>
                    <a:pt x="66293" y="358139"/>
                  </a:lnTo>
                  <a:lnTo>
                    <a:pt x="73151" y="321563"/>
                  </a:lnTo>
                  <a:lnTo>
                    <a:pt x="76199" y="284225"/>
                  </a:lnTo>
                  <a:lnTo>
                    <a:pt x="76961" y="246887"/>
                  </a:lnTo>
                  <a:lnTo>
                    <a:pt x="74675" y="209549"/>
                  </a:lnTo>
                  <a:lnTo>
                    <a:pt x="60959" y="135635"/>
                  </a:lnTo>
                  <a:lnTo>
                    <a:pt x="35813" y="65531"/>
                  </a:lnTo>
                  <a:lnTo>
                    <a:pt x="19811" y="32003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77127" y="5080254"/>
              <a:ext cx="182879" cy="175259"/>
            </a:xfrm>
            <a:prstGeom prst="rect">
              <a:avLst/>
            </a:prstGeom>
          </p:spPr>
        </p:pic>
      </p:grpSp>
      <p:sp>
        <p:nvSpPr>
          <p:cNvPr id="135" name="object 135"/>
          <p:cNvSpPr txBox="1"/>
          <p:nvPr/>
        </p:nvSpPr>
        <p:spPr>
          <a:xfrm>
            <a:off x="7784083" y="4031008"/>
            <a:ext cx="1712595" cy="7632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73990">
              <a:lnSpc>
                <a:spcPct val="101000"/>
              </a:lnSpc>
              <a:spcBef>
                <a:spcPts val="85"/>
              </a:spcBef>
            </a:pPr>
            <a:r>
              <a:rPr sz="2400" dirty="0">
                <a:latin typeface="Arial MT"/>
                <a:cs typeface="Arial MT"/>
              </a:rPr>
              <a:t>DETAIL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SCALE </a:t>
            </a:r>
            <a:r>
              <a:rPr sz="2400" spc="-20" dirty="0">
                <a:latin typeface="Arial MT"/>
                <a:cs typeface="Arial MT"/>
              </a:rPr>
              <a:t>1.25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024E96A-604E-26D6-9626-37B677E19AB7}"/>
              </a:ext>
            </a:extLst>
          </p:cNvPr>
          <p:cNvSpPr txBox="1"/>
          <p:nvPr/>
        </p:nvSpPr>
        <p:spPr>
          <a:xfrm>
            <a:off x="5135684" y="6253056"/>
            <a:ext cx="4693036" cy="117036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39211" y="5663184"/>
            <a:ext cx="1449070" cy="0"/>
          </a:xfrm>
          <a:custGeom>
            <a:avLst/>
            <a:gdLst/>
            <a:ahLst/>
            <a:cxnLst/>
            <a:rect l="l" t="t" r="r" b="b"/>
            <a:pathLst>
              <a:path w="1449070">
                <a:moveTo>
                  <a:pt x="0" y="0"/>
                </a:moveTo>
                <a:lnTo>
                  <a:pt x="0" y="0"/>
                </a:lnTo>
                <a:lnTo>
                  <a:pt x="1447037" y="0"/>
                </a:lnTo>
                <a:lnTo>
                  <a:pt x="144856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40151" y="5564123"/>
            <a:ext cx="1647189" cy="0"/>
          </a:xfrm>
          <a:custGeom>
            <a:avLst/>
            <a:gdLst/>
            <a:ahLst/>
            <a:cxnLst/>
            <a:rect l="l" t="t" r="r" b="b"/>
            <a:pathLst>
              <a:path w="1647189">
                <a:moveTo>
                  <a:pt x="1646681" y="0"/>
                </a:moveTo>
                <a:lnTo>
                  <a:pt x="1646681" y="0"/>
                </a:lnTo>
                <a:lnTo>
                  <a:pt x="1523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40151" y="5251704"/>
            <a:ext cx="1647189" cy="0"/>
          </a:xfrm>
          <a:custGeom>
            <a:avLst/>
            <a:gdLst/>
            <a:ahLst/>
            <a:cxnLst/>
            <a:rect l="l" t="t" r="r" b="b"/>
            <a:pathLst>
              <a:path w="1647189">
                <a:moveTo>
                  <a:pt x="0" y="0"/>
                </a:moveTo>
                <a:lnTo>
                  <a:pt x="0" y="0"/>
                </a:lnTo>
                <a:lnTo>
                  <a:pt x="1645157" y="0"/>
                </a:lnTo>
                <a:lnTo>
                  <a:pt x="164668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7371" y="3914394"/>
            <a:ext cx="412750" cy="0"/>
          </a:xfrm>
          <a:custGeom>
            <a:avLst/>
            <a:gdLst/>
            <a:ahLst/>
            <a:cxnLst/>
            <a:rect l="l" t="t" r="r" b="b"/>
            <a:pathLst>
              <a:path w="412750">
                <a:moveTo>
                  <a:pt x="0" y="0"/>
                </a:moveTo>
                <a:lnTo>
                  <a:pt x="0" y="0"/>
                </a:lnTo>
                <a:lnTo>
                  <a:pt x="410717" y="0"/>
                </a:lnTo>
                <a:lnTo>
                  <a:pt x="41224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48761" y="4839461"/>
            <a:ext cx="1029969" cy="0"/>
          </a:xfrm>
          <a:custGeom>
            <a:avLst/>
            <a:gdLst/>
            <a:ahLst/>
            <a:cxnLst/>
            <a:rect l="l" t="t" r="r" b="b"/>
            <a:pathLst>
              <a:path w="1029970">
                <a:moveTo>
                  <a:pt x="1029461" y="0"/>
                </a:moveTo>
                <a:lnTo>
                  <a:pt x="1029461" y="0"/>
                </a:lnTo>
                <a:lnTo>
                  <a:pt x="1523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0151" y="5564123"/>
            <a:ext cx="99060" cy="99060"/>
          </a:xfrm>
          <a:custGeom>
            <a:avLst/>
            <a:gdLst/>
            <a:ahLst/>
            <a:cxnLst/>
            <a:rect l="l" t="t" r="r" b="b"/>
            <a:pathLst>
              <a:path w="99060" h="99060">
                <a:moveTo>
                  <a:pt x="99059" y="99059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87773" y="5564123"/>
            <a:ext cx="99060" cy="99060"/>
          </a:xfrm>
          <a:custGeom>
            <a:avLst/>
            <a:gdLst/>
            <a:ahLst/>
            <a:cxnLst/>
            <a:rect l="l" t="t" r="r" b="b"/>
            <a:pathLst>
              <a:path w="99060" h="99060">
                <a:moveTo>
                  <a:pt x="0" y="99059"/>
                </a:moveTo>
                <a:lnTo>
                  <a:pt x="99059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40151" y="5251704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312419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86833" y="5251704"/>
            <a:ext cx="0" cy="312420"/>
          </a:xfrm>
          <a:custGeom>
            <a:avLst/>
            <a:gdLst/>
            <a:ahLst/>
            <a:cxnLst/>
            <a:rect l="l" t="t" r="r" b="b"/>
            <a:pathLst>
              <a:path h="312420">
                <a:moveTo>
                  <a:pt x="0" y="312419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57371" y="3914394"/>
            <a:ext cx="0" cy="925194"/>
          </a:xfrm>
          <a:custGeom>
            <a:avLst/>
            <a:gdLst/>
            <a:ahLst/>
            <a:cxnLst/>
            <a:rect l="l" t="t" r="r" b="b"/>
            <a:pathLst>
              <a:path h="925195">
                <a:moveTo>
                  <a:pt x="0" y="925067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69614" y="3914394"/>
            <a:ext cx="0" cy="925194"/>
          </a:xfrm>
          <a:custGeom>
            <a:avLst/>
            <a:gdLst/>
            <a:ahLst/>
            <a:cxnLst/>
            <a:rect l="l" t="t" r="r" b="b"/>
            <a:pathLst>
              <a:path h="925195">
                <a:moveTo>
                  <a:pt x="0" y="925067"/>
                </a:moveTo>
                <a:lnTo>
                  <a:pt x="0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78223" y="4839461"/>
            <a:ext cx="308610" cy="412750"/>
          </a:xfrm>
          <a:custGeom>
            <a:avLst/>
            <a:gdLst/>
            <a:ahLst/>
            <a:cxnLst/>
            <a:rect l="l" t="t" r="r" b="b"/>
            <a:pathLst>
              <a:path w="308610" h="412750">
                <a:moveTo>
                  <a:pt x="0" y="0"/>
                </a:moveTo>
                <a:lnTo>
                  <a:pt x="308609" y="41224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40151" y="4839461"/>
            <a:ext cx="308610" cy="412750"/>
          </a:xfrm>
          <a:custGeom>
            <a:avLst/>
            <a:gdLst/>
            <a:ahLst/>
            <a:cxnLst/>
            <a:rect l="l" t="t" r="r" b="b"/>
            <a:pathLst>
              <a:path w="308610" h="412750">
                <a:moveTo>
                  <a:pt x="308609" y="0"/>
                </a:moveTo>
                <a:lnTo>
                  <a:pt x="0" y="41224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731769" y="950214"/>
            <a:ext cx="1664970" cy="1663700"/>
            <a:chOff x="2731769" y="950214"/>
            <a:chExt cx="1664970" cy="1663700"/>
          </a:xfrm>
        </p:grpSpPr>
        <p:sp>
          <p:nvSpPr>
            <p:cNvPr id="16" name="object 16"/>
            <p:cNvSpPr/>
            <p:nvPr/>
          </p:nvSpPr>
          <p:spPr>
            <a:xfrm>
              <a:off x="2839211" y="1058418"/>
              <a:ext cx="1449070" cy="1447800"/>
            </a:xfrm>
            <a:custGeom>
              <a:avLst/>
              <a:gdLst/>
              <a:ahLst/>
              <a:cxnLst/>
              <a:rect l="l" t="t" r="r" b="b"/>
              <a:pathLst>
                <a:path w="1449070" h="1447800">
                  <a:moveTo>
                    <a:pt x="1448561" y="723899"/>
                  </a:moveTo>
                  <a:lnTo>
                    <a:pt x="1447037" y="676655"/>
                  </a:lnTo>
                  <a:lnTo>
                    <a:pt x="1443227" y="637793"/>
                  </a:lnTo>
                </a:path>
                <a:path w="1449070" h="1447800">
                  <a:moveTo>
                    <a:pt x="1437131" y="594359"/>
                  </a:moveTo>
                  <a:lnTo>
                    <a:pt x="1434845" y="583691"/>
                  </a:lnTo>
                  <a:lnTo>
                    <a:pt x="1424939" y="538733"/>
                  </a:lnTo>
                  <a:lnTo>
                    <a:pt x="1416557" y="510539"/>
                  </a:lnTo>
                </a:path>
                <a:path w="1449070" h="1447800">
                  <a:moveTo>
                    <a:pt x="1402079" y="469391"/>
                  </a:moveTo>
                  <a:lnTo>
                    <a:pt x="1394459" y="449579"/>
                  </a:lnTo>
                  <a:lnTo>
                    <a:pt x="1375409" y="406907"/>
                  </a:lnTo>
                  <a:lnTo>
                    <a:pt x="1367027" y="390143"/>
                  </a:lnTo>
                </a:path>
                <a:path w="1449070" h="1447800">
                  <a:moveTo>
                    <a:pt x="1345691" y="352805"/>
                  </a:moveTo>
                  <a:lnTo>
                    <a:pt x="1328927" y="325373"/>
                  </a:lnTo>
                  <a:lnTo>
                    <a:pt x="1302257" y="287273"/>
                  </a:lnTo>
                  <a:lnTo>
                    <a:pt x="1296923" y="281177"/>
                  </a:lnTo>
                </a:path>
                <a:path w="1449070" h="1447800">
                  <a:moveTo>
                    <a:pt x="1269491" y="247649"/>
                  </a:moveTo>
                  <a:lnTo>
                    <a:pt x="1240535" y="215645"/>
                  </a:lnTo>
                  <a:lnTo>
                    <a:pt x="1208531" y="185927"/>
                  </a:lnTo>
                </a:path>
                <a:path w="1449070" h="1447800">
                  <a:moveTo>
                    <a:pt x="1175765" y="157733"/>
                  </a:moveTo>
                  <a:lnTo>
                    <a:pt x="1170431" y="153923"/>
                  </a:lnTo>
                  <a:lnTo>
                    <a:pt x="1133093" y="125729"/>
                  </a:lnTo>
                  <a:lnTo>
                    <a:pt x="1104899" y="108203"/>
                  </a:lnTo>
                </a:path>
                <a:path w="1449070" h="1447800">
                  <a:moveTo>
                    <a:pt x="1067561" y="86105"/>
                  </a:moveTo>
                  <a:lnTo>
                    <a:pt x="1052321" y="78485"/>
                  </a:lnTo>
                  <a:lnTo>
                    <a:pt x="1009649" y="57911"/>
                  </a:lnTo>
                  <a:lnTo>
                    <a:pt x="988313" y="50291"/>
                  </a:lnTo>
                </a:path>
                <a:path w="1449070" h="1447800">
                  <a:moveTo>
                    <a:pt x="947927" y="35813"/>
                  </a:moveTo>
                  <a:lnTo>
                    <a:pt x="921257" y="26669"/>
                  </a:lnTo>
                  <a:lnTo>
                    <a:pt x="875537" y="16001"/>
                  </a:lnTo>
                  <a:lnTo>
                    <a:pt x="864107" y="13715"/>
                  </a:lnTo>
                </a:path>
                <a:path w="1449070" h="1447800">
                  <a:moveTo>
                    <a:pt x="821435" y="6095"/>
                  </a:moveTo>
                  <a:lnTo>
                    <a:pt x="782573" y="2285"/>
                  </a:lnTo>
                  <a:lnTo>
                    <a:pt x="736091" y="0"/>
                  </a:lnTo>
                  <a:lnTo>
                    <a:pt x="734567" y="0"/>
                  </a:lnTo>
                </a:path>
                <a:path w="1449070" h="1447800">
                  <a:moveTo>
                    <a:pt x="691895" y="761"/>
                  </a:moveTo>
                  <a:lnTo>
                    <a:pt x="688847" y="761"/>
                  </a:lnTo>
                  <a:lnTo>
                    <a:pt x="642365" y="4571"/>
                  </a:lnTo>
                  <a:lnTo>
                    <a:pt x="605789" y="9905"/>
                  </a:lnTo>
                </a:path>
                <a:path w="1449070" h="1447800">
                  <a:moveTo>
                    <a:pt x="563117" y="18287"/>
                  </a:moveTo>
                  <a:lnTo>
                    <a:pt x="550163" y="21335"/>
                  </a:lnTo>
                  <a:lnTo>
                    <a:pt x="505205" y="33527"/>
                  </a:lnTo>
                  <a:lnTo>
                    <a:pt x="480059" y="42671"/>
                  </a:lnTo>
                </a:path>
                <a:path w="1449070" h="1447800">
                  <a:moveTo>
                    <a:pt x="439673" y="58673"/>
                  </a:moveTo>
                  <a:lnTo>
                    <a:pt x="417575" y="67817"/>
                  </a:lnTo>
                  <a:lnTo>
                    <a:pt x="375665" y="89153"/>
                  </a:lnTo>
                  <a:lnTo>
                    <a:pt x="361949" y="97535"/>
                  </a:lnTo>
                </a:path>
                <a:path w="1449070" h="1447800">
                  <a:moveTo>
                    <a:pt x="325373" y="119633"/>
                  </a:moveTo>
                  <a:lnTo>
                    <a:pt x="296417" y="139445"/>
                  </a:lnTo>
                  <a:lnTo>
                    <a:pt x="259841" y="168401"/>
                  </a:lnTo>
                  <a:lnTo>
                    <a:pt x="256031" y="171449"/>
                  </a:lnTo>
                </a:path>
                <a:path w="1449070" h="1447800">
                  <a:moveTo>
                    <a:pt x="223265" y="200405"/>
                  </a:moveTo>
                  <a:lnTo>
                    <a:pt x="192023" y="233171"/>
                  </a:lnTo>
                  <a:lnTo>
                    <a:pt x="164591" y="264413"/>
                  </a:lnTo>
                </a:path>
                <a:path w="1449070" h="1447800">
                  <a:moveTo>
                    <a:pt x="137921" y="298703"/>
                  </a:moveTo>
                  <a:lnTo>
                    <a:pt x="132587" y="305561"/>
                  </a:lnTo>
                  <a:lnTo>
                    <a:pt x="106679" y="345185"/>
                  </a:lnTo>
                  <a:lnTo>
                    <a:pt x="91439" y="371855"/>
                  </a:lnTo>
                </a:path>
                <a:path w="1449070" h="1447800">
                  <a:moveTo>
                    <a:pt x="71627" y="409955"/>
                  </a:moveTo>
                  <a:lnTo>
                    <a:pt x="63245" y="428243"/>
                  </a:lnTo>
                  <a:lnTo>
                    <a:pt x="44957" y="471677"/>
                  </a:lnTo>
                  <a:lnTo>
                    <a:pt x="38861" y="489965"/>
                  </a:lnTo>
                </a:path>
                <a:path w="1449070" h="1447800">
                  <a:moveTo>
                    <a:pt x="25907" y="531875"/>
                  </a:moveTo>
                  <a:lnTo>
                    <a:pt x="18287" y="560831"/>
                  </a:lnTo>
                  <a:lnTo>
                    <a:pt x="9143" y="607313"/>
                  </a:lnTo>
                  <a:lnTo>
                    <a:pt x="8381" y="616457"/>
                  </a:lnTo>
                </a:path>
                <a:path w="1449070" h="1447800">
                  <a:moveTo>
                    <a:pt x="3047" y="659129"/>
                  </a:moveTo>
                  <a:lnTo>
                    <a:pt x="0" y="700277"/>
                  </a:lnTo>
                  <a:lnTo>
                    <a:pt x="0" y="745997"/>
                  </a:lnTo>
                </a:path>
                <a:path w="1449070" h="1447800">
                  <a:moveTo>
                    <a:pt x="3047" y="789431"/>
                  </a:moveTo>
                  <a:lnTo>
                    <a:pt x="3047" y="794003"/>
                  </a:lnTo>
                  <a:lnTo>
                    <a:pt x="9143" y="840485"/>
                  </a:lnTo>
                  <a:lnTo>
                    <a:pt x="16001" y="874775"/>
                  </a:lnTo>
                </a:path>
                <a:path w="1449070" h="1447800">
                  <a:moveTo>
                    <a:pt x="26669" y="916685"/>
                  </a:moveTo>
                  <a:lnTo>
                    <a:pt x="30479" y="931925"/>
                  </a:lnTo>
                  <a:lnTo>
                    <a:pt x="44957" y="976121"/>
                  </a:lnTo>
                  <a:lnTo>
                    <a:pt x="54101" y="998981"/>
                  </a:lnTo>
                </a:path>
                <a:path w="1449070" h="1447800">
                  <a:moveTo>
                    <a:pt x="72389" y="1038605"/>
                  </a:moveTo>
                  <a:lnTo>
                    <a:pt x="83819" y="1062227"/>
                  </a:lnTo>
                  <a:lnTo>
                    <a:pt x="106679" y="1102613"/>
                  </a:lnTo>
                  <a:lnTo>
                    <a:pt x="114299" y="1114043"/>
                  </a:lnTo>
                </a:path>
                <a:path w="1449070" h="1447800">
                  <a:moveTo>
                    <a:pt x="138683" y="1149857"/>
                  </a:moveTo>
                  <a:lnTo>
                    <a:pt x="160781" y="1179575"/>
                  </a:lnTo>
                  <a:lnTo>
                    <a:pt x="192023" y="1214627"/>
                  </a:lnTo>
                  <a:lnTo>
                    <a:pt x="193547" y="1216913"/>
                  </a:lnTo>
                </a:path>
                <a:path w="1449070" h="1447800">
                  <a:moveTo>
                    <a:pt x="224027" y="1247393"/>
                  </a:moveTo>
                  <a:lnTo>
                    <a:pt x="224789" y="1248155"/>
                  </a:lnTo>
                  <a:lnTo>
                    <a:pt x="259841" y="1279397"/>
                  </a:lnTo>
                  <a:lnTo>
                    <a:pt x="290321" y="1303781"/>
                  </a:lnTo>
                </a:path>
                <a:path w="1449070" h="1447800">
                  <a:moveTo>
                    <a:pt x="326135" y="1328165"/>
                  </a:moveTo>
                  <a:lnTo>
                    <a:pt x="335279" y="1335023"/>
                  </a:lnTo>
                  <a:lnTo>
                    <a:pt x="375665" y="1358645"/>
                  </a:lnTo>
                  <a:lnTo>
                    <a:pt x="400811" y="1371599"/>
                  </a:lnTo>
                </a:path>
                <a:path w="1449070" h="1447800">
                  <a:moveTo>
                    <a:pt x="440435" y="1389887"/>
                  </a:moveTo>
                  <a:lnTo>
                    <a:pt x="461009" y="1398269"/>
                  </a:lnTo>
                  <a:lnTo>
                    <a:pt x="505205" y="1414271"/>
                  </a:lnTo>
                  <a:lnTo>
                    <a:pt x="521969" y="1418843"/>
                  </a:lnTo>
                </a:path>
                <a:path w="1449070" h="1447800">
                  <a:moveTo>
                    <a:pt x="563879" y="1429511"/>
                  </a:moveTo>
                  <a:lnTo>
                    <a:pt x="595883" y="1436369"/>
                  </a:lnTo>
                  <a:lnTo>
                    <a:pt x="642365" y="1443227"/>
                  </a:lnTo>
                  <a:lnTo>
                    <a:pt x="649223" y="1443989"/>
                  </a:lnTo>
                </a:path>
                <a:path w="1449070" h="1447800">
                  <a:moveTo>
                    <a:pt x="692657" y="1447037"/>
                  </a:moveTo>
                  <a:lnTo>
                    <a:pt x="736091" y="1447799"/>
                  </a:lnTo>
                  <a:lnTo>
                    <a:pt x="778763" y="1445513"/>
                  </a:lnTo>
                </a:path>
                <a:path w="1449070" h="1447800">
                  <a:moveTo>
                    <a:pt x="822197" y="1440941"/>
                  </a:moveTo>
                  <a:lnTo>
                    <a:pt x="829817" y="1440179"/>
                  </a:lnTo>
                  <a:lnTo>
                    <a:pt x="875537" y="1431797"/>
                  </a:lnTo>
                  <a:lnTo>
                    <a:pt x="906779" y="1424177"/>
                  </a:lnTo>
                </a:path>
                <a:path w="1449070" h="1447800">
                  <a:moveTo>
                    <a:pt x="948689" y="1411985"/>
                  </a:moveTo>
                  <a:lnTo>
                    <a:pt x="966215" y="1406651"/>
                  </a:lnTo>
                  <a:lnTo>
                    <a:pt x="1009649" y="1389887"/>
                  </a:lnTo>
                  <a:lnTo>
                    <a:pt x="1029461" y="1380743"/>
                  </a:lnTo>
                </a:path>
                <a:path w="1449070" h="1447800">
                  <a:moveTo>
                    <a:pt x="1068323" y="1360931"/>
                  </a:moveTo>
                  <a:lnTo>
                    <a:pt x="1093469" y="1347215"/>
                  </a:lnTo>
                  <a:lnTo>
                    <a:pt x="1133093" y="1322069"/>
                  </a:lnTo>
                  <a:lnTo>
                    <a:pt x="1141475" y="1315211"/>
                  </a:lnTo>
                </a:path>
                <a:path w="1449070" h="1447800">
                  <a:moveTo>
                    <a:pt x="1176527" y="1289303"/>
                  </a:moveTo>
                  <a:lnTo>
                    <a:pt x="1207007" y="1264157"/>
                  </a:lnTo>
                  <a:lnTo>
                    <a:pt x="1240535" y="1232153"/>
                  </a:lnTo>
                  <a:lnTo>
                    <a:pt x="1240535" y="1231391"/>
                  </a:lnTo>
                </a:path>
                <a:path w="1449070" h="1447800">
                  <a:moveTo>
                    <a:pt x="1270253" y="1199387"/>
                  </a:moveTo>
                  <a:lnTo>
                    <a:pt x="1272539" y="1197101"/>
                  </a:lnTo>
                  <a:lnTo>
                    <a:pt x="1302257" y="1160525"/>
                  </a:lnTo>
                  <a:lnTo>
                    <a:pt x="1322831" y="1130807"/>
                  </a:lnTo>
                </a:path>
                <a:path w="1449070" h="1447800">
                  <a:moveTo>
                    <a:pt x="1346453" y="1094231"/>
                  </a:moveTo>
                  <a:lnTo>
                    <a:pt x="1353311" y="1082801"/>
                  </a:lnTo>
                  <a:lnTo>
                    <a:pt x="1375409" y="1040891"/>
                  </a:lnTo>
                  <a:lnTo>
                    <a:pt x="1386077" y="1017269"/>
                  </a:lnTo>
                </a:path>
                <a:path w="1449070" h="1447800">
                  <a:moveTo>
                    <a:pt x="1402841" y="977645"/>
                  </a:moveTo>
                  <a:lnTo>
                    <a:pt x="1411223" y="954023"/>
                  </a:lnTo>
                  <a:lnTo>
                    <a:pt x="1424939" y="909065"/>
                  </a:lnTo>
                  <a:lnTo>
                    <a:pt x="1427987" y="894587"/>
                  </a:lnTo>
                </a:path>
                <a:path w="1449070" h="1447800">
                  <a:moveTo>
                    <a:pt x="1437131" y="852677"/>
                  </a:moveTo>
                  <a:lnTo>
                    <a:pt x="1442465" y="817625"/>
                  </a:lnTo>
                  <a:lnTo>
                    <a:pt x="1447037" y="771143"/>
                  </a:lnTo>
                  <a:lnTo>
                    <a:pt x="1447037" y="76657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0913" y="959358"/>
              <a:ext cx="1647189" cy="1645285"/>
            </a:xfrm>
            <a:custGeom>
              <a:avLst/>
              <a:gdLst/>
              <a:ahLst/>
              <a:cxnLst/>
              <a:rect l="l" t="t" r="r" b="b"/>
              <a:pathLst>
                <a:path w="1647189" h="1645285">
                  <a:moveTo>
                    <a:pt x="1646681" y="822578"/>
                  </a:moveTo>
                  <a:lnTo>
                    <a:pt x="1645284" y="774246"/>
                  </a:lnTo>
                  <a:lnTo>
                    <a:pt x="1641142" y="726648"/>
                  </a:lnTo>
                  <a:lnTo>
                    <a:pt x="1634334" y="679864"/>
                  </a:lnTo>
                  <a:lnTo>
                    <a:pt x="1624936" y="633969"/>
                  </a:lnTo>
                  <a:lnTo>
                    <a:pt x="1613027" y="589041"/>
                  </a:lnTo>
                  <a:lnTo>
                    <a:pt x="1598682" y="545156"/>
                  </a:lnTo>
                  <a:lnTo>
                    <a:pt x="1581979" y="502394"/>
                  </a:lnTo>
                  <a:lnTo>
                    <a:pt x="1562996" y="460829"/>
                  </a:lnTo>
                  <a:lnTo>
                    <a:pt x="1541810" y="420540"/>
                  </a:lnTo>
                  <a:lnTo>
                    <a:pt x="1518497" y="381604"/>
                  </a:lnTo>
                  <a:lnTo>
                    <a:pt x="1493136" y="344097"/>
                  </a:lnTo>
                  <a:lnTo>
                    <a:pt x="1465803" y="308097"/>
                  </a:lnTo>
                  <a:lnTo>
                    <a:pt x="1436575" y="273682"/>
                  </a:lnTo>
                  <a:lnTo>
                    <a:pt x="1405530" y="240927"/>
                  </a:lnTo>
                  <a:lnTo>
                    <a:pt x="1372746" y="209911"/>
                  </a:lnTo>
                  <a:lnTo>
                    <a:pt x="1338298" y="180711"/>
                  </a:lnTo>
                  <a:lnTo>
                    <a:pt x="1302265" y="153403"/>
                  </a:lnTo>
                  <a:lnTo>
                    <a:pt x="1264724" y="128065"/>
                  </a:lnTo>
                  <a:lnTo>
                    <a:pt x="1225751" y="104774"/>
                  </a:lnTo>
                  <a:lnTo>
                    <a:pt x="1185425" y="83607"/>
                  </a:lnTo>
                  <a:lnTo>
                    <a:pt x="1143822" y="64642"/>
                  </a:lnTo>
                  <a:lnTo>
                    <a:pt x="1101019" y="47955"/>
                  </a:lnTo>
                  <a:lnTo>
                    <a:pt x="1057095" y="33623"/>
                  </a:lnTo>
                  <a:lnTo>
                    <a:pt x="1012125" y="21724"/>
                  </a:lnTo>
                  <a:lnTo>
                    <a:pt x="966188" y="12335"/>
                  </a:lnTo>
                  <a:lnTo>
                    <a:pt x="919359" y="5534"/>
                  </a:lnTo>
                  <a:lnTo>
                    <a:pt x="871718" y="1396"/>
                  </a:lnTo>
                  <a:lnTo>
                    <a:pt x="823340" y="0"/>
                  </a:lnTo>
                  <a:lnTo>
                    <a:pt x="774963" y="1396"/>
                  </a:lnTo>
                  <a:lnTo>
                    <a:pt x="727322" y="5534"/>
                  </a:lnTo>
                  <a:lnTo>
                    <a:pt x="680493" y="12335"/>
                  </a:lnTo>
                  <a:lnTo>
                    <a:pt x="634556" y="21724"/>
                  </a:lnTo>
                  <a:lnTo>
                    <a:pt x="589586" y="33623"/>
                  </a:lnTo>
                  <a:lnTo>
                    <a:pt x="545662" y="47955"/>
                  </a:lnTo>
                  <a:lnTo>
                    <a:pt x="502859" y="64642"/>
                  </a:lnTo>
                  <a:lnTo>
                    <a:pt x="461256" y="83607"/>
                  </a:lnTo>
                  <a:lnTo>
                    <a:pt x="420930" y="104774"/>
                  </a:lnTo>
                  <a:lnTo>
                    <a:pt x="381957" y="128065"/>
                  </a:lnTo>
                  <a:lnTo>
                    <a:pt x="344416" y="153403"/>
                  </a:lnTo>
                  <a:lnTo>
                    <a:pt x="308383" y="180711"/>
                  </a:lnTo>
                  <a:lnTo>
                    <a:pt x="273935" y="209911"/>
                  </a:lnTo>
                  <a:lnTo>
                    <a:pt x="241150" y="240927"/>
                  </a:lnTo>
                  <a:lnTo>
                    <a:pt x="210106" y="273682"/>
                  </a:lnTo>
                  <a:lnTo>
                    <a:pt x="180878" y="308097"/>
                  </a:lnTo>
                  <a:lnTo>
                    <a:pt x="153545" y="344097"/>
                  </a:lnTo>
                  <a:lnTo>
                    <a:pt x="128184" y="381604"/>
                  </a:lnTo>
                  <a:lnTo>
                    <a:pt x="104871" y="420540"/>
                  </a:lnTo>
                  <a:lnTo>
                    <a:pt x="83685" y="460829"/>
                  </a:lnTo>
                  <a:lnTo>
                    <a:pt x="64702" y="502394"/>
                  </a:lnTo>
                  <a:lnTo>
                    <a:pt x="47999" y="545156"/>
                  </a:lnTo>
                  <a:lnTo>
                    <a:pt x="33654" y="589041"/>
                  </a:lnTo>
                  <a:lnTo>
                    <a:pt x="21745" y="633969"/>
                  </a:lnTo>
                  <a:lnTo>
                    <a:pt x="12347" y="679864"/>
                  </a:lnTo>
                  <a:lnTo>
                    <a:pt x="5539" y="726648"/>
                  </a:lnTo>
                  <a:lnTo>
                    <a:pt x="1397" y="774246"/>
                  </a:lnTo>
                  <a:lnTo>
                    <a:pt x="0" y="822578"/>
                  </a:lnTo>
                  <a:lnTo>
                    <a:pt x="1397" y="870911"/>
                  </a:lnTo>
                  <a:lnTo>
                    <a:pt x="5539" y="918509"/>
                  </a:lnTo>
                  <a:lnTo>
                    <a:pt x="12347" y="965293"/>
                  </a:lnTo>
                  <a:lnTo>
                    <a:pt x="21745" y="1011188"/>
                  </a:lnTo>
                  <a:lnTo>
                    <a:pt x="33654" y="1056116"/>
                  </a:lnTo>
                  <a:lnTo>
                    <a:pt x="47999" y="1100000"/>
                  </a:lnTo>
                  <a:lnTo>
                    <a:pt x="64702" y="1142763"/>
                  </a:lnTo>
                  <a:lnTo>
                    <a:pt x="83685" y="1184328"/>
                  </a:lnTo>
                  <a:lnTo>
                    <a:pt x="104871" y="1224617"/>
                  </a:lnTo>
                  <a:lnTo>
                    <a:pt x="128184" y="1263553"/>
                  </a:lnTo>
                  <a:lnTo>
                    <a:pt x="153545" y="1301060"/>
                  </a:lnTo>
                  <a:lnTo>
                    <a:pt x="180878" y="1337060"/>
                  </a:lnTo>
                  <a:lnTo>
                    <a:pt x="210106" y="1371475"/>
                  </a:lnTo>
                  <a:lnTo>
                    <a:pt x="241150" y="1404230"/>
                  </a:lnTo>
                  <a:lnTo>
                    <a:pt x="273935" y="1435246"/>
                  </a:lnTo>
                  <a:lnTo>
                    <a:pt x="308383" y="1464446"/>
                  </a:lnTo>
                  <a:lnTo>
                    <a:pt x="344416" y="1491754"/>
                  </a:lnTo>
                  <a:lnTo>
                    <a:pt x="381957" y="1517092"/>
                  </a:lnTo>
                  <a:lnTo>
                    <a:pt x="420930" y="1540383"/>
                  </a:lnTo>
                  <a:lnTo>
                    <a:pt x="461256" y="1561550"/>
                  </a:lnTo>
                  <a:lnTo>
                    <a:pt x="502859" y="1580515"/>
                  </a:lnTo>
                  <a:lnTo>
                    <a:pt x="545662" y="1597202"/>
                  </a:lnTo>
                  <a:lnTo>
                    <a:pt x="589586" y="1611534"/>
                  </a:lnTo>
                  <a:lnTo>
                    <a:pt x="634556" y="1623433"/>
                  </a:lnTo>
                  <a:lnTo>
                    <a:pt x="680493" y="1632821"/>
                  </a:lnTo>
                  <a:lnTo>
                    <a:pt x="727322" y="1639623"/>
                  </a:lnTo>
                  <a:lnTo>
                    <a:pt x="774963" y="1643761"/>
                  </a:lnTo>
                  <a:lnTo>
                    <a:pt x="823340" y="1645157"/>
                  </a:lnTo>
                  <a:lnTo>
                    <a:pt x="871718" y="1643761"/>
                  </a:lnTo>
                  <a:lnTo>
                    <a:pt x="919359" y="1639623"/>
                  </a:lnTo>
                  <a:lnTo>
                    <a:pt x="966188" y="1632821"/>
                  </a:lnTo>
                  <a:lnTo>
                    <a:pt x="1012125" y="1623433"/>
                  </a:lnTo>
                  <a:lnTo>
                    <a:pt x="1057095" y="1611534"/>
                  </a:lnTo>
                  <a:lnTo>
                    <a:pt x="1101019" y="1597202"/>
                  </a:lnTo>
                  <a:lnTo>
                    <a:pt x="1143822" y="1580515"/>
                  </a:lnTo>
                  <a:lnTo>
                    <a:pt x="1185425" y="1561550"/>
                  </a:lnTo>
                  <a:lnTo>
                    <a:pt x="1225751" y="1540383"/>
                  </a:lnTo>
                  <a:lnTo>
                    <a:pt x="1264724" y="1517092"/>
                  </a:lnTo>
                  <a:lnTo>
                    <a:pt x="1302265" y="1491754"/>
                  </a:lnTo>
                  <a:lnTo>
                    <a:pt x="1338298" y="1464446"/>
                  </a:lnTo>
                  <a:lnTo>
                    <a:pt x="1372746" y="1435246"/>
                  </a:lnTo>
                  <a:lnTo>
                    <a:pt x="1405530" y="1404230"/>
                  </a:lnTo>
                  <a:lnTo>
                    <a:pt x="1436575" y="1371475"/>
                  </a:lnTo>
                  <a:lnTo>
                    <a:pt x="1465803" y="1337060"/>
                  </a:lnTo>
                  <a:lnTo>
                    <a:pt x="1493136" y="1301060"/>
                  </a:lnTo>
                  <a:lnTo>
                    <a:pt x="1518497" y="1263553"/>
                  </a:lnTo>
                  <a:lnTo>
                    <a:pt x="1541810" y="1224617"/>
                  </a:lnTo>
                  <a:lnTo>
                    <a:pt x="1562996" y="1184328"/>
                  </a:lnTo>
                  <a:lnTo>
                    <a:pt x="1581979" y="1142763"/>
                  </a:lnTo>
                  <a:lnTo>
                    <a:pt x="1598682" y="1100000"/>
                  </a:lnTo>
                  <a:lnTo>
                    <a:pt x="1613027" y="1056116"/>
                  </a:lnTo>
                  <a:lnTo>
                    <a:pt x="1624936" y="1011188"/>
                  </a:lnTo>
                  <a:lnTo>
                    <a:pt x="1634334" y="965293"/>
                  </a:lnTo>
                  <a:lnTo>
                    <a:pt x="1641142" y="918509"/>
                  </a:lnTo>
                  <a:lnTo>
                    <a:pt x="1645284" y="870911"/>
                  </a:lnTo>
                  <a:lnTo>
                    <a:pt x="1646681" y="822578"/>
                  </a:lnTo>
                </a:path>
                <a:path w="1647189" h="1645285">
                  <a:moveTo>
                    <a:pt x="1029461" y="822578"/>
                  </a:moveTo>
                  <a:lnTo>
                    <a:pt x="1024018" y="775492"/>
                  </a:lnTo>
                  <a:lnTo>
                    <a:pt x="1008511" y="732267"/>
                  </a:lnTo>
                  <a:lnTo>
                    <a:pt x="984179" y="694137"/>
                  </a:lnTo>
                  <a:lnTo>
                    <a:pt x="952259" y="662335"/>
                  </a:lnTo>
                  <a:lnTo>
                    <a:pt x="913987" y="638092"/>
                  </a:lnTo>
                  <a:lnTo>
                    <a:pt x="870602" y="622643"/>
                  </a:lnTo>
                  <a:lnTo>
                    <a:pt x="823340" y="617219"/>
                  </a:lnTo>
                  <a:lnTo>
                    <a:pt x="776079" y="622643"/>
                  </a:lnTo>
                  <a:lnTo>
                    <a:pt x="732694" y="638092"/>
                  </a:lnTo>
                  <a:lnTo>
                    <a:pt x="694422" y="662335"/>
                  </a:lnTo>
                  <a:lnTo>
                    <a:pt x="662502" y="694137"/>
                  </a:lnTo>
                  <a:lnTo>
                    <a:pt x="638170" y="732267"/>
                  </a:lnTo>
                  <a:lnTo>
                    <a:pt x="622663" y="775492"/>
                  </a:lnTo>
                  <a:lnTo>
                    <a:pt x="617219" y="822578"/>
                  </a:lnTo>
                  <a:lnTo>
                    <a:pt x="622663" y="869665"/>
                  </a:lnTo>
                  <a:lnTo>
                    <a:pt x="638170" y="912890"/>
                  </a:lnTo>
                  <a:lnTo>
                    <a:pt x="662502" y="951020"/>
                  </a:lnTo>
                  <a:lnTo>
                    <a:pt x="694422" y="982822"/>
                  </a:lnTo>
                  <a:lnTo>
                    <a:pt x="732694" y="1007065"/>
                  </a:lnTo>
                  <a:lnTo>
                    <a:pt x="776079" y="1022514"/>
                  </a:lnTo>
                  <a:lnTo>
                    <a:pt x="823340" y="1027937"/>
                  </a:lnTo>
                  <a:lnTo>
                    <a:pt x="870602" y="1022514"/>
                  </a:lnTo>
                  <a:lnTo>
                    <a:pt x="913987" y="1007065"/>
                  </a:lnTo>
                  <a:lnTo>
                    <a:pt x="952259" y="982822"/>
                  </a:lnTo>
                  <a:lnTo>
                    <a:pt x="984179" y="951020"/>
                  </a:lnTo>
                  <a:lnTo>
                    <a:pt x="1008511" y="912890"/>
                  </a:lnTo>
                  <a:lnTo>
                    <a:pt x="1024018" y="869665"/>
                  </a:lnTo>
                  <a:lnTo>
                    <a:pt x="1029461" y="822578"/>
                  </a:lnTo>
                </a:path>
                <a:path w="1647189" h="1645285">
                  <a:moveTo>
                    <a:pt x="308609" y="822578"/>
                  </a:moveTo>
                  <a:lnTo>
                    <a:pt x="310713" y="869360"/>
                  </a:lnTo>
                  <a:lnTo>
                    <a:pt x="316902" y="914965"/>
                  </a:lnTo>
                  <a:lnTo>
                    <a:pt x="326996" y="959212"/>
                  </a:lnTo>
                  <a:lnTo>
                    <a:pt x="340812" y="1001919"/>
                  </a:lnTo>
                  <a:lnTo>
                    <a:pt x="358169" y="1042905"/>
                  </a:lnTo>
                  <a:lnTo>
                    <a:pt x="378885" y="1081988"/>
                  </a:lnTo>
                  <a:lnTo>
                    <a:pt x="402779" y="1118988"/>
                  </a:lnTo>
                  <a:lnTo>
                    <a:pt x="429668" y="1153722"/>
                  </a:lnTo>
                  <a:lnTo>
                    <a:pt x="459371" y="1186009"/>
                  </a:lnTo>
                  <a:lnTo>
                    <a:pt x="491706" y="1215668"/>
                  </a:lnTo>
                  <a:lnTo>
                    <a:pt x="526491" y="1242518"/>
                  </a:lnTo>
                  <a:lnTo>
                    <a:pt x="563546" y="1266376"/>
                  </a:lnTo>
                  <a:lnTo>
                    <a:pt x="602687" y="1287061"/>
                  </a:lnTo>
                  <a:lnTo>
                    <a:pt x="643734" y="1304392"/>
                  </a:lnTo>
                  <a:lnTo>
                    <a:pt x="686505" y="1318188"/>
                  </a:lnTo>
                  <a:lnTo>
                    <a:pt x="730817" y="1328267"/>
                  </a:lnTo>
                  <a:lnTo>
                    <a:pt x="776489" y="1334447"/>
                  </a:lnTo>
                  <a:lnTo>
                    <a:pt x="823340" y="1336547"/>
                  </a:lnTo>
                  <a:lnTo>
                    <a:pt x="870191" y="1334447"/>
                  </a:lnTo>
                  <a:lnTo>
                    <a:pt x="915864" y="1328267"/>
                  </a:lnTo>
                  <a:lnTo>
                    <a:pt x="960176" y="1318188"/>
                  </a:lnTo>
                  <a:lnTo>
                    <a:pt x="1002947" y="1304392"/>
                  </a:lnTo>
                  <a:lnTo>
                    <a:pt x="1043994" y="1287061"/>
                  </a:lnTo>
                  <a:lnTo>
                    <a:pt x="1083135" y="1266376"/>
                  </a:lnTo>
                  <a:lnTo>
                    <a:pt x="1120189" y="1242518"/>
                  </a:lnTo>
                  <a:lnTo>
                    <a:pt x="1154975" y="1215668"/>
                  </a:lnTo>
                  <a:lnTo>
                    <a:pt x="1187310" y="1186009"/>
                  </a:lnTo>
                  <a:lnTo>
                    <a:pt x="1217013" y="1153722"/>
                  </a:lnTo>
                  <a:lnTo>
                    <a:pt x="1243902" y="1118988"/>
                  </a:lnTo>
                  <a:lnTo>
                    <a:pt x="1267796" y="1081988"/>
                  </a:lnTo>
                  <a:lnTo>
                    <a:pt x="1288512" y="1042905"/>
                  </a:lnTo>
                  <a:lnTo>
                    <a:pt x="1305869" y="1001919"/>
                  </a:lnTo>
                  <a:lnTo>
                    <a:pt x="1319685" y="959212"/>
                  </a:lnTo>
                  <a:lnTo>
                    <a:pt x="1329778" y="914965"/>
                  </a:lnTo>
                  <a:lnTo>
                    <a:pt x="1335968" y="869360"/>
                  </a:lnTo>
                  <a:lnTo>
                    <a:pt x="1338071" y="822578"/>
                  </a:lnTo>
                  <a:lnTo>
                    <a:pt x="1335968" y="775797"/>
                  </a:lnTo>
                  <a:lnTo>
                    <a:pt x="1329778" y="730192"/>
                  </a:lnTo>
                  <a:lnTo>
                    <a:pt x="1319685" y="685945"/>
                  </a:lnTo>
                  <a:lnTo>
                    <a:pt x="1305869" y="643238"/>
                  </a:lnTo>
                  <a:lnTo>
                    <a:pt x="1288512" y="602252"/>
                  </a:lnTo>
                  <a:lnTo>
                    <a:pt x="1267796" y="563169"/>
                  </a:lnTo>
                  <a:lnTo>
                    <a:pt x="1243902" y="526169"/>
                  </a:lnTo>
                  <a:lnTo>
                    <a:pt x="1217013" y="491435"/>
                  </a:lnTo>
                  <a:lnTo>
                    <a:pt x="1187310" y="459148"/>
                  </a:lnTo>
                  <a:lnTo>
                    <a:pt x="1154975" y="429489"/>
                  </a:lnTo>
                  <a:lnTo>
                    <a:pt x="1120189" y="402639"/>
                  </a:lnTo>
                  <a:lnTo>
                    <a:pt x="1083135" y="378781"/>
                  </a:lnTo>
                  <a:lnTo>
                    <a:pt x="1043994" y="358096"/>
                  </a:lnTo>
                  <a:lnTo>
                    <a:pt x="1002947" y="340765"/>
                  </a:lnTo>
                  <a:lnTo>
                    <a:pt x="960176" y="326969"/>
                  </a:lnTo>
                  <a:lnTo>
                    <a:pt x="915864" y="316890"/>
                  </a:lnTo>
                  <a:lnTo>
                    <a:pt x="870191" y="310710"/>
                  </a:lnTo>
                  <a:lnTo>
                    <a:pt x="823340" y="308609"/>
                  </a:lnTo>
                  <a:lnTo>
                    <a:pt x="776489" y="310710"/>
                  </a:lnTo>
                  <a:lnTo>
                    <a:pt x="730817" y="316890"/>
                  </a:lnTo>
                  <a:lnTo>
                    <a:pt x="686505" y="326969"/>
                  </a:lnTo>
                  <a:lnTo>
                    <a:pt x="643734" y="340765"/>
                  </a:lnTo>
                  <a:lnTo>
                    <a:pt x="602687" y="358096"/>
                  </a:lnTo>
                  <a:lnTo>
                    <a:pt x="563546" y="378781"/>
                  </a:lnTo>
                  <a:lnTo>
                    <a:pt x="526491" y="402639"/>
                  </a:lnTo>
                  <a:lnTo>
                    <a:pt x="491706" y="429489"/>
                  </a:lnTo>
                  <a:lnTo>
                    <a:pt x="459371" y="459148"/>
                  </a:lnTo>
                  <a:lnTo>
                    <a:pt x="429668" y="491435"/>
                  </a:lnTo>
                  <a:lnTo>
                    <a:pt x="402779" y="526169"/>
                  </a:lnTo>
                  <a:lnTo>
                    <a:pt x="378885" y="563169"/>
                  </a:lnTo>
                  <a:lnTo>
                    <a:pt x="358169" y="602252"/>
                  </a:lnTo>
                  <a:lnTo>
                    <a:pt x="340812" y="643238"/>
                  </a:lnTo>
                  <a:lnTo>
                    <a:pt x="326996" y="685945"/>
                  </a:lnTo>
                  <a:lnTo>
                    <a:pt x="316902" y="730192"/>
                  </a:lnTo>
                  <a:lnTo>
                    <a:pt x="310713" y="775797"/>
                  </a:lnTo>
                  <a:lnTo>
                    <a:pt x="308609" y="822578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035801" y="841248"/>
            <a:ext cx="1664335" cy="1983105"/>
            <a:chOff x="6035801" y="841248"/>
            <a:chExt cx="1664335" cy="198310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4945" y="848868"/>
              <a:ext cx="1646682" cy="196672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354182" y="2691500"/>
              <a:ext cx="1028700" cy="123825"/>
            </a:xfrm>
            <a:custGeom>
              <a:avLst/>
              <a:gdLst/>
              <a:ahLst/>
              <a:cxnLst/>
              <a:rect l="l" t="t" r="r" b="b"/>
              <a:pathLst>
                <a:path w="1028700" h="123825">
                  <a:moveTo>
                    <a:pt x="0" y="0"/>
                  </a:moveTo>
                  <a:lnTo>
                    <a:pt x="38272" y="20663"/>
                  </a:lnTo>
                  <a:lnTo>
                    <a:pt x="78794" y="39569"/>
                  </a:lnTo>
                  <a:lnTo>
                    <a:pt x="121379" y="56674"/>
                  </a:lnTo>
                  <a:lnTo>
                    <a:pt x="165841" y="71933"/>
                  </a:lnTo>
                  <a:lnTo>
                    <a:pt x="211997" y="85301"/>
                  </a:lnTo>
                  <a:lnTo>
                    <a:pt x="259659" y="96735"/>
                  </a:lnTo>
                  <a:lnTo>
                    <a:pt x="308645" y="106190"/>
                  </a:lnTo>
                  <a:lnTo>
                    <a:pt x="358767" y="113620"/>
                  </a:lnTo>
                  <a:lnTo>
                    <a:pt x="409841" y="118983"/>
                  </a:lnTo>
                  <a:lnTo>
                    <a:pt x="461682" y="122233"/>
                  </a:lnTo>
                  <a:lnTo>
                    <a:pt x="514104" y="123327"/>
                  </a:lnTo>
                  <a:lnTo>
                    <a:pt x="566526" y="122233"/>
                  </a:lnTo>
                  <a:lnTo>
                    <a:pt x="618367" y="118983"/>
                  </a:lnTo>
                  <a:lnTo>
                    <a:pt x="669441" y="113620"/>
                  </a:lnTo>
                  <a:lnTo>
                    <a:pt x="719563" y="106190"/>
                  </a:lnTo>
                  <a:lnTo>
                    <a:pt x="768548" y="96735"/>
                  </a:lnTo>
                  <a:lnTo>
                    <a:pt x="816211" y="85301"/>
                  </a:lnTo>
                  <a:lnTo>
                    <a:pt x="862367" y="71933"/>
                  </a:lnTo>
                  <a:lnTo>
                    <a:pt x="906829" y="56674"/>
                  </a:lnTo>
                  <a:lnTo>
                    <a:pt x="949414" y="39569"/>
                  </a:lnTo>
                  <a:lnTo>
                    <a:pt x="989935" y="20663"/>
                  </a:lnTo>
                  <a:lnTo>
                    <a:pt x="1028208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45707" y="2316861"/>
              <a:ext cx="1645285" cy="474345"/>
            </a:xfrm>
            <a:custGeom>
              <a:avLst/>
              <a:gdLst/>
              <a:ahLst/>
              <a:cxnLst/>
              <a:rect l="l" t="t" r="r" b="b"/>
              <a:pathLst>
                <a:path w="1645284" h="474344">
                  <a:moveTo>
                    <a:pt x="0" y="0"/>
                  </a:moveTo>
                  <a:lnTo>
                    <a:pt x="8918" y="70095"/>
                  </a:lnTo>
                  <a:lnTo>
                    <a:pt x="34827" y="136997"/>
                  </a:lnTo>
                  <a:lnTo>
                    <a:pt x="76452" y="199971"/>
                  </a:lnTo>
                  <a:lnTo>
                    <a:pt x="102761" y="229757"/>
                  </a:lnTo>
                  <a:lnTo>
                    <a:pt x="132522" y="258285"/>
                  </a:lnTo>
                  <a:lnTo>
                    <a:pt x="165576" y="285465"/>
                  </a:lnTo>
                  <a:lnTo>
                    <a:pt x="201764" y="311205"/>
                  </a:lnTo>
                  <a:lnTo>
                    <a:pt x="240927" y="335412"/>
                  </a:lnTo>
                  <a:lnTo>
                    <a:pt x="282906" y="357996"/>
                  </a:lnTo>
                  <a:lnTo>
                    <a:pt x="327542" y="378864"/>
                  </a:lnTo>
                  <a:lnTo>
                    <a:pt x="374676" y="397925"/>
                  </a:lnTo>
                  <a:lnTo>
                    <a:pt x="424148" y="415086"/>
                  </a:lnTo>
                  <a:lnTo>
                    <a:pt x="475800" y="430258"/>
                  </a:lnTo>
                  <a:lnTo>
                    <a:pt x="529473" y="443346"/>
                  </a:lnTo>
                  <a:lnTo>
                    <a:pt x="585007" y="454261"/>
                  </a:lnTo>
                  <a:lnTo>
                    <a:pt x="642244" y="462910"/>
                  </a:lnTo>
                  <a:lnTo>
                    <a:pt x="701024" y="469201"/>
                  </a:lnTo>
                  <a:lnTo>
                    <a:pt x="761188" y="473043"/>
                  </a:lnTo>
                  <a:lnTo>
                    <a:pt x="822578" y="474344"/>
                  </a:lnTo>
                  <a:lnTo>
                    <a:pt x="883969" y="473043"/>
                  </a:lnTo>
                  <a:lnTo>
                    <a:pt x="944133" y="469201"/>
                  </a:lnTo>
                  <a:lnTo>
                    <a:pt x="1002913" y="462910"/>
                  </a:lnTo>
                  <a:lnTo>
                    <a:pt x="1060150" y="454261"/>
                  </a:lnTo>
                  <a:lnTo>
                    <a:pt x="1115684" y="443346"/>
                  </a:lnTo>
                  <a:lnTo>
                    <a:pt x="1169357" y="430258"/>
                  </a:lnTo>
                  <a:lnTo>
                    <a:pt x="1221009" y="415086"/>
                  </a:lnTo>
                  <a:lnTo>
                    <a:pt x="1270481" y="397925"/>
                  </a:lnTo>
                  <a:lnTo>
                    <a:pt x="1317615" y="378864"/>
                  </a:lnTo>
                  <a:lnTo>
                    <a:pt x="1362251" y="357996"/>
                  </a:lnTo>
                  <a:lnTo>
                    <a:pt x="1404230" y="335412"/>
                  </a:lnTo>
                  <a:lnTo>
                    <a:pt x="1443393" y="311205"/>
                  </a:lnTo>
                  <a:lnTo>
                    <a:pt x="1479581" y="285465"/>
                  </a:lnTo>
                  <a:lnTo>
                    <a:pt x="1512635" y="258285"/>
                  </a:lnTo>
                  <a:lnTo>
                    <a:pt x="1542396" y="229757"/>
                  </a:lnTo>
                  <a:lnTo>
                    <a:pt x="1568705" y="199971"/>
                  </a:lnTo>
                  <a:lnTo>
                    <a:pt x="1591403" y="169021"/>
                  </a:lnTo>
                  <a:lnTo>
                    <a:pt x="1625329" y="103991"/>
                  </a:lnTo>
                  <a:lnTo>
                    <a:pt x="1642901" y="35400"/>
                  </a:lnTo>
                  <a:lnTo>
                    <a:pt x="1645157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45673" y="850392"/>
              <a:ext cx="1645285" cy="1685925"/>
            </a:xfrm>
            <a:custGeom>
              <a:avLst/>
              <a:gdLst/>
              <a:ahLst/>
              <a:cxnLst/>
              <a:rect l="l" t="t" r="r" b="b"/>
              <a:pathLst>
                <a:path w="1645284" h="1685925">
                  <a:moveTo>
                    <a:pt x="124174" y="960622"/>
                  </a:moveTo>
                  <a:lnTo>
                    <a:pt x="91045" y="994287"/>
                  </a:lnTo>
                  <a:lnTo>
                    <a:pt x="63122" y="1028901"/>
                  </a:lnTo>
                  <a:lnTo>
                    <a:pt x="40360" y="1064291"/>
                  </a:lnTo>
                  <a:lnTo>
                    <a:pt x="22713" y="1100285"/>
                  </a:lnTo>
                  <a:lnTo>
                    <a:pt x="10134" y="1136710"/>
                  </a:lnTo>
                  <a:lnTo>
                    <a:pt x="0" y="1210168"/>
                  </a:lnTo>
                  <a:lnTo>
                    <a:pt x="2352" y="1246856"/>
                  </a:lnTo>
                  <a:lnTo>
                    <a:pt x="21666" y="1319289"/>
                  </a:lnTo>
                  <a:lnTo>
                    <a:pt x="38535" y="1354690"/>
                  </a:lnTo>
                  <a:lnTo>
                    <a:pt x="60153" y="1389318"/>
                  </a:lnTo>
                  <a:lnTo>
                    <a:pt x="86471" y="1422999"/>
                  </a:lnTo>
                  <a:lnTo>
                    <a:pt x="117446" y="1455563"/>
                  </a:lnTo>
                  <a:lnTo>
                    <a:pt x="153030" y="1486837"/>
                  </a:lnTo>
                  <a:lnTo>
                    <a:pt x="193178" y="1516649"/>
                  </a:lnTo>
                  <a:lnTo>
                    <a:pt x="237843" y="1544826"/>
                  </a:lnTo>
                  <a:lnTo>
                    <a:pt x="286981" y="1571197"/>
                  </a:lnTo>
                  <a:lnTo>
                    <a:pt x="329884" y="1591043"/>
                  </a:lnTo>
                  <a:lnTo>
                    <a:pt x="374441" y="1608998"/>
                  </a:lnTo>
                  <a:lnTo>
                    <a:pt x="420487" y="1625063"/>
                  </a:lnTo>
                  <a:lnTo>
                    <a:pt x="467858" y="1639238"/>
                  </a:lnTo>
                  <a:lnTo>
                    <a:pt x="516386" y="1651523"/>
                  </a:lnTo>
                  <a:lnTo>
                    <a:pt x="565907" y="1661918"/>
                  </a:lnTo>
                  <a:lnTo>
                    <a:pt x="616256" y="1670423"/>
                  </a:lnTo>
                  <a:lnTo>
                    <a:pt x="667266" y="1677038"/>
                  </a:lnTo>
                  <a:lnTo>
                    <a:pt x="718773" y="1681763"/>
                  </a:lnTo>
                  <a:lnTo>
                    <a:pt x="770610" y="1684598"/>
                  </a:lnTo>
                  <a:lnTo>
                    <a:pt x="822613" y="1685543"/>
                  </a:lnTo>
                  <a:lnTo>
                    <a:pt x="874616" y="1684598"/>
                  </a:lnTo>
                  <a:lnTo>
                    <a:pt x="926454" y="1681763"/>
                  </a:lnTo>
                  <a:lnTo>
                    <a:pt x="977960" y="1677038"/>
                  </a:lnTo>
                  <a:lnTo>
                    <a:pt x="1028971" y="1670423"/>
                  </a:lnTo>
                  <a:lnTo>
                    <a:pt x="1079319" y="1661918"/>
                  </a:lnTo>
                  <a:lnTo>
                    <a:pt x="1128840" y="1651523"/>
                  </a:lnTo>
                  <a:lnTo>
                    <a:pt x="1177369" y="1639238"/>
                  </a:lnTo>
                  <a:lnTo>
                    <a:pt x="1224739" y="1625063"/>
                  </a:lnTo>
                  <a:lnTo>
                    <a:pt x="1270785" y="1608998"/>
                  </a:lnTo>
                  <a:lnTo>
                    <a:pt x="1315343" y="1591043"/>
                  </a:lnTo>
                  <a:lnTo>
                    <a:pt x="1358246" y="1571197"/>
                  </a:lnTo>
                  <a:lnTo>
                    <a:pt x="1407383" y="1544826"/>
                  </a:lnTo>
                  <a:lnTo>
                    <a:pt x="1452049" y="1516649"/>
                  </a:lnTo>
                  <a:lnTo>
                    <a:pt x="1492197" y="1486837"/>
                  </a:lnTo>
                  <a:lnTo>
                    <a:pt x="1527781" y="1455563"/>
                  </a:lnTo>
                  <a:lnTo>
                    <a:pt x="1558755" y="1422999"/>
                  </a:lnTo>
                  <a:lnTo>
                    <a:pt x="1585074" y="1389318"/>
                  </a:lnTo>
                  <a:lnTo>
                    <a:pt x="1606691" y="1354690"/>
                  </a:lnTo>
                  <a:lnTo>
                    <a:pt x="1623561" y="1319289"/>
                  </a:lnTo>
                  <a:lnTo>
                    <a:pt x="1642875" y="1246856"/>
                  </a:lnTo>
                  <a:lnTo>
                    <a:pt x="1645227" y="1210168"/>
                  </a:lnTo>
                  <a:lnTo>
                    <a:pt x="1642648" y="1173396"/>
                  </a:lnTo>
                  <a:lnTo>
                    <a:pt x="1622513" y="1100285"/>
                  </a:lnTo>
                  <a:lnTo>
                    <a:pt x="1604866" y="1064291"/>
                  </a:lnTo>
                  <a:lnTo>
                    <a:pt x="1582104" y="1028901"/>
                  </a:lnTo>
                  <a:lnTo>
                    <a:pt x="1554181" y="994287"/>
                  </a:lnTo>
                  <a:lnTo>
                    <a:pt x="1521052" y="960622"/>
                  </a:lnTo>
                </a:path>
                <a:path w="1645284" h="1685925">
                  <a:moveTo>
                    <a:pt x="967824" y="202276"/>
                  </a:moveTo>
                  <a:lnTo>
                    <a:pt x="1006319" y="171522"/>
                  </a:lnTo>
                  <a:lnTo>
                    <a:pt x="1025566" y="136628"/>
                  </a:lnTo>
                  <a:lnTo>
                    <a:pt x="1025566" y="100353"/>
                  </a:lnTo>
                  <a:lnTo>
                    <a:pt x="1006319" y="65459"/>
                  </a:lnTo>
                  <a:lnTo>
                    <a:pt x="967824" y="34705"/>
                  </a:lnTo>
                  <a:lnTo>
                    <a:pt x="924034" y="15424"/>
                  </a:lnTo>
                  <a:lnTo>
                    <a:pt x="874708" y="3856"/>
                  </a:lnTo>
                  <a:lnTo>
                    <a:pt x="822613" y="0"/>
                  </a:lnTo>
                  <a:lnTo>
                    <a:pt x="770518" y="3856"/>
                  </a:lnTo>
                  <a:lnTo>
                    <a:pt x="721192" y="15424"/>
                  </a:lnTo>
                  <a:lnTo>
                    <a:pt x="677402" y="34705"/>
                  </a:lnTo>
                  <a:lnTo>
                    <a:pt x="638907" y="65459"/>
                  </a:lnTo>
                  <a:lnTo>
                    <a:pt x="619660" y="100353"/>
                  </a:lnTo>
                  <a:lnTo>
                    <a:pt x="619660" y="136628"/>
                  </a:lnTo>
                  <a:lnTo>
                    <a:pt x="638907" y="171522"/>
                  </a:lnTo>
                  <a:lnTo>
                    <a:pt x="677402" y="202276"/>
                  </a:lnTo>
                  <a:lnTo>
                    <a:pt x="721192" y="221557"/>
                  </a:lnTo>
                  <a:lnTo>
                    <a:pt x="770518" y="233125"/>
                  </a:lnTo>
                  <a:lnTo>
                    <a:pt x="822613" y="236981"/>
                  </a:lnTo>
                  <a:lnTo>
                    <a:pt x="874708" y="233125"/>
                  </a:lnTo>
                  <a:lnTo>
                    <a:pt x="924034" y="221557"/>
                  </a:lnTo>
                  <a:lnTo>
                    <a:pt x="967824" y="202276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54834" y="1453461"/>
              <a:ext cx="1027430" cy="567690"/>
            </a:xfrm>
            <a:custGeom>
              <a:avLst/>
              <a:gdLst/>
              <a:ahLst/>
              <a:cxnLst/>
              <a:rect l="l" t="t" r="r" b="b"/>
              <a:pathLst>
                <a:path w="1027429" h="567689">
                  <a:moveTo>
                    <a:pt x="308093" y="271325"/>
                  </a:moveTo>
                  <a:lnTo>
                    <a:pt x="336131" y="331130"/>
                  </a:lnTo>
                  <a:lnTo>
                    <a:pt x="368241" y="355111"/>
                  </a:lnTo>
                  <a:lnTo>
                    <a:pt x="409803" y="373639"/>
                  </a:lnTo>
                  <a:lnTo>
                    <a:pt x="458860" y="385583"/>
                  </a:lnTo>
                  <a:lnTo>
                    <a:pt x="513452" y="389816"/>
                  </a:lnTo>
                  <a:lnTo>
                    <a:pt x="568045" y="385583"/>
                  </a:lnTo>
                  <a:lnTo>
                    <a:pt x="617101" y="373639"/>
                  </a:lnTo>
                  <a:lnTo>
                    <a:pt x="658663" y="355111"/>
                  </a:lnTo>
                  <a:lnTo>
                    <a:pt x="690774" y="331130"/>
                  </a:lnTo>
                  <a:lnTo>
                    <a:pt x="711475" y="302825"/>
                  </a:lnTo>
                  <a:lnTo>
                    <a:pt x="718811" y="271325"/>
                  </a:lnTo>
                </a:path>
                <a:path w="1027429" h="567689">
                  <a:moveTo>
                    <a:pt x="307877" y="0"/>
                  </a:moveTo>
                  <a:lnTo>
                    <a:pt x="249547" y="17273"/>
                  </a:lnTo>
                  <a:lnTo>
                    <a:pt x="196458" y="38256"/>
                  </a:lnTo>
                  <a:lnTo>
                    <a:pt x="148948" y="62572"/>
                  </a:lnTo>
                  <a:lnTo>
                    <a:pt x="107356" y="89844"/>
                  </a:lnTo>
                  <a:lnTo>
                    <a:pt x="72019" y="119694"/>
                  </a:lnTo>
                  <a:lnTo>
                    <a:pt x="43277" y="151744"/>
                  </a:lnTo>
                  <a:lnTo>
                    <a:pt x="21467" y="185619"/>
                  </a:lnTo>
                  <a:lnTo>
                    <a:pt x="6929" y="220939"/>
                  </a:lnTo>
                  <a:lnTo>
                    <a:pt x="0" y="257328"/>
                  </a:lnTo>
                  <a:lnTo>
                    <a:pt x="1018" y="294409"/>
                  </a:lnTo>
                  <a:lnTo>
                    <a:pt x="10323" y="331804"/>
                  </a:lnTo>
                  <a:lnTo>
                    <a:pt x="47955" y="396902"/>
                  </a:lnTo>
                  <a:lnTo>
                    <a:pt x="75688" y="426504"/>
                  </a:lnTo>
                  <a:lnTo>
                    <a:pt x="108777" y="453866"/>
                  </a:lnTo>
                  <a:lnTo>
                    <a:pt x="146783" y="478782"/>
                  </a:lnTo>
                  <a:lnTo>
                    <a:pt x="189264" y="501044"/>
                  </a:lnTo>
                  <a:lnTo>
                    <a:pt x="235779" y="520448"/>
                  </a:lnTo>
                  <a:lnTo>
                    <a:pt x="285889" y="536787"/>
                  </a:lnTo>
                  <a:lnTo>
                    <a:pt x="339152" y="549854"/>
                  </a:lnTo>
                  <a:lnTo>
                    <a:pt x="395127" y="559443"/>
                  </a:lnTo>
                  <a:lnTo>
                    <a:pt x="453374" y="565348"/>
                  </a:lnTo>
                  <a:lnTo>
                    <a:pt x="513452" y="567362"/>
                  </a:lnTo>
                  <a:lnTo>
                    <a:pt x="573530" y="565348"/>
                  </a:lnTo>
                  <a:lnTo>
                    <a:pt x="631777" y="559443"/>
                  </a:lnTo>
                  <a:lnTo>
                    <a:pt x="687753" y="549854"/>
                  </a:lnTo>
                  <a:lnTo>
                    <a:pt x="741015" y="536787"/>
                  </a:lnTo>
                  <a:lnTo>
                    <a:pt x="791125" y="520448"/>
                  </a:lnTo>
                  <a:lnTo>
                    <a:pt x="837640" y="501044"/>
                  </a:lnTo>
                  <a:lnTo>
                    <a:pt x="880121" y="478782"/>
                  </a:lnTo>
                  <a:lnTo>
                    <a:pt x="918127" y="453866"/>
                  </a:lnTo>
                  <a:lnTo>
                    <a:pt x="951216" y="426504"/>
                  </a:lnTo>
                  <a:lnTo>
                    <a:pt x="978949" y="396902"/>
                  </a:lnTo>
                  <a:lnTo>
                    <a:pt x="1000884" y="365267"/>
                  </a:lnTo>
                  <a:lnTo>
                    <a:pt x="1025886" y="294409"/>
                  </a:lnTo>
                  <a:lnTo>
                    <a:pt x="1026905" y="257328"/>
                  </a:lnTo>
                  <a:lnTo>
                    <a:pt x="1019976" y="220939"/>
                  </a:lnTo>
                  <a:lnTo>
                    <a:pt x="1005437" y="185619"/>
                  </a:lnTo>
                  <a:lnTo>
                    <a:pt x="983627" y="151744"/>
                  </a:lnTo>
                  <a:lnTo>
                    <a:pt x="954885" y="119694"/>
                  </a:lnTo>
                  <a:lnTo>
                    <a:pt x="919549" y="89844"/>
                  </a:lnTo>
                  <a:lnTo>
                    <a:pt x="877956" y="62572"/>
                  </a:lnTo>
                  <a:lnTo>
                    <a:pt x="830446" y="38256"/>
                  </a:lnTo>
                  <a:lnTo>
                    <a:pt x="777357" y="17273"/>
                  </a:lnTo>
                  <a:lnTo>
                    <a:pt x="719027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44945" y="969264"/>
              <a:ext cx="1645920" cy="1723389"/>
            </a:xfrm>
            <a:custGeom>
              <a:avLst/>
              <a:gdLst/>
              <a:ahLst/>
              <a:cxnLst/>
              <a:rect l="l" t="t" r="r" b="b"/>
              <a:pathLst>
                <a:path w="1645920" h="1723389">
                  <a:moveTo>
                    <a:pt x="308609" y="1722881"/>
                  </a:moveTo>
                  <a:lnTo>
                    <a:pt x="238505" y="1682495"/>
                  </a:lnTo>
                </a:path>
                <a:path w="1645920" h="1723389">
                  <a:moveTo>
                    <a:pt x="1337309" y="1722881"/>
                  </a:moveTo>
                  <a:lnTo>
                    <a:pt x="1407413" y="1682495"/>
                  </a:lnTo>
                </a:path>
                <a:path w="1645920" h="1723389">
                  <a:moveTo>
                    <a:pt x="0" y="1347977"/>
                  </a:moveTo>
                  <a:lnTo>
                    <a:pt x="0" y="1092707"/>
                  </a:lnTo>
                </a:path>
                <a:path w="1645920" h="1723389">
                  <a:moveTo>
                    <a:pt x="1645919" y="1347977"/>
                  </a:moveTo>
                  <a:lnTo>
                    <a:pt x="1645919" y="1092707"/>
                  </a:lnTo>
                </a:path>
                <a:path w="1645920" h="1723389">
                  <a:moveTo>
                    <a:pt x="617219" y="755903"/>
                  </a:moveTo>
                  <a:lnTo>
                    <a:pt x="617219" y="0"/>
                  </a:lnTo>
                </a:path>
                <a:path w="1645920" h="1723389">
                  <a:moveTo>
                    <a:pt x="1028699" y="755903"/>
                  </a:moveTo>
                  <a:lnTo>
                    <a:pt x="1028699" y="0"/>
                  </a:lnTo>
                </a:path>
                <a:path w="1645920" h="1723389">
                  <a:moveTo>
                    <a:pt x="1259585" y="599693"/>
                  </a:moveTo>
                  <a:lnTo>
                    <a:pt x="1521713" y="842009"/>
                  </a:lnTo>
                </a:path>
                <a:path w="1645920" h="1723389">
                  <a:moveTo>
                    <a:pt x="386333" y="599693"/>
                  </a:moveTo>
                  <a:lnTo>
                    <a:pt x="124205" y="84200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0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600438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0" y="1524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0" y="7315961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49189" y="7425690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137159"/>
                </a:moveTo>
                <a:lnTo>
                  <a:pt x="0" y="137159"/>
                </a:lnTo>
              </a:path>
              <a:path w="158750" h="228600">
                <a:moveTo>
                  <a:pt x="158495" y="137159"/>
                </a:moveTo>
                <a:lnTo>
                  <a:pt x="79247" y="0"/>
                </a:lnTo>
                <a:lnTo>
                  <a:pt x="79247" y="228599"/>
                </a:lnTo>
              </a:path>
              <a:path w="158750" h="228600">
                <a:moveTo>
                  <a:pt x="79247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829038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137159" y="0"/>
                </a:moveTo>
                <a:lnTo>
                  <a:pt x="137159" y="158495"/>
                </a:lnTo>
              </a:path>
              <a:path w="227965" h="158750">
                <a:moveTo>
                  <a:pt x="137159" y="0"/>
                </a:moveTo>
                <a:lnTo>
                  <a:pt x="0" y="79247"/>
                </a:lnTo>
                <a:lnTo>
                  <a:pt x="227837" y="79247"/>
                </a:lnTo>
              </a:path>
              <a:path w="227965" h="158750">
                <a:moveTo>
                  <a:pt x="0" y="79247"/>
                </a:moveTo>
                <a:lnTo>
                  <a:pt x="137159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3923538" y="849630"/>
            <a:ext cx="661670" cy="565150"/>
            <a:chOff x="3923538" y="849630"/>
            <a:chExt cx="661670" cy="565150"/>
          </a:xfrm>
        </p:grpSpPr>
        <p:sp>
          <p:nvSpPr>
            <p:cNvPr id="32" name="object 32"/>
            <p:cNvSpPr/>
            <p:nvPr/>
          </p:nvSpPr>
          <p:spPr>
            <a:xfrm>
              <a:off x="3999738" y="854202"/>
              <a:ext cx="581025" cy="481965"/>
            </a:xfrm>
            <a:custGeom>
              <a:avLst/>
              <a:gdLst/>
              <a:ahLst/>
              <a:cxnLst/>
              <a:rect l="l" t="t" r="r" b="b"/>
              <a:pathLst>
                <a:path w="581025" h="481965">
                  <a:moveTo>
                    <a:pt x="580643" y="0"/>
                  </a:moveTo>
                  <a:lnTo>
                    <a:pt x="470915" y="0"/>
                  </a:lnTo>
                  <a:lnTo>
                    <a:pt x="0" y="48158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3538" y="1323594"/>
              <a:ext cx="89153" cy="90677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2531363" y="740664"/>
            <a:ext cx="487045" cy="426084"/>
            <a:chOff x="2531363" y="740664"/>
            <a:chExt cx="487045" cy="426084"/>
          </a:xfrm>
        </p:grpSpPr>
        <p:sp>
          <p:nvSpPr>
            <p:cNvPr id="35" name="object 35"/>
            <p:cNvSpPr/>
            <p:nvPr/>
          </p:nvSpPr>
          <p:spPr>
            <a:xfrm>
              <a:off x="2535935" y="745236"/>
              <a:ext cx="409575" cy="339090"/>
            </a:xfrm>
            <a:custGeom>
              <a:avLst/>
              <a:gdLst/>
              <a:ahLst/>
              <a:cxnLst/>
              <a:rect l="l" t="t" r="r" b="b"/>
              <a:pathLst>
                <a:path w="409575" h="339090">
                  <a:moveTo>
                    <a:pt x="0" y="0"/>
                  </a:moveTo>
                  <a:lnTo>
                    <a:pt x="109727" y="0"/>
                  </a:lnTo>
                  <a:lnTo>
                    <a:pt x="409193" y="33908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1413" y="1072134"/>
              <a:ext cx="86867" cy="94487"/>
            </a:xfrm>
            <a:prstGeom prst="rect">
              <a:avLst/>
            </a:prstGeom>
          </p:spPr>
        </p:pic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221360" y="341757"/>
          <a:ext cx="9601199" cy="7074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3407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76450">
                        <a:lnSpc>
                          <a:spcPct val="100000"/>
                        </a:lnSpc>
                        <a:tabLst>
                          <a:tab pos="4401185" algn="l"/>
                        </a:tabLst>
                      </a:pPr>
                      <a:r>
                        <a:rPr sz="1800" spc="-37" baseline="39351" dirty="0">
                          <a:latin typeface="Arial MT"/>
                          <a:cs typeface="Arial MT"/>
                        </a:rPr>
                        <a:t>Ø1</a:t>
                      </a:r>
                      <a:r>
                        <a:rPr sz="1800" baseline="39351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Ø.625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985519" algn="ctr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Ø.25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654050" algn="ctr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.562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7213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.812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894839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1.062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0843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45'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.06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65">
                <a:tc rowSpan="4">
                  <a:txBody>
                    <a:bodyPr/>
                    <a:lstStyle/>
                    <a:p>
                      <a:pPr marL="628650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.020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286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.010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286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X.XXX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.005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4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3930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Walton</a:t>
                      </a:r>
                      <a:r>
                        <a:rPr sz="15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School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Engineering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  <a:spcBef>
                          <a:spcPts val="17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DATE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114300">
                        <a:lnSpc>
                          <a:spcPts val="12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3/14/2024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4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marL="45720">
                        <a:lnSpc>
                          <a:spcPts val="1650"/>
                        </a:lnSpc>
                        <a:tabLst>
                          <a:tab pos="795020" algn="l"/>
                        </a:tabLst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Arbor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Press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4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SIZE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 marR="664845" indent="-6350">
                        <a:lnSpc>
                          <a:spcPts val="1070"/>
                        </a:lnSpc>
                        <a:spcBef>
                          <a:spcPts val="32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CLASS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IED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ts val="1019"/>
                        </a:lnSpc>
                        <a:spcBef>
                          <a:spcPts val="17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TITLE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7150">
                        <a:lnSpc>
                          <a:spcPts val="126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 7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Rack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Pad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Multiview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marR="139700" indent="-10160">
                        <a:lnSpc>
                          <a:spcPts val="1030"/>
                        </a:lnSpc>
                        <a:spcBef>
                          <a:spcPts val="30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PER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4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baseline="2777" dirty="0">
                          <a:latin typeface="Arial MT"/>
                          <a:cs typeface="Arial MT"/>
                        </a:rPr>
                        <a:t>SCALE</a:t>
                      </a:r>
                      <a:r>
                        <a:rPr sz="1500" spc="517" baseline="2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1.8:1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500" baseline="8333" dirty="0">
                          <a:latin typeface="Arial MT"/>
                          <a:cs typeface="Arial MT"/>
                        </a:rPr>
                        <a:t>AUTHOR</a:t>
                      </a:r>
                      <a:r>
                        <a:rPr sz="1500" spc="615" baseline="8333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Siddharth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Gupta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SHEET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1/1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4949189" y="21107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49189" y="119634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91439"/>
                </a:moveTo>
                <a:lnTo>
                  <a:pt x="79247" y="228599"/>
                </a:lnTo>
                <a:lnTo>
                  <a:pt x="79247" y="0"/>
                </a:lnTo>
              </a:path>
              <a:path w="158750" h="228600">
                <a:moveTo>
                  <a:pt x="79247" y="228599"/>
                </a:moveTo>
                <a:lnTo>
                  <a:pt x="0" y="9143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0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90677" y="0"/>
                </a:moveTo>
                <a:lnTo>
                  <a:pt x="90677" y="158495"/>
                </a:lnTo>
              </a:path>
              <a:path w="227965" h="158750">
                <a:moveTo>
                  <a:pt x="90677" y="0"/>
                </a:moveTo>
                <a:lnTo>
                  <a:pt x="227837" y="79247"/>
                </a:lnTo>
                <a:lnTo>
                  <a:pt x="0" y="79247"/>
                </a:lnTo>
              </a:path>
              <a:path w="227965" h="158750">
                <a:moveTo>
                  <a:pt x="227837" y="79247"/>
                </a:moveTo>
                <a:lnTo>
                  <a:pt x="90677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56453" y="6289547"/>
            <a:ext cx="327660" cy="326897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3815333" y="4488179"/>
            <a:ext cx="977265" cy="356870"/>
            <a:chOff x="3815333" y="4488179"/>
            <a:chExt cx="977265" cy="356870"/>
          </a:xfrm>
        </p:grpSpPr>
        <p:sp>
          <p:nvSpPr>
            <p:cNvPr id="43" name="object 43"/>
            <p:cNvSpPr/>
            <p:nvPr/>
          </p:nvSpPr>
          <p:spPr>
            <a:xfrm>
              <a:off x="3815333" y="4488179"/>
              <a:ext cx="977265" cy="352425"/>
            </a:xfrm>
            <a:custGeom>
              <a:avLst/>
              <a:gdLst/>
              <a:ahLst/>
              <a:cxnLst/>
              <a:rect l="l" t="t" r="r" b="b"/>
              <a:pathLst>
                <a:path w="977264" h="352425">
                  <a:moveTo>
                    <a:pt x="0" y="352043"/>
                  </a:moveTo>
                  <a:lnTo>
                    <a:pt x="976883" y="352043"/>
                  </a:lnTo>
                </a:path>
                <a:path w="977264" h="352425">
                  <a:moveTo>
                    <a:pt x="885443" y="242315"/>
                  </a:moveTo>
                  <a:lnTo>
                    <a:pt x="885443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82489" y="473049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82489" y="473049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4432553" y="4693920"/>
            <a:ext cx="977265" cy="562610"/>
            <a:chOff x="4432553" y="4693920"/>
            <a:chExt cx="977265" cy="562610"/>
          </a:xfrm>
        </p:grpSpPr>
        <p:sp>
          <p:nvSpPr>
            <p:cNvPr id="47" name="object 47"/>
            <p:cNvSpPr/>
            <p:nvPr/>
          </p:nvSpPr>
          <p:spPr>
            <a:xfrm>
              <a:off x="4432553" y="4693920"/>
              <a:ext cx="977265" cy="558165"/>
            </a:xfrm>
            <a:custGeom>
              <a:avLst/>
              <a:gdLst/>
              <a:ahLst/>
              <a:cxnLst/>
              <a:rect l="l" t="t" r="r" b="b"/>
              <a:pathLst>
                <a:path w="977264" h="558164">
                  <a:moveTo>
                    <a:pt x="0" y="557783"/>
                  </a:moveTo>
                  <a:lnTo>
                    <a:pt x="976883" y="557783"/>
                  </a:lnTo>
                </a:path>
                <a:path w="977264" h="558164">
                  <a:moveTo>
                    <a:pt x="885443" y="448055"/>
                  </a:moveTo>
                  <a:lnTo>
                    <a:pt x="885443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299709" y="514197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299709" y="514197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3815333" y="3910584"/>
            <a:ext cx="2257425" cy="767715"/>
            <a:chOff x="3815333" y="3910584"/>
            <a:chExt cx="2257425" cy="767715"/>
          </a:xfrm>
        </p:grpSpPr>
        <p:sp>
          <p:nvSpPr>
            <p:cNvPr id="51" name="object 51"/>
            <p:cNvSpPr/>
            <p:nvPr/>
          </p:nvSpPr>
          <p:spPr>
            <a:xfrm>
              <a:off x="3815333" y="3915156"/>
              <a:ext cx="977265" cy="351790"/>
            </a:xfrm>
            <a:custGeom>
              <a:avLst/>
              <a:gdLst/>
              <a:ahLst/>
              <a:cxnLst/>
              <a:rect l="l" t="t" r="r" b="b"/>
              <a:pathLst>
                <a:path w="977264" h="351789">
                  <a:moveTo>
                    <a:pt x="0" y="0"/>
                  </a:moveTo>
                  <a:lnTo>
                    <a:pt x="976883" y="0"/>
                  </a:lnTo>
                </a:path>
                <a:path w="977264" h="351789">
                  <a:moveTo>
                    <a:pt x="885443" y="109727"/>
                  </a:moveTo>
                  <a:lnTo>
                    <a:pt x="885443" y="35128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682489" y="391515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682489" y="391515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15333" y="3915156"/>
              <a:ext cx="1594485" cy="557530"/>
            </a:xfrm>
            <a:custGeom>
              <a:avLst/>
              <a:gdLst/>
              <a:ahLst/>
              <a:cxnLst/>
              <a:rect l="l" t="t" r="r" b="b"/>
              <a:pathLst>
                <a:path w="1594485" h="557529">
                  <a:moveTo>
                    <a:pt x="0" y="0"/>
                  </a:moveTo>
                  <a:lnTo>
                    <a:pt x="1594103" y="0"/>
                  </a:lnTo>
                </a:path>
                <a:path w="1594485" h="557529">
                  <a:moveTo>
                    <a:pt x="1502663" y="109727"/>
                  </a:moveTo>
                  <a:lnTo>
                    <a:pt x="1502663" y="55702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299709" y="391515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299709" y="391515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815333" y="3915156"/>
              <a:ext cx="2257425" cy="763270"/>
            </a:xfrm>
            <a:custGeom>
              <a:avLst/>
              <a:gdLst/>
              <a:ahLst/>
              <a:cxnLst/>
              <a:rect l="l" t="t" r="r" b="b"/>
              <a:pathLst>
                <a:path w="2257425" h="763270">
                  <a:moveTo>
                    <a:pt x="0" y="0"/>
                  </a:moveTo>
                  <a:lnTo>
                    <a:pt x="2257043" y="0"/>
                  </a:lnTo>
                </a:path>
                <a:path w="2257425" h="763270">
                  <a:moveTo>
                    <a:pt x="2165603" y="109727"/>
                  </a:moveTo>
                  <a:lnTo>
                    <a:pt x="2165603" y="76276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962649" y="391515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962649" y="391515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4333494" y="4899660"/>
            <a:ext cx="1739264" cy="768350"/>
            <a:chOff x="4333494" y="4899660"/>
            <a:chExt cx="1739264" cy="768350"/>
          </a:xfrm>
        </p:grpSpPr>
        <p:sp>
          <p:nvSpPr>
            <p:cNvPr id="61" name="object 61"/>
            <p:cNvSpPr/>
            <p:nvPr/>
          </p:nvSpPr>
          <p:spPr>
            <a:xfrm>
              <a:off x="4333494" y="4899660"/>
              <a:ext cx="1739264" cy="763905"/>
            </a:xfrm>
            <a:custGeom>
              <a:avLst/>
              <a:gdLst/>
              <a:ahLst/>
              <a:cxnLst/>
              <a:rect l="l" t="t" r="r" b="b"/>
              <a:pathLst>
                <a:path w="1739264" h="763904">
                  <a:moveTo>
                    <a:pt x="0" y="763523"/>
                  </a:moveTo>
                  <a:lnTo>
                    <a:pt x="1738883" y="763523"/>
                  </a:lnTo>
                </a:path>
                <a:path w="1739264" h="763904">
                  <a:moveTo>
                    <a:pt x="1647443" y="653795"/>
                  </a:moveTo>
                  <a:lnTo>
                    <a:pt x="1647443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962650" y="555345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962650" y="555345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/>
          <p:nvPr/>
        </p:nvSpPr>
        <p:spPr>
          <a:xfrm>
            <a:off x="3531870" y="1750314"/>
            <a:ext cx="64135" cy="64135"/>
          </a:xfrm>
          <a:custGeom>
            <a:avLst/>
            <a:gdLst/>
            <a:ahLst/>
            <a:cxnLst/>
            <a:rect l="l" t="t" r="r" b="b"/>
            <a:pathLst>
              <a:path w="64135" h="64135">
                <a:moveTo>
                  <a:pt x="0" y="32003"/>
                </a:moveTo>
                <a:lnTo>
                  <a:pt x="64007" y="32003"/>
                </a:lnTo>
              </a:path>
              <a:path w="64135" h="64135">
                <a:moveTo>
                  <a:pt x="32003" y="64007"/>
                </a:moveTo>
                <a:lnTo>
                  <a:pt x="3200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248405" y="1782318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0" y="0"/>
                </a:moveTo>
                <a:lnTo>
                  <a:pt x="21869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659885" y="1782318"/>
            <a:ext cx="219710" cy="0"/>
          </a:xfrm>
          <a:custGeom>
            <a:avLst/>
            <a:gdLst/>
            <a:ahLst/>
            <a:cxnLst/>
            <a:rect l="l" t="t" r="r" b="b"/>
            <a:pathLst>
              <a:path w="219710">
                <a:moveTo>
                  <a:pt x="0" y="0"/>
                </a:moveTo>
                <a:lnTo>
                  <a:pt x="21945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563873" y="1879092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218693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563873" y="1466850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218693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2254757" y="5602985"/>
            <a:ext cx="524510" cy="276225"/>
            <a:chOff x="2254757" y="5602985"/>
            <a:chExt cx="524510" cy="276225"/>
          </a:xfrm>
        </p:grpSpPr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77667" y="5602985"/>
              <a:ext cx="101345" cy="7543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2259329" y="5663183"/>
              <a:ext cx="428625" cy="211454"/>
            </a:xfrm>
            <a:custGeom>
              <a:avLst/>
              <a:gdLst/>
              <a:ahLst/>
              <a:cxnLst/>
              <a:rect l="l" t="t" r="r" b="b"/>
              <a:pathLst>
                <a:path w="428625" h="211454">
                  <a:moveTo>
                    <a:pt x="428243" y="0"/>
                  </a:moveTo>
                  <a:lnTo>
                    <a:pt x="109727" y="211073"/>
                  </a:lnTo>
                  <a:lnTo>
                    <a:pt x="0" y="21107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/>
          <p:nvPr/>
        </p:nvSpPr>
        <p:spPr>
          <a:xfrm>
            <a:off x="3742944" y="2042160"/>
            <a:ext cx="574040" cy="673735"/>
          </a:xfrm>
          <a:custGeom>
            <a:avLst/>
            <a:gdLst/>
            <a:ahLst/>
            <a:cxnLst/>
            <a:rect l="l" t="t" r="r" b="b"/>
            <a:pathLst>
              <a:path w="574039" h="673735">
                <a:moveTo>
                  <a:pt x="573785" y="673607"/>
                </a:moveTo>
                <a:lnTo>
                  <a:pt x="464057" y="673607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3" name="object 7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80459" y="1951482"/>
            <a:ext cx="77723" cy="101345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BC10F3E3-2AEF-5AE5-078F-BB018811947E}"/>
              </a:ext>
            </a:extLst>
          </p:cNvPr>
          <p:cNvSpPr txBox="1"/>
          <p:nvPr/>
        </p:nvSpPr>
        <p:spPr>
          <a:xfrm>
            <a:off x="4949188" y="6109715"/>
            <a:ext cx="4866689" cy="130243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37103" y="4642866"/>
            <a:ext cx="26034" cy="267970"/>
            <a:chOff x="2737103" y="4642866"/>
            <a:chExt cx="26034" cy="267970"/>
          </a:xfrm>
        </p:grpSpPr>
        <p:sp>
          <p:nvSpPr>
            <p:cNvPr id="3" name="object 3"/>
            <p:cNvSpPr/>
            <p:nvPr/>
          </p:nvSpPr>
          <p:spPr>
            <a:xfrm>
              <a:off x="2746247" y="4748022"/>
              <a:ext cx="7620" cy="1905"/>
            </a:xfrm>
            <a:custGeom>
              <a:avLst/>
              <a:gdLst/>
              <a:ahLst/>
              <a:cxnLst/>
              <a:rect l="l" t="t" r="r" b="b"/>
              <a:pathLst>
                <a:path w="7619" h="1904">
                  <a:moveTo>
                    <a:pt x="0" y="1523"/>
                  </a:moveTo>
                  <a:lnTo>
                    <a:pt x="7619" y="1523"/>
                  </a:lnTo>
                  <a:lnTo>
                    <a:pt x="7619" y="761"/>
                  </a:ln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46247" y="4686300"/>
              <a:ext cx="7620" cy="59055"/>
            </a:xfrm>
            <a:custGeom>
              <a:avLst/>
              <a:gdLst/>
              <a:ahLst/>
              <a:cxnLst/>
              <a:rect l="l" t="t" r="r" b="b"/>
              <a:pathLst>
                <a:path w="7619" h="59054">
                  <a:moveTo>
                    <a:pt x="0" y="54101"/>
                  </a:moveTo>
                  <a:lnTo>
                    <a:pt x="7619" y="54101"/>
                  </a:lnTo>
                </a:path>
                <a:path w="7619" h="59054">
                  <a:moveTo>
                    <a:pt x="0" y="54863"/>
                  </a:moveTo>
                  <a:lnTo>
                    <a:pt x="7619" y="54863"/>
                  </a:lnTo>
                </a:path>
                <a:path w="7619" h="59054">
                  <a:moveTo>
                    <a:pt x="0" y="29717"/>
                  </a:moveTo>
                  <a:lnTo>
                    <a:pt x="7619" y="29717"/>
                  </a:lnTo>
                </a:path>
                <a:path w="7619" h="59054">
                  <a:moveTo>
                    <a:pt x="0" y="7619"/>
                  </a:moveTo>
                  <a:lnTo>
                    <a:pt x="7619" y="7619"/>
                  </a:lnTo>
                </a:path>
                <a:path w="7619" h="59054">
                  <a:moveTo>
                    <a:pt x="0" y="0"/>
                  </a:moveTo>
                  <a:lnTo>
                    <a:pt x="7619" y="0"/>
                  </a:lnTo>
                </a:path>
                <a:path w="7619" h="59054">
                  <a:moveTo>
                    <a:pt x="0" y="3809"/>
                  </a:moveTo>
                  <a:lnTo>
                    <a:pt x="7619" y="3809"/>
                  </a:lnTo>
                </a:path>
                <a:path w="7619" h="59054">
                  <a:moveTo>
                    <a:pt x="0" y="15239"/>
                  </a:moveTo>
                  <a:lnTo>
                    <a:pt x="7619" y="15239"/>
                  </a:lnTo>
                </a:path>
                <a:path w="7619" h="59054">
                  <a:moveTo>
                    <a:pt x="0" y="31241"/>
                  </a:moveTo>
                  <a:lnTo>
                    <a:pt x="7619" y="31241"/>
                  </a:lnTo>
                </a:path>
                <a:path w="7619" h="59054">
                  <a:moveTo>
                    <a:pt x="0" y="6857"/>
                  </a:moveTo>
                  <a:lnTo>
                    <a:pt x="7619" y="6857"/>
                  </a:lnTo>
                </a:path>
                <a:path w="7619" h="59054">
                  <a:moveTo>
                    <a:pt x="0" y="13715"/>
                  </a:moveTo>
                  <a:lnTo>
                    <a:pt x="7619" y="13715"/>
                  </a:lnTo>
                </a:path>
                <a:path w="7619" h="59054">
                  <a:moveTo>
                    <a:pt x="0" y="4571"/>
                  </a:moveTo>
                  <a:lnTo>
                    <a:pt x="7619" y="4571"/>
                  </a:lnTo>
                </a:path>
                <a:path w="7619" h="59054">
                  <a:moveTo>
                    <a:pt x="0" y="7619"/>
                  </a:moveTo>
                  <a:lnTo>
                    <a:pt x="7619" y="7619"/>
                  </a:lnTo>
                </a:path>
                <a:path w="7619" h="59054">
                  <a:moveTo>
                    <a:pt x="0" y="17525"/>
                  </a:moveTo>
                  <a:lnTo>
                    <a:pt x="7619" y="17525"/>
                  </a:lnTo>
                </a:path>
                <a:path w="7619" h="59054">
                  <a:moveTo>
                    <a:pt x="0" y="34289"/>
                  </a:moveTo>
                  <a:lnTo>
                    <a:pt x="7619" y="34289"/>
                  </a:lnTo>
                </a:path>
                <a:path w="7619" h="59054">
                  <a:moveTo>
                    <a:pt x="0" y="52577"/>
                  </a:moveTo>
                  <a:lnTo>
                    <a:pt x="7619" y="52577"/>
                  </a:lnTo>
                </a:path>
                <a:path w="7619" h="59054">
                  <a:moveTo>
                    <a:pt x="0" y="58673"/>
                  </a:moveTo>
                  <a:lnTo>
                    <a:pt x="7619" y="58673"/>
                  </a:lnTo>
                </a:path>
                <a:path w="7619" h="59054">
                  <a:moveTo>
                    <a:pt x="0" y="48767"/>
                  </a:moveTo>
                  <a:lnTo>
                    <a:pt x="7619" y="48767"/>
                  </a:lnTo>
                </a:path>
                <a:path w="7619" h="59054">
                  <a:moveTo>
                    <a:pt x="0" y="26669"/>
                  </a:moveTo>
                  <a:lnTo>
                    <a:pt x="7619" y="2666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53867" y="4749546"/>
              <a:ext cx="0" cy="35560"/>
            </a:xfrm>
            <a:custGeom>
              <a:avLst/>
              <a:gdLst/>
              <a:ahLst/>
              <a:cxnLst/>
              <a:rect l="l" t="t" r="r" b="b"/>
              <a:pathLst>
                <a:path h="35560">
                  <a:moveTo>
                    <a:pt x="0" y="35051"/>
                  </a:moveTo>
                  <a:lnTo>
                    <a:pt x="0" y="35051"/>
                  </a:lnTo>
                  <a:lnTo>
                    <a:pt x="0" y="761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6247" y="4687062"/>
              <a:ext cx="7620" cy="60960"/>
            </a:xfrm>
            <a:custGeom>
              <a:avLst/>
              <a:gdLst/>
              <a:ahLst/>
              <a:cxnLst/>
              <a:rect l="l" t="t" r="r" b="b"/>
              <a:pathLst>
                <a:path w="7619" h="60960">
                  <a:moveTo>
                    <a:pt x="0" y="5333"/>
                  </a:moveTo>
                  <a:lnTo>
                    <a:pt x="7619" y="5333"/>
                  </a:lnTo>
                </a:path>
                <a:path w="7619" h="60960">
                  <a:moveTo>
                    <a:pt x="0" y="3809"/>
                  </a:moveTo>
                  <a:lnTo>
                    <a:pt x="7619" y="3809"/>
                  </a:lnTo>
                </a:path>
                <a:path w="7619" h="60960">
                  <a:moveTo>
                    <a:pt x="0" y="4571"/>
                  </a:moveTo>
                  <a:lnTo>
                    <a:pt x="7619" y="4571"/>
                  </a:lnTo>
                </a:path>
                <a:path w="7619" h="60960">
                  <a:moveTo>
                    <a:pt x="0" y="0"/>
                  </a:moveTo>
                  <a:lnTo>
                    <a:pt x="7619" y="0"/>
                  </a:lnTo>
                </a:path>
                <a:path w="7619" h="60960">
                  <a:moveTo>
                    <a:pt x="0" y="2285"/>
                  </a:moveTo>
                  <a:lnTo>
                    <a:pt x="7619" y="2285"/>
                  </a:lnTo>
                </a:path>
                <a:path w="7619" h="60960">
                  <a:moveTo>
                    <a:pt x="0" y="10667"/>
                  </a:moveTo>
                  <a:lnTo>
                    <a:pt x="7619" y="10667"/>
                  </a:lnTo>
                </a:path>
                <a:path w="7619" h="60960">
                  <a:moveTo>
                    <a:pt x="0" y="22859"/>
                  </a:moveTo>
                  <a:lnTo>
                    <a:pt x="7619" y="22859"/>
                  </a:lnTo>
                </a:path>
                <a:path w="7619" h="60960">
                  <a:moveTo>
                    <a:pt x="0" y="35051"/>
                  </a:moveTo>
                  <a:lnTo>
                    <a:pt x="7619" y="35051"/>
                  </a:lnTo>
                </a:path>
                <a:path w="7619" h="60960">
                  <a:moveTo>
                    <a:pt x="0" y="40385"/>
                  </a:moveTo>
                  <a:lnTo>
                    <a:pt x="7619" y="40385"/>
                  </a:lnTo>
                </a:path>
                <a:path w="7619" h="60960">
                  <a:moveTo>
                    <a:pt x="0" y="44957"/>
                  </a:moveTo>
                  <a:lnTo>
                    <a:pt x="7619" y="44957"/>
                  </a:lnTo>
                </a:path>
                <a:path w="7619" h="60960">
                  <a:moveTo>
                    <a:pt x="0" y="48767"/>
                  </a:moveTo>
                  <a:lnTo>
                    <a:pt x="7619" y="48767"/>
                  </a:lnTo>
                </a:path>
                <a:path w="7619" h="60960">
                  <a:moveTo>
                    <a:pt x="0" y="54101"/>
                  </a:moveTo>
                  <a:lnTo>
                    <a:pt x="7619" y="54101"/>
                  </a:lnTo>
                </a:path>
                <a:path w="7619" h="60960">
                  <a:moveTo>
                    <a:pt x="0" y="57911"/>
                  </a:moveTo>
                  <a:lnTo>
                    <a:pt x="7619" y="57911"/>
                  </a:lnTo>
                </a:path>
                <a:path w="7619" h="60960">
                  <a:moveTo>
                    <a:pt x="0" y="60959"/>
                  </a:moveTo>
                  <a:lnTo>
                    <a:pt x="7619" y="6095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6247" y="4754118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0"/>
                  </a:moveTo>
                  <a:lnTo>
                    <a:pt x="7619" y="0"/>
                  </a:lnTo>
                </a:path>
                <a:path w="7619" h="30479">
                  <a:moveTo>
                    <a:pt x="0" y="10667"/>
                  </a:moveTo>
                  <a:lnTo>
                    <a:pt x="7619" y="10667"/>
                  </a:lnTo>
                </a:path>
                <a:path w="7619" h="30479">
                  <a:moveTo>
                    <a:pt x="0" y="25145"/>
                  </a:moveTo>
                  <a:lnTo>
                    <a:pt x="7619" y="25145"/>
                  </a:lnTo>
                </a:path>
                <a:path w="7619" h="30479">
                  <a:moveTo>
                    <a:pt x="0" y="30479"/>
                  </a:moveTo>
                  <a:lnTo>
                    <a:pt x="7619" y="3047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6247" y="4685538"/>
              <a:ext cx="7620" cy="95250"/>
            </a:xfrm>
            <a:custGeom>
              <a:avLst/>
              <a:gdLst/>
              <a:ahLst/>
              <a:cxnLst/>
              <a:rect l="l" t="t" r="r" b="b"/>
              <a:pathLst>
                <a:path w="7619" h="95250">
                  <a:moveTo>
                    <a:pt x="0" y="95249"/>
                  </a:moveTo>
                  <a:lnTo>
                    <a:pt x="7619" y="95249"/>
                  </a:lnTo>
                </a:path>
                <a:path w="7619" h="95250">
                  <a:moveTo>
                    <a:pt x="0" y="84581"/>
                  </a:moveTo>
                  <a:lnTo>
                    <a:pt x="7619" y="84581"/>
                  </a:lnTo>
                </a:path>
                <a:path w="7619" h="95250">
                  <a:moveTo>
                    <a:pt x="0" y="70865"/>
                  </a:moveTo>
                  <a:lnTo>
                    <a:pt x="7619" y="70865"/>
                  </a:lnTo>
                </a:path>
                <a:path w="7619" h="95250">
                  <a:moveTo>
                    <a:pt x="0" y="61721"/>
                  </a:moveTo>
                  <a:lnTo>
                    <a:pt x="7619" y="61721"/>
                  </a:lnTo>
                </a:path>
                <a:path w="7619" h="95250">
                  <a:moveTo>
                    <a:pt x="0" y="55625"/>
                  </a:moveTo>
                  <a:lnTo>
                    <a:pt x="7619" y="55625"/>
                  </a:lnTo>
                </a:path>
                <a:path w="7619" h="95250">
                  <a:moveTo>
                    <a:pt x="0" y="54101"/>
                  </a:moveTo>
                  <a:lnTo>
                    <a:pt x="7619" y="54101"/>
                  </a:lnTo>
                </a:path>
                <a:path w="7619" h="95250">
                  <a:moveTo>
                    <a:pt x="0" y="53339"/>
                  </a:moveTo>
                  <a:lnTo>
                    <a:pt x="7619" y="53339"/>
                  </a:lnTo>
                </a:path>
                <a:path w="7619" h="95250">
                  <a:moveTo>
                    <a:pt x="0" y="49529"/>
                  </a:moveTo>
                  <a:lnTo>
                    <a:pt x="7619" y="49529"/>
                  </a:lnTo>
                </a:path>
                <a:path w="7619" h="95250">
                  <a:moveTo>
                    <a:pt x="0" y="46481"/>
                  </a:moveTo>
                  <a:lnTo>
                    <a:pt x="7619" y="46481"/>
                  </a:lnTo>
                </a:path>
                <a:path w="7619" h="95250">
                  <a:moveTo>
                    <a:pt x="0" y="41909"/>
                  </a:moveTo>
                  <a:lnTo>
                    <a:pt x="7619" y="41909"/>
                  </a:lnTo>
                </a:path>
                <a:path w="7619" h="95250">
                  <a:moveTo>
                    <a:pt x="0" y="38861"/>
                  </a:moveTo>
                  <a:lnTo>
                    <a:pt x="7619" y="38861"/>
                  </a:lnTo>
                </a:path>
                <a:path w="7619" h="95250">
                  <a:moveTo>
                    <a:pt x="0" y="30479"/>
                  </a:moveTo>
                  <a:lnTo>
                    <a:pt x="7619" y="30479"/>
                  </a:lnTo>
                </a:path>
                <a:path w="7619" h="95250">
                  <a:moveTo>
                    <a:pt x="0" y="19049"/>
                  </a:moveTo>
                  <a:lnTo>
                    <a:pt x="7619" y="19049"/>
                  </a:lnTo>
                </a:path>
                <a:path w="7619" h="95250">
                  <a:moveTo>
                    <a:pt x="0" y="12191"/>
                  </a:moveTo>
                  <a:lnTo>
                    <a:pt x="7619" y="12191"/>
                  </a:lnTo>
                </a:path>
                <a:path w="7619" h="95250">
                  <a:moveTo>
                    <a:pt x="0" y="64007"/>
                  </a:moveTo>
                  <a:lnTo>
                    <a:pt x="7619" y="64007"/>
                  </a:lnTo>
                </a:path>
                <a:path w="7619" h="95250">
                  <a:moveTo>
                    <a:pt x="0" y="67817"/>
                  </a:moveTo>
                  <a:lnTo>
                    <a:pt x="7619" y="67817"/>
                  </a:lnTo>
                </a:path>
                <a:path w="7619" h="95250">
                  <a:moveTo>
                    <a:pt x="0" y="75437"/>
                  </a:moveTo>
                  <a:lnTo>
                    <a:pt x="7619" y="75437"/>
                  </a:lnTo>
                </a:path>
                <a:path w="7619" h="95250">
                  <a:moveTo>
                    <a:pt x="0" y="84581"/>
                  </a:moveTo>
                  <a:lnTo>
                    <a:pt x="7619" y="84581"/>
                  </a:lnTo>
                </a:path>
                <a:path w="7619" h="95250">
                  <a:moveTo>
                    <a:pt x="0" y="92201"/>
                  </a:moveTo>
                  <a:lnTo>
                    <a:pt x="7619" y="92201"/>
                  </a:lnTo>
                </a:path>
                <a:path w="7619" h="95250">
                  <a:moveTo>
                    <a:pt x="0" y="94487"/>
                  </a:moveTo>
                  <a:lnTo>
                    <a:pt x="7619" y="94487"/>
                  </a:lnTo>
                </a:path>
                <a:path w="7619" h="95250">
                  <a:moveTo>
                    <a:pt x="0" y="89915"/>
                  </a:moveTo>
                  <a:lnTo>
                    <a:pt x="7619" y="89915"/>
                  </a:lnTo>
                </a:path>
                <a:path w="7619" h="95250">
                  <a:moveTo>
                    <a:pt x="0" y="78485"/>
                  </a:moveTo>
                  <a:lnTo>
                    <a:pt x="7619" y="78485"/>
                  </a:lnTo>
                </a:path>
                <a:path w="7619" h="95250">
                  <a:moveTo>
                    <a:pt x="0" y="70103"/>
                  </a:moveTo>
                  <a:lnTo>
                    <a:pt x="7619" y="70103"/>
                  </a:lnTo>
                </a:path>
                <a:path w="7619" h="95250">
                  <a:moveTo>
                    <a:pt x="0" y="64769"/>
                  </a:moveTo>
                  <a:lnTo>
                    <a:pt x="7619" y="64769"/>
                  </a:lnTo>
                </a:path>
                <a:path w="7619" h="95250">
                  <a:moveTo>
                    <a:pt x="0" y="63245"/>
                  </a:moveTo>
                  <a:lnTo>
                    <a:pt x="7619" y="63245"/>
                  </a:lnTo>
                </a:path>
                <a:path w="7619" h="95250">
                  <a:moveTo>
                    <a:pt x="0" y="38099"/>
                  </a:moveTo>
                  <a:lnTo>
                    <a:pt x="7619" y="38099"/>
                  </a:lnTo>
                </a:path>
                <a:path w="7619" h="95250">
                  <a:moveTo>
                    <a:pt x="0" y="34289"/>
                  </a:moveTo>
                  <a:lnTo>
                    <a:pt x="7619" y="34289"/>
                  </a:lnTo>
                </a:path>
                <a:path w="7619" h="95250">
                  <a:moveTo>
                    <a:pt x="0" y="33527"/>
                  </a:moveTo>
                  <a:lnTo>
                    <a:pt x="7619" y="33527"/>
                  </a:lnTo>
                </a:path>
                <a:path w="7619" h="95250">
                  <a:moveTo>
                    <a:pt x="0" y="19811"/>
                  </a:moveTo>
                  <a:lnTo>
                    <a:pt x="7619" y="19811"/>
                  </a:lnTo>
                </a:path>
                <a:path w="7619" h="95250">
                  <a:moveTo>
                    <a:pt x="0" y="8381"/>
                  </a:moveTo>
                  <a:lnTo>
                    <a:pt x="7619" y="8381"/>
                  </a:lnTo>
                </a:path>
                <a:path w="7619" h="95250">
                  <a:moveTo>
                    <a:pt x="0" y="4571"/>
                  </a:moveTo>
                  <a:lnTo>
                    <a:pt x="7619" y="4571"/>
                  </a:lnTo>
                </a:path>
                <a:path w="7619" h="95250">
                  <a:moveTo>
                    <a:pt x="0" y="9905"/>
                  </a:moveTo>
                  <a:lnTo>
                    <a:pt x="7619" y="9905"/>
                  </a:lnTo>
                </a:path>
                <a:path w="7619" h="95250">
                  <a:moveTo>
                    <a:pt x="0" y="22859"/>
                  </a:moveTo>
                  <a:lnTo>
                    <a:pt x="7619" y="22859"/>
                  </a:lnTo>
                </a:path>
                <a:path w="7619" h="95250">
                  <a:moveTo>
                    <a:pt x="0" y="5333"/>
                  </a:moveTo>
                  <a:lnTo>
                    <a:pt x="7619" y="5333"/>
                  </a:lnTo>
                </a:path>
                <a:path w="7619" h="95250">
                  <a:moveTo>
                    <a:pt x="0" y="3809"/>
                  </a:moveTo>
                  <a:lnTo>
                    <a:pt x="7619" y="3809"/>
                  </a:lnTo>
                </a:path>
                <a:path w="7619" h="95250">
                  <a:moveTo>
                    <a:pt x="0" y="9905"/>
                  </a:moveTo>
                  <a:lnTo>
                    <a:pt x="7619" y="9905"/>
                  </a:lnTo>
                </a:path>
                <a:path w="7619" h="95250">
                  <a:moveTo>
                    <a:pt x="0" y="12953"/>
                  </a:moveTo>
                  <a:lnTo>
                    <a:pt x="7619" y="12953"/>
                  </a:lnTo>
                </a:path>
                <a:path w="7619" h="95250">
                  <a:moveTo>
                    <a:pt x="0" y="51053"/>
                  </a:moveTo>
                  <a:lnTo>
                    <a:pt x="7619" y="51053"/>
                  </a:lnTo>
                </a:path>
                <a:path w="7619" h="95250">
                  <a:moveTo>
                    <a:pt x="0" y="57149"/>
                  </a:moveTo>
                  <a:lnTo>
                    <a:pt x="7619" y="57149"/>
                  </a:lnTo>
                </a:path>
                <a:path w="7619" h="95250">
                  <a:moveTo>
                    <a:pt x="7619" y="57911"/>
                  </a:moveTo>
                  <a:lnTo>
                    <a:pt x="0" y="57911"/>
                  </a:lnTo>
                  <a:lnTo>
                    <a:pt x="7619" y="57911"/>
                  </a:lnTo>
                </a:path>
                <a:path w="7619" h="95250">
                  <a:moveTo>
                    <a:pt x="0" y="57149"/>
                  </a:moveTo>
                  <a:lnTo>
                    <a:pt x="7619" y="57149"/>
                  </a:lnTo>
                </a:path>
                <a:path w="7619" h="95250">
                  <a:moveTo>
                    <a:pt x="0" y="53339"/>
                  </a:moveTo>
                  <a:lnTo>
                    <a:pt x="7619" y="53339"/>
                  </a:lnTo>
                </a:path>
                <a:path w="7619" h="95250">
                  <a:moveTo>
                    <a:pt x="0" y="39623"/>
                  </a:moveTo>
                  <a:lnTo>
                    <a:pt x="7619" y="39623"/>
                  </a:lnTo>
                </a:path>
                <a:path w="7619" h="95250">
                  <a:moveTo>
                    <a:pt x="0" y="1523"/>
                  </a:moveTo>
                  <a:lnTo>
                    <a:pt x="7619" y="1523"/>
                  </a:lnTo>
                </a:path>
                <a:path w="7619" h="9525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53867" y="4655820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h="1270">
                  <a:moveTo>
                    <a:pt x="0" y="761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6247" y="4658868"/>
              <a:ext cx="7620" cy="68580"/>
            </a:xfrm>
            <a:custGeom>
              <a:avLst/>
              <a:gdLst/>
              <a:ahLst/>
              <a:cxnLst/>
              <a:rect l="l" t="t" r="r" b="b"/>
              <a:pathLst>
                <a:path w="7619" h="68579">
                  <a:moveTo>
                    <a:pt x="7619" y="43433"/>
                  </a:moveTo>
                  <a:lnTo>
                    <a:pt x="0" y="43433"/>
                  </a:lnTo>
                  <a:lnTo>
                    <a:pt x="7619" y="43433"/>
                  </a:lnTo>
                </a:path>
                <a:path w="7619" h="68579">
                  <a:moveTo>
                    <a:pt x="0" y="45719"/>
                  </a:moveTo>
                  <a:lnTo>
                    <a:pt x="7619" y="45719"/>
                  </a:lnTo>
                </a:path>
                <a:path w="7619" h="68579">
                  <a:moveTo>
                    <a:pt x="0" y="52577"/>
                  </a:moveTo>
                  <a:lnTo>
                    <a:pt x="7619" y="52577"/>
                  </a:lnTo>
                </a:path>
                <a:path w="7619" h="68579">
                  <a:moveTo>
                    <a:pt x="0" y="60959"/>
                  </a:moveTo>
                  <a:lnTo>
                    <a:pt x="7619" y="60959"/>
                  </a:lnTo>
                </a:path>
                <a:path w="7619" h="68579">
                  <a:moveTo>
                    <a:pt x="0" y="68579"/>
                  </a:moveTo>
                  <a:lnTo>
                    <a:pt x="7619" y="68579"/>
                  </a:lnTo>
                </a:path>
                <a:path w="7619" h="68579">
                  <a:moveTo>
                    <a:pt x="0" y="35051"/>
                  </a:moveTo>
                  <a:lnTo>
                    <a:pt x="7619" y="35051"/>
                  </a:lnTo>
                </a:path>
                <a:path w="7619" h="68579">
                  <a:moveTo>
                    <a:pt x="0" y="9143"/>
                  </a:moveTo>
                  <a:lnTo>
                    <a:pt x="7619" y="9143"/>
                  </a:lnTo>
                </a:path>
                <a:path w="7619" h="6857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6247" y="465582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6247" y="4657344"/>
              <a:ext cx="7620" cy="91440"/>
            </a:xfrm>
            <a:custGeom>
              <a:avLst/>
              <a:gdLst/>
              <a:ahLst/>
              <a:cxnLst/>
              <a:rect l="l" t="t" r="r" b="b"/>
              <a:pathLst>
                <a:path w="7619" h="91439">
                  <a:moveTo>
                    <a:pt x="0" y="0"/>
                  </a:moveTo>
                  <a:lnTo>
                    <a:pt x="7619" y="0"/>
                  </a:lnTo>
                </a:path>
                <a:path w="7619" h="91439">
                  <a:moveTo>
                    <a:pt x="0" y="6857"/>
                  </a:moveTo>
                  <a:lnTo>
                    <a:pt x="7619" y="6857"/>
                  </a:lnTo>
                </a:path>
                <a:path w="7619" h="91439">
                  <a:moveTo>
                    <a:pt x="0" y="12191"/>
                  </a:moveTo>
                  <a:lnTo>
                    <a:pt x="7619" y="12191"/>
                  </a:lnTo>
                </a:path>
                <a:path w="7619" h="91439">
                  <a:moveTo>
                    <a:pt x="0" y="21335"/>
                  </a:moveTo>
                  <a:lnTo>
                    <a:pt x="7619" y="21335"/>
                  </a:lnTo>
                </a:path>
                <a:path w="7619" h="91439">
                  <a:moveTo>
                    <a:pt x="0" y="38099"/>
                  </a:moveTo>
                  <a:lnTo>
                    <a:pt x="7619" y="38099"/>
                  </a:lnTo>
                </a:path>
                <a:path w="7619" h="91439">
                  <a:moveTo>
                    <a:pt x="0" y="49529"/>
                  </a:moveTo>
                  <a:lnTo>
                    <a:pt x="7619" y="49529"/>
                  </a:lnTo>
                </a:path>
                <a:path w="7619" h="91439">
                  <a:moveTo>
                    <a:pt x="0" y="66293"/>
                  </a:moveTo>
                  <a:lnTo>
                    <a:pt x="7619" y="66293"/>
                  </a:lnTo>
                </a:path>
                <a:path w="7619" h="91439">
                  <a:moveTo>
                    <a:pt x="0" y="84581"/>
                  </a:moveTo>
                  <a:lnTo>
                    <a:pt x="7619" y="84581"/>
                  </a:lnTo>
                </a:path>
                <a:path w="7619" h="91439">
                  <a:moveTo>
                    <a:pt x="0" y="89915"/>
                  </a:moveTo>
                  <a:lnTo>
                    <a:pt x="7619" y="89915"/>
                  </a:lnTo>
                </a:path>
                <a:path w="7619" h="91439">
                  <a:moveTo>
                    <a:pt x="0" y="81533"/>
                  </a:moveTo>
                  <a:lnTo>
                    <a:pt x="7619" y="81533"/>
                  </a:lnTo>
                </a:path>
                <a:path w="7619" h="91439">
                  <a:moveTo>
                    <a:pt x="0" y="91439"/>
                  </a:moveTo>
                  <a:lnTo>
                    <a:pt x="7619" y="91439"/>
                  </a:lnTo>
                </a:path>
                <a:path w="7619" h="91439">
                  <a:moveTo>
                    <a:pt x="0" y="79247"/>
                  </a:moveTo>
                  <a:lnTo>
                    <a:pt x="7619" y="79247"/>
                  </a:lnTo>
                </a:path>
                <a:path w="7619" h="91439">
                  <a:moveTo>
                    <a:pt x="0" y="82295"/>
                  </a:moveTo>
                  <a:lnTo>
                    <a:pt x="7619" y="82295"/>
                  </a:lnTo>
                </a:path>
                <a:path w="7619" h="91439">
                  <a:moveTo>
                    <a:pt x="0" y="80009"/>
                  </a:moveTo>
                  <a:lnTo>
                    <a:pt x="7619" y="80009"/>
                  </a:lnTo>
                </a:path>
                <a:path w="7619" h="91439">
                  <a:moveTo>
                    <a:pt x="0" y="73151"/>
                  </a:moveTo>
                  <a:lnTo>
                    <a:pt x="7619" y="73151"/>
                  </a:lnTo>
                </a:path>
                <a:path w="7619" h="91439">
                  <a:moveTo>
                    <a:pt x="0" y="61721"/>
                  </a:moveTo>
                  <a:lnTo>
                    <a:pt x="7619" y="61721"/>
                  </a:lnTo>
                </a:path>
                <a:path w="7619" h="91439">
                  <a:moveTo>
                    <a:pt x="0" y="51053"/>
                  </a:moveTo>
                  <a:lnTo>
                    <a:pt x="7619" y="51053"/>
                  </a:lnTo>
                </a:path>
                <a:path w="7619" h="91439">
                  <a:moveTo>
                    <a:pt x="0" y="45719"/>
                  </a:moveTo>
                  <a:lnTo>
                    <a:pt x="7619" y="45719"/>
                  </a:lnTo>
                </a:path>
                <a:path w="7619" h="91439">
                  <a:moveTo>
                    <a:pt x="0" y="37337"/>
                  </a:moveTo>
                  <a:lnTo>
                    <a:pt x="7619" y="37337"/>
                  </a:lnTo>
                </a:path>
                <a:path w="7619" h="91439">
                  <a:moveTo>
                    <a:pt x="0" y="38099"/>
                  </a:moveTo>
                  <a:lnTo>
                    <a:pt x="7619" y="38099"/>
                  </a:lnTo>
                </a:path>
                <a:path w="7619" h="91439">
                  <a:moveTo>
                    <a:pt x="0" y="43433"/>
                  </a:moveTo>
                  <a:lnTo>
                    <a:pt x="7619" y="43433"/>
                  </a:lnTo>
                </a:path>
                <a:path w="7619" h="91439">
                  <a:moveTo>
                    <a:pt x="0" y="76961"/>
                  </a:moveTo>
                  <a:lnTo>
                    <a:pt x="7619" y="76961"/>
                  </a:lnTo>
                </a:path>
                <a:path w="7619" h="91439">
                  <a:moveTo>
                    <a:pt x="0" y="84581"/>
                  </a:moveTo>
                  <a:lnTo>
                    <a:pt x="7619" y="84581"/>
                  </a:lnTo>
                </a:path>
                <a:path w="7619" h="91439">
                  <a:moveTo>
                    <a:pt x="0" y="60959"/>
                  </a:moveTo>
                  <a:lnTo>
                    <a:pt x="7619" y="60959"/>
                  </a:lnTo>
                </a:path>
                <a:path w="7619" h="91439">
                  <a:moveTo>
                    <a:pt x="0" y="51053"/>
                  </a:moveTo>
                  <a:lnTo>
                    <a:pt x="7619" y="51053"/>
                  </a:lnTo>
                </a:path>
                <a:path w="7619" h="91439">
                  <a:moveTo>
                    <a:pt x="0" y="42671"/>
                  </a:moveTo>
                  <a:lnTo>
                    <a:pt x="7619" y="42671"/>
                  </a:lnTo>
                </a:path>
                <a:path w="7619" h="91439">
                  <a:moveTo>
                    <a:pt x="0" y="77723"/>
                  </a:moveTo>
                  <a:lnTo>
                    <a:pt x="7619" y="77723"/>
                  </a:lnTo>
                </a:path>
                <a:path w="7619" h="91439">
                  <a:moveTo>
                    <a:pt x="0" y="7619"/>
                  </a:moveTo>
                  <a:lnTo>
                    <a:pt x="7619" y="7619"/>
                  </a:lnTo>
                </a:path>
                <a:path w="7619" h="91439">
                  <a:moveTo>
                    <a:pt x="0" y="16001"/>
                  </a:moveTo>
                  <a:lnTo>
                    <a:pt x="7619" y="16001"/>
                  </a:lnTo>
                </a:path>
                <a:path w="7619" h="91439">
                  <a:moveTo>
                    <a:pt x="0" y="4571"/>
                  </a:moveTo>
                  <a:lnTo>
                    <a:pt x="7619" y="4571"/>
                  </a:lnTo>
                </a:path>
                <a:path w="7619" h="91439">
                  <a:moveTo>
                    <a:pt x="0" y="6857"/>
                  </a:moveTo>
                  <a:lnTo>
                    <a:pt x="7619" y="6857"/>
                  </a:lnTo>
                </a:path>
                <a:path w="7619" h="91439">
                  <a:moveTo>
                    <a:pt x="0" y="13715"/>
                  </a:moveTo>
                  <a:lnTo>
                    <a:pt x="7619" y="13715"/>
                  </a:lnTo>
                </a:path>
                <a:path w="7619" h="91439">
                  <a:moveTo>
                    <a:pt x="0" y="32003"/>
                  </a:moveTo>
                  <a:lnTo>
                    <a:pt x="7619" y="32003"/>
                  </a:lnTo>
                </a:path>
                <a:path w="7619" h="91439">
                  <a:moveTo>
                    <a:pt x="0" y="85343"/>
                  </a:moveTo>
                  <a:lnTo>
                    <a:pt x="7619" y="85343"/>
                  </a:lnTo>
                </a:path>
                <a:path w="7619" h="91439">
                  <a:moveTo>
                    <a:pt x="0" y="73913"/>
                  </a:moveTo>
                  <a:lnTo>
                    <a:pt x="7619" y="73913"/>
                  </a:lnTo>
                </a:path>
                <a:path w="7619" h="91439">
                  <a:moveTo>
                    <a:pt x="0" y="29717"/>
                  </a:moveTo>
                  <a:lnTo>
                    <a:pt x="7619" y="29717"/>
                  </a:lnTo>
                </a:path>
                <a:path w="7619" h="91439">
                  <a:moveTo>
                    <a:pt x="0" y="32003"/>
                  </a:moveTo>
                  <a:lnTo>
                    <a:pt x="7619" y="32003"/>
                  </a:lnTo>
                </a:path>
                <a:path w="7619" h="91439">
                  <a:moveTo>
                    <a:pt x="0" y="38861"/>
                  </a:moveTo>
                  <a:lnTo>
                    <a:pt x="7619" y="38861"/>
                  </a:lnTo>
                </a:path>
                <a:path w="7619" h="91439">
                  <a:moveTo>
                    <a:pt x="0" y="59435"/>
                  </a:moveTo>
                  <a:lnTo>
                    <a:pt x="7619" y="59435"/>
                  </a:lnTo>
                </a:path>
                <a:path w="7619" h="91439">
                  <a:moveTo>
                    <a:pt x="0" y="72389"/>
                  </a:moveTo>
                  <a:lnTo>
                    <a:pt x="7619" y="72389"/>
                  </a:lnTo>
                </a:path>
                <a:path w="7619" h="91439">
                  <a:moveTo>
                    <a:pt x="0" y="80771"/>
                  </a:moveTo>
                  <a:lnTo>
                    <a:pt x="7619" y="80771"/>
                  </a:lnTo>
                </a:path>
                <a:path w="7619" h="91439">
                  <a:moveTo>
                    <a:pt x="0" y="82295"/>
                  </a:moveTo>
                  <a:lnTo>
                    <a:pt x="7619" y="82295"/>
                  </a:lnTo>
                </a:path>
                <a:path w="7619" h="91439">
                  <a:moveTo>
                    <a:pt x="0" y="76961"/>
                  </a:moveTo>
                  <a:lnTo>
                    <a:pt x="7619" y="76961"/>
                  </a:lnTo>
                </a:path>
                <a:path w="7619" h="91439">
                  <a:moveTo>
                    <a:pt x="0" y="28193"/>
                  </a:moveTo>
                  <a:lnTo>
                    <a:pt x="7619" y="28193"/>
                  </a:lnTo>
                </a:path>
                <a:path w="7619" h="91439">
                  <a:moveTo>
                    <a:pt x="0" y="30479"/>
                  </a:moveTo>
                  <a:lnTo>
                    <a:pt x="7619" y="30479"/>
                  </a:lnTo>
                </a:path>
                <a:path w="7619" h="91439">
                  <a:moveTo>
                    <a:pt x="0" y="38099"/>
                  </a:moveTo>
                  <a:lnTo>
                    <a:pt x="7619" y="38099"/>
                  </a:lnTo>
                </a:path>
                <a:path w="7619" h="91439">
                  <a:moveTo>
                    <a:pt x="0" y="60959"/>
                  </a:moveTo>
                  <a:lnTo>
                    <a:pt x="7619" y="60959"/>
                  </a:lnTo>
                </a:path>
                <a:path w="7619" h="91439">
                  <a:moveTo>
                    <a:pt x="0" y="70865"/>
                  </a:moveTo>
                  <a:lnTo>
                    <a:pt x="7619" y="70865"/>
                  </a:lnTo>
                </a:path>
                <a:path w="7619" h="91439">
                  <a:moveTo>
                    <a:pt x="0" y="83057"/>
                  </a:moveTo>
                  <a:lnTo>
                    <a:pt x="7619" y="83057"/>
                  </a:lnTo>
                </a:path>
                <a:path w="7619" h="91439">
                  <a:moveTo>
                    <a:pt x="7619" y="89915"/>
                  </a:moveTo>
                  <a:lnTo>
                    <a:pt x="0" y="89915"/>
                  </a:lnTo>
                  <a:lnTo>
                    <a:pt x="7619" y="89915"/>
                  </a:lnTo>
                </a:path>
                <a:path w="7619" h="91439">
                  <a:moveTo>
                    <a:pt x="0" y="83057"/>
                  </a:moveTo>
                  <a:lnTo>
                    <a:pt x="7619" y="83057"/>
                  </a:lnTo>
                </a:path>
                <a:path w="7619" h="91439">
                  <a:moveTo>
                    <a:pt x="0" y="79247"/>
                  </a:moveTo>
                  <a:lnTo>
                    <a:pt x="7619" y="7924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53867" y="465201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0" y="3809"/>
                  </a:moveTo>
                  <a:lnTo>
                    <a:pt x="0" y="3047"/>
                  </a:lnTo>
                  <a:lnTo>
                    <a:pt x="0" y="2285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6247" y="4653534"/>
              <a:ext cx="7620" cy="95250"/>
            </a:xfrm>
            <a:custGeom>
              <a:avLst/>
              <a:gdLst/>
              <a:ahLst/>
              <a:cxnLst/>
              <a:rect l="l" t="t" r="r" b="b"/>
              <a:pathLst>
                <a:path w="7619" h="95250">
                  <a:moveTo>
                    <a:pt x="0" y="95249"/>
                  </a:moveTo>
                  <a:lnTo>
                    <a:pt x="7619" y="95249"/>
                  </a:lnTo>
                </a:path>
                <a:path w="7619" h="95250">
                  <a:moveTo>
                    <a:pt x="0" y="91439"/>
                  </a:moveTo>
                  <a:lnTo>
                    <a:pt x="7619" y="91439"/>
                  </a:lnTo>
                </a:path>
                <a:path w="7619" h="95250">
                  <a:moveTo>
                    <a:pt x="0" y="88391"/>
                  </a:moveTo>
                  <a:lnTo>
                    <a:pt x="7619" y="88391"/>
                  </a:lnTo>
                </a:path>
                <a:path w="7619" h="95250">
                  <a:moveTo>
                    <a:pt x="0" y="87629"/>
                  </a:moveTo>
                  <a:lnTo>
                    <a:pt x="7619" y="87629"/>
                  </a:lnTo>
                </a:path>
                <a:path w="7619" h="95250">
                  <a:moveTo>
                    <a:pt x="0" y="86105"/>
                  </a:moveTo>
                  <a:lnTo>
                    <a:pt x="7619" y="86105"/>
                  </a:lnTo>
                </a:path>
                <a:path w="7619" h="95250">
                  <a:moveTo>
                    <a:pt x="0" y="72389"/>
                  </a:moveTo>
                  <a:lnTo>
                    <a:pt x="7619" y="72389"/>
                  </a:lnTo>
                </a:path>
                <a:path w="7619" h="95250">
                  <a:moveTo>
                    <a:pt x="0" y="57149"/>
                  </a:moveTo>
                  <a:lnTo>
                    <a:pt x="7619" y="57149"/>
                  </a:lnTo>
                </a:path>
                <a:path w="7619" h="95250">
                  <a:moveTo>
                    <a:pt x="0" y="39623"/>
                  </a:moveTo>
                  <a:lnTo>
                    <a:pt x="7619" y="39623"/>
                  </a:lnTo>
                </a:path>
                <a:path w="7619" h="95250">
                  <a:moveTo>
                    <a:pt x="0" y="33527"/>
                  </a:moveTo>
                  <a:lnTo>
                    <a:pt x="7619" y="33527"/>
                  </a:lnTo>
                </a:path>
                <a:path w="7619" h="95250">
                  <a:moveTo>
                    <a:pt x="0" y="42671"/>
                  </a:moveTo>
                  <a:lnTo>
                    <a:pt x="7619" y="42671"/>
                  </a:lnTo>
                </a:path>
                <a:path w="7619" h="95250">
                  <a:moveTo>
                    <a:pt x="0" y="51053"/>
                  </a:moveTo>
                  <a:lnTo>
                    <a:pt x="7619" y="51053"/>
                  </a:lnTo>
                </a:path>
                <a:path w="7619" h="95250">
                  <a:moveTo>
                    <a:pt x="0" y="59435"/>
                  </a:moveTo>
                  <a:lnTo>
                    <a:pt x="7619" y="59435"/>
                  </a:lnTo>
                </a:path>
                <a:path w="7619" h="95250">
                  <a:moveTo>
                    <a:pt x="0" y="58673"/>
                  </a:moveTo>
                  <a:lnTo>
                    <a:pt x="7619" y="58673"/>
                  </a:lnTo>
                </a:path>
                <a:path w="7619" h="95250">
                  <a:moveTo>
                    <a:pt x="0" y="6095"/>
                  </a:moveTo>
                  <a:lnTo>
                    <a:pt x="7619" y="6095"/>
                  </a:lnTo>
                </a:path>
                <a:path w="7619" h="9525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46247" y="4652010"/>
              <a:ext cx="7620" cy="2540"/>
            </a:xfrm>
            <a:custGeom>
              <a:avLst/>
              <a:gdLst/>
              <a:ahLst/>
              <a:cxnLst/>
              <a:rect l="l" t="t" r="r" b="b"/>
              <a:pathLst>
                <a:path w="7619" h="2539">
                  <a:moveTo>
                    <a:pt x="0" y="0"/>
                  </a:moveTo>
                  <a:lnTo>
                    <a:pt x="7619" y="0"/>
                  </a:lnTo>
                </a:path>
                <a:path w="7619" h="2539">
                  <a:moveTo>
                    <a:pt x="0" y="2285"/>
                  </a:moveTo>
                  <a:lnTo>
                    <a:pt x="7619" y="228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46247" y="4656582"/>
              <a:ext cx="7620" cy="249554"/>
            </a:xfrm>
            <a:custGeom>
              <a:avLst/>
              <a:gdLst/>
              <a:ahLst/>
              <a:cxnLst/>
              <a:rect l="l" t="t" r="r" b="b"/>
              <a:pathLst>
                <a:path w="7619" h="249554">
                  <a:moveTo>
                    <a:pt x="0" y="0"/>
                  </a:moveTo>
                  <a:lnTo>
                    <a:pt x="7619" y="0"/>
                  </a:lnTo>
                </a:path>
                <a:path w="7619" h="249554">
                  <a:moveTo>
                    <a:pt x="0" y="3809"/>
                  </a:moveTo>
                  <a:lnTo>
                    <a:pt x="7619" y="3809"/>
                  </a:lnTo>
                </a:path>
                <a:path w="7619" h="249554">
                  <a:moveTo>
                    <a:pt x="0" y="5333"/>
                  </a:moveTo>
                  <a:lnTo>
                    <a:pt x="7619" y="5333"/>
                  </a:lnTo>
                </a:path>
                <a:path w="7619" h="249554">
                  <a:moveTo>
                    <a:pt x="0" y="28955"/>
                  </a:moveTo>
                  <a:lnTo>
                    <a:pt x="7619" y="28955"/>
                  </a:lnTo>
                </a:path>
                <a:path w="7619" h="249554">
                  <a:moveTo>
                    <a:pt x="0" y="67817"/>
                  </a:moveTo>
                  <a:lnTo>
                    <a:pt x="7619" y="67817"/>
                  </a:lnTo>
                </a:path>
                <a:path w="7619" h="249554">
                  <a:moveTo>
                    <a:pt x="0" y="86105"/>
                  </a:moveTo>
                  <a:lnTo>
                    <a:pt x="7619" y="86105"/>
                  </a:lnTo>
                </a:path>
                <a:path w="7619" h="249554">
                  <a:moveTo>
                    <a:pt x="0" y="67817"/>
                  </a:moveTo>
                  <a:lnTo>
                    <a:pt x="7619" y="67817"/>
                  </a:lnTo>
                </a:path>
                <a:path w="7619" h="249554">
                  <a:moveTo>
                    <a:pt x="0" y="59435"/>
                  </a:moveTo>
                  <a:lnTo>
                    <a:pt x="7619" y="59435"/>
                  </a:lnTo>
                </a:path>
                <a:path w="7619" h="249554">
                  <a:moveTo>
                    <a:pt x="0" y="74675"/>
                  </a:moveTo>
                  <a:lnTo>
                    <a:pt x="7619" y="74675"/>
                  </a:lnTo>
                </a:path>
                <a:path w="7619" h="249554">
                  <a:moveTo>
                    <a:pt x="0" y="71627"/>
                  </a:moveTo>
                  <a:lnTo>
                    <a:pt x="7619" y="71627"/>
                  </a:lnTo>
                </a:path>
                <a:path w="7619" h="249554">
                  <a:moveTo>
                    <a:pt x="0" y="84581"/>
                  </a:moveTo>
                  <a:lnTo>
                    <a:pt x="7619" y="84581"/>
                  </a:lnTo>
                </a:path>
                <a:path w="7619" h="249554">
                  <a:moveTo>
                    <a:pt x="0" y="88391"/>
                  </a:moveTo>
                  <a:lnTo>
                    <a:pt x="7619" y="88391"/>
                  </a:lnTo>
                </a:path>
                <a:path w="7619" h="249554">
                  <a:moveTo>
                    <a:pt x="0" y="89153"/>
                  </a:moveTo>
                  <a:lnTo>
                    <a:pt x="7619" y="89153"/>
                  </a:lnTo>
                </a:path>
                <a:path w="7619" h="249554">
                  <a:moveTo>
                    <a:pt x="0" y="86105"/>
                  </a:moveTo>
                  <a:lnTo>
                    <a:pt x="7619" y="86105"/>
                  </a:lnTo>
                </a:path>
                <a:path w="7619" h="249554">
                  <a:moveTo>
                    <a:pt x="0" y="71627"/>
                  </a:moveTo>
                  <a:lnTo>
                    <a:pt x="7619" y="71627"/>
                  </a:lnTo>
                </a:path>
                <a:path w="7619" h="249554">
                  <a:moveTo>
                    <a:pt x="0" y="64007"/>
                  </a:moveTo>
                  <a:lnTo>
                    <a:pt x="7619" y="64007"/>
                  </a:lnTo>
                </a:path>
                <a:path w="7619" h="249554">
                  <a:moveTo>
                    <a:pt x="0" y="59435"/>
                  </a:moveTo>
                  <a:lnTo>
                    <a:pt x="7619" y="59435"/>
                  </a:lnTo>
                </a:path>
                <a:path w="7619" h="249554">
                  <a:moveTo>
                    <a:pt x="0" y="55625"/>
                  </a:moveTo>
                  <a:lnTo>
                    <a:pt x="7619" y="55625"/>
                  </a:lnTo>
                </a:path>
                <a:path w="7619" h="249554">
                  <a:moveTo>
                    <a:pt x="0" y="51053"/>
                  </a:moveTo>
                  <a:lnTo>
                    <a:pt x="7619" y="51053"/>
                  </a:lnTo>
                </a:path>
                <a:path w="7619" h="249554">
                  <a:moveTo>
                    <a:pt x="0" y="44195"/>
                  </a:moveTo>
                  <a:lnTo>
                    <a:pt x="7619" y="44195"/>
                  </a:lnTo>
                </a:path>
                <a:path w="7619" h="249554">
                  <a:moveTo>
                    <a:pt x="0" y="37337"/>
                  </a:moveTo>
                  <a:lnTo>
                    <a:pt x="7619" y="37337"/>
                  </a:lnTo>
                </a:path>
                <a:path w="7619" h="249554">
                  <a:moveTo>
                    <a:pt x="0" y="35813"/>
                  </a:moveTo>
                  <a:lnTo>
                    <a:pt x="7619" y="35813"/>
                  </a:lnTo>
                </a:path>
                <a:path w="7619" h="249554">
                  <a:moveTo>
                    <a:pt x="0" y="40385"/>
                  </a:moveTo>
                  <a:lnTo>
                    <a:pt x="7619" y="40385"/>
                  </a:lnTo>
                </a:path>
                <a:path w="7619" h="249554">
                  <a:moveTo>
                    <a:pt x="0" y="48005"/>
                  </a:moveTo>
                  <a:lnTo>
                    <a:pt x="7619" y="48005"/>
                  </a:lnTo>
                </a:path>
                <a:path w="7619" h="249554">
                  <a:moveTo>
                    <a:pt x="0" y="35051"/>
                  </a:moveTo>
                  <a:lnTo>
                    <a:pt x="7619" y="35051"/>
                  </a:lnTo>
                </a:path>
                <a:path w="7619" h="249554">
                  <a:moveTo>
                    <a:pt x="0" y="48767"/>
                  </a:moveTo>
                  <a:lnTo>
                    <a:pt x="7619" y="48767"/>
                  </a:lnTo>
                </a:path>
                <a:path w="7619" h="249554">
                  <a:moveTo>
                    <a:pt x="0" y="56387"/>
                  </a:moveTo>
                  <a:lnTo>
                    <a:pt x="7619" y="56387"/>
                  </a:lnTo>
                </a:path>
                <a:path w="7619" h="249554">
                  <a:moveTo>
                    <a:pt x="0" y="61721"/>
                  </a:moveTo>
                  <a:lnTo>
                    <a:pt x="7619" y="61721"/>
                  </a:lnTo>
                </a:path>
                <a:path w="7619" h="249554">
                  <a:moveTo>
                    <a:pt x="0" y="66293"/>
                  </a:moveTo>
                  <a:lnTo>
                    <a:pt x="7619" y="66293"/>
                  </a:lnTo>
                </a:path>
                <a:path w="7619" h="249554">
                  <a:moveTo>
                    <a:pt x="0" y="70103"/>
                  </a:moveTo>
                  <a:lnTo>
                    <a:pt x="7619" y="70103"/>
                  </a:lnTo>
                </a:path>
                <a:path w="7619" h="249554">
                  <a:moveTo>
                    <a:pt x="0" y="76199"/>
                  </a:moveTo>
                  <a:lnTo>
                    <a:pt x="7619" y="76199"/>
                  </a:lnTo>
                </a:path>
                <a:path w="7619" h="249554">
                  <a:moveTo>
                    <a:pt x="0" y="84581"/>
                  </a:moveTo>
                  <a:lnTo>
                    <a:pt x="7619" y="84581"/>
                  </a:lnTo>
                </a:path>
                <a:path w="7619" h="249554">
                  <a:moveTo>
                    <a:pt x="0" y="86105"/>
                  </a:moveTo>
                  <a:lnTo>
                    <a:pt x="7619" y="86105"/>
                  </a:lnTo>
                </a:path>
                <a:path w="7619" h="249554">
                  <a:moveTo>
                    <a:pt x="0" y="82295"/>
                  </a:moveTo>
                  <a:lnTo>
                    <a:pt x="7619" y="82295"/>
                  </a:lnTo>
                </a:path>
                <a:path w="7619" h="249554">
                  <a:moveTo>
                    <a:pt x="0" y="76199"/>
                  </a:moveTo>
                  <a:lnTo>
                    <a:pt x="7619" y="76199"/>
                  </a:lnTo>
                </a:path>
                <a:path w="7619" h="249554">
                  <a:moveTo>
                    <a:pt x="0" y="171449"/>
                  </a:moveTo>
                  <a:lnTo>
                    <a:pt x="7619" y="171449"/>
                  </a:lnTo>
                </a:path>
                <a:path w="7619" h="249554">
                  <a:moveTo>
                    <a:pt x="0" y="166115"/>
                  </a:moveTo>
                  <a:lnTo>
                    <a:pt x="7619" y="166115"/>
                  </a:lnTo>
                </a:path>
                <a:path w="7619" h="249554">
                  <a:moveTo>
                    <a:pt x="0" y="176021"/>
                  </a:moveTo>
                  <a:lnTo>
                    <a:pt x="7619" y="176021"/>
                  </a:lnTo>
                </a:path>
                <a:path w="7619" h="249554">
                  <a:moveTo>
                    <a:pt x="0" y="178307"/>
                  </a:moveTo>
                  <a:lnTo>
                    <a:pt x="7619" y="178307"/>
                  </a:lnTo>
                </a:path>
                <a:path w="7619" h="249554">
                  <a:moveTo>
                    <a:pt x="0" y="163829"/>
                  </a:moveTo>
                  <a:lnTo>
                    <a:pt x="7619" y="163829"/>
                  </a:lnTo>
                </a:path>
                <a:path w="7619" h="249554">
                  <a:moveTo>
                    <a:pt x="0" y="193547"/>
                  </a:moveTo>
                  <a:lnTo>
                    <a:pt x="7619" y="193547"/>
                  </a:lnTo>
                </a:path>
                <a:path w="7619" h="249554">
                  <a:moveTo>
                    <a:pt x="0" y="195833"/>
                  </a:moveTo>
                  <a:lnTo>
                    <a:pt x="7619" y="195833"/>
                  </a:lnTo>
                </a:path>
                <a:path w="7619" h="249554">
                  <a:moveTo>
                    <a:pt x="0" y="192023"/>
                  </a:moveTo>
                  <a:lnTo>
                    <a:pt x="7619" y="192023"/>
                  </a:lnTo>
                </a:path>
                <a:path w="7619" h="249554">
                  <a:moveTo>
                    <a:pt x="0" y="195833"/>
                  </a:moveTo>
                  <a:lnTo>
                    <a:pt x="7619" y="195833"/>
                  </a:lnTo>
                </a:path>
                <a:path w="7619" h="249554">
                  <a:moveTo>
                    <a:pt x="0" y="197357"/>
                  </a:moveTo>
                  <a:lnTo>
                    <a:pt x="7619" y="197357"/>
                  </a:lnTo>
                </a:path>
                <a:path w="7619" h="249554">
                  <a:moveTo>
                    <a:pt x="0" y="201167"/>
                  </a:moveTo>
                  <a:lnTo>
                    <a:pt x="7619" y="201167"/>
                  </a:lnTo>
                </a:path>
                <a:path w="7619" h="249554">
                  <a:moveTo>
                    <a:pt x="0" y="201929"/>
                  </a:moveTo>
                  <a:lnTo>
                    <a:pt x="7619" y="201929"/>
                  </a:lnTo>
                </a:path>
                <a:path w="7619" h="249554">
                  <a:moveTo>
                    <a:pt x="0" y="204977"/>
                  </a:moveTo>
                  <a:lnTo>
                    <a:pt x="7619" y="204977"/>
                  </a:lnTo>
                </a:path>
                <a:path w="7619" h="249554">
                  <a:moveTo>
                    <a:pt x="0" y="221741"/>
                  </a:moveTo>
                  <a:lnTo>
                    <a:pt x="7619" y="221741"/>
                  </a:lnTo>
                </a:path>
                <a:path w="7619" h="249554">
                  <a:moveTo>
                    <a:pt x="0" y="248411"/>
                  </a:moveTo>
                  <a:lnTo>
                    <a:pt x="7619" y="248411"/>
                  </a:lnTo>
                </a:path>
                <a:path w="7619" h="249554">
                  <a:moveTo>
                    <a:pt x="0" y="249173"/>
                  </a:moveTo>
                  <a:lnTo>
                    <a:pt x="7619" y="249173"/>
                  </a:lnTo>
                </a:path>
                <a:path w="7619" h="249554">
                  <a:moveTo>
                    <a:pt x="0" y="245363"/>
                  </a:moveTo>
                  <a:lnTo>
                    <a:pt x="7619" y="245363"/>
                  </a:lnTo>
                </a:path>
                <a:path w="7619" h="249554">
                  <a:moveTo>
                    <a:pt x="0" y="211073"/>
                  </a:moveTo>
                  <a:lnTo>
                    <a:pt x="7619" y="211073"/>
                  </a:lnTo>
                </a:path>
                <a:path w="7619" h="249554">
                  <a:moveTo>
                    <a:pt x="0" y="203453"/>
                  </a:moveTo>
                  <a:lnTo>
                    <a:pt x="7619" y="203453"/>
                  </a:lnTo>
                </a:path>
                <a:path w="7619" h="249554">
                  <a:moveTo>
                    <a:pt x="0" y="200405"/>
                  </a:moveTo>
                  <a:lnTo>
                    <a:pt x="7619" y="200405"/>
                  </a:lnTo>
                </a:path>
                <a:path w="7619" h="249554">
                  <a:moveTo>
                    <a:pt x="0" y="202691"/>
                  </a:moveTo>
                  <a:lnTo>
                    <a:pt x="7619" y="202691"/>
                  </a:lnTo>
                </a:path>
                <a:path w="7619" h="249554">
                  <a:moveTo>
                    <a:pt x="0" y="208787"/>
                  </a:moveTo>
                  <a:lnTo>
                    <a:pt x="7619" y="208787"/>
                  </a:lnTo>
                </a:path>
                <a:path w="7619" h="249554">
                  <a:moveTo>
                    <a:pt x="0" y="249173"/>
                  </a:moveTo>
                  <a:lnTo>
                    <a:pt x="7619" y="249173"/>
                  </a:lnTo>
                </a:path>
                <a:path w="7619" h="249554">
                  <a:moveTo>
                    <a:pt x="0" y="216407"/>
                  </a:moveTo>
                  <a:lnTo>
                    <a:pt x="7619" y="216407"/>
                  </a:lnTo>
                </a:path>
                <a:path w="7619" h="249554">
                  <a:moveTo>
                    <a:pt x="0" y="202691"/>
                  </a:moveTo>
                  <a:lnTo>
                    <a:pt x="7619" y="202691"/>
                  </a:lnTo>
                </a:path>
                <a:path w="7619" h="249554">
                  <a:moveTo>
                    <a:pt x="0" y="195071"/>
                  </a:moveTo>
                  <a:lnTo>
                    <a:pt x="7619" y="195071"/>
                  </a:lnTo>
                </a:path>
                <a:path w="7619" h="249554">
                  <a:moveTo>
                    <a:pt x="0" y="192785"/>
                  </a:moveTo>
                  <a:lnTo>
                    <a:pt x="7619" y="192785"/>
                  </a:lnTo>
                </a:path>
                <a:path w="7619" h="249554">
                  <a:moveTo>
                    <a:pt x="0" y="196595"/>
                  </a:moveTo>
                  <a:lnTo>
                    <a:pt x="7619" y="196595"/>
                  </a:lnTo>
                </a:path>
                <a:path w="7619" h="249554">
                  <a:moveTo>
                    <a:pt x="0" y="204977"/>
                  </a:moveTo>
                  <a:lnTo>
                    <a:pt x="7619" y="20497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744723" y="4912614"/>
            <a:ext cx="18415" cy="163195"/>
            <a:chOff x="2744723" y="4912614"/>
            <a:chExt cx="18415" cy="163195"/>
          </a:xfrm>
        </p:grpSpPr>
        <p:sp>
          <p:nvSpPr>
            <p:cNvPr id="18" name="object 18"/>
            <p:cNvSpPr/>
            <p:nvPr/>
          </p:nvSpPr>
          <p:spPr>
            <a:xfrm>
              <a:off x="2746247" y="4985766"/>
              <a:ext cx="7620" cy="85725"/>
            </a:xfrm>
            <a:custGeom>
              <a:avLst/>
              <a:gdLst/>
              <a:ahLst/>
              <a:cxnLst/>
              <a:rect l="l" t="t" r="r" b="b"/>
              <a:pathLst>
                <a:path w="7619" h="85725">
                  <a:moveTo>
                    <a:pt x="0" y="84581"/>
                  </a:moveTo>
                  <a:lnTo>
                    <a:pt x="7619" y="84581"/>
                  </a:lnTo>
                </a:path>
                <a:path w="7619" h="85725">
                  <a:moveTo>
                    <a:pt x="0" y="68579"/>
                  </a:moveTo>
                  <a:lnTo>
                    <a:pt x="7619" y="68579"/>
                  </a:lnTo>
                </a:path>
                <a:path w="7619" h="85725">
                  <a:moveTo>
                    <a:pt x="0" y="77723"/>
                  </a:moveTo>
                  <a:lnTo>
                    <a:pt x="7619" y="77723"/>
                  </a:lnTo>
                </a:path>
                <a:path w="7619" h="85725">
                  <a:moveTo>
                    <a:pt x="0" y="38099"/>
                  </a:moveTo>
                  <a:lnTo>
                    <a:pt x="7619" y="38099"/>
                  </a:lnTo>
                </a:path>
                <a:path w="7619" h="85725">
                  <a:moveTo>
                    <a:pt x="0" y="12953"/>
                  </a:moveTo>
                  <a:lnTo>
                    <a:pt x="7619" y="12953"/>
                  </a:lnTo>
                </a:path>
                <a:path w="7619" h="85725">
                  <a:moveTo>
                    <a:pt x="0" y="0"/>
                  </a:moveTo>
                  <a:lnTo>
                    <a:pt x="7619" y="0"/>
                  </a:lnTo>
                </a:path>
                <a:path w="7619" h="85725">
                  <a:moveTo>
                    <a:pt x="0" y="42671"/>
                  </a:moveTo>
                  <a:lnTo>
                    <a:pt x="7619" y="42671"/>
                  </a:lnTo>
                </a:path>
                <a:path w="7619" h="85725">
                  <a:moveTo>
                    <a:pt x="7619" y="8381"/>
                  </a:moveTo>
                  <a:lnTo>
                    <a:pt x="0" y="8381"/>
                  </a:lnTo>
                  <a:lnTo>
                    <a:pt x="7619" y="8381"/>
                  </a:lnTo>
                </a:path>
                <a:path w="7619" h="85725">
                  <a:moveTo>
                    <a:pt x="0" y="44195"/>
                  </a:moveTo>
                  <a:lnTo>
                    <a:pt x="7619" y="44195"/>
                  </a:lnTo>
                </a:path>
                <a:path w="7619" h="85725">
                  <a:moveTo>
                    <a:pt x="0" y="77723"/>
                  </a:moveTo>
                  <a:lnTo>
                    <a:pt x="7619" y="77723"/>
                  </a:lnTo>
                </a:path>
                <a:path w="7619" h="85725">
                  <a:moveTo>
                    <a:pt x="0" y="85343"/>
                  </a:moveTo>
                  <a:lnTo>
                    <a:pt x="7619" y="85343"/>
                  </a:lnTo>
                </a:path>
                <a:path w="7619" h="85725">
                  <a:moveTo>
                    <a:pt x="0" y="76961"/>
                  </a:moveTo>
                  <a:lnTo>
                    <a:pt x="7619" y="76961"/>
                  </a:lnTo>
                </a:path>
                <a:path w="7619" h="85725">
                  <a:moveTo>
                    <a:pt x="0" y="41147"/>
                  </a:moveTo>
                  <a:lnTo>
                    <a:pt x="7619" y="4114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53867" y="4912614"/>
              <a:ext cx="0" cy="33655"/>
            </a:xfrm>
            <a:custGeom>
              <a:avLst/>
              <a:gdLst/>
              <a:ahLst/>
              <a:cxnLst/>
              <a:rect l="l" t="t" r="r" b="b"/>
              <a:pathLst>
                <a:path h="33654">
                  <a:moveTo>
                    <a:pt x="0" y="33527"/>
                  </a:moveTo>
                  <a:lnTo>
                    <a:pt x="0" y="33527"/>
                  </a:lnTo>
                  <a:lnTo>
                    <a:pt x="0" y="4571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737103" y="4844796"/>
            <a:ext cx="26034" cy="240029"/>
            <a:chOff x="2737103" y="4844796"/>
            <a:chExt cx="26034" cy="240029"/>
          </a:xfrm>
        </p:grpSpPr>
        <p:sp>
          <p:nvSpPr>
            <p:cNvPr id="21" name="object 21"/>
            <p:cNvSpPr/>
            <p:nvPr/>
          </p:nvSpPr>
          <p:spPr>
            <a:xfrm>
              <a:off x="2746247" y="4850130"/>
              <a:ext cx="7620" cy="62865"/>
            </a:xfrm>
            <a:custGeom>
              <a:avLst/>
              <a:gdLst/>
              <a:ahLst/>
              <a:cxnLst/>
              <a:rect l="l" t="t" r="r" b="b"/>
              <a:pathLst>
                <a:path w="7619" h="62864">
                  <a:moveTo>
                    <a:pt x="0" y="0"/>
                  </a:moveTo>
                  <a:lnTo>
                    <a:pt x="7619" y="0"/>
                  </a:lnTo>
                </a:path>
                <a:path w="7619" h="62864">
                  <a:moveTo>
                    <a:pt x="0" y="2285"/>
                  </a:moveTo>
                  <a:lnTo>
                    <a:pt x="7619" y="2285"/>
                  </a:lnTo>
                </a:path>
                <a:path w="7619" h="62864">
                  <a:moveTo>
                    <a:pt x="0" y="18287"/>
                  </a:moveTo>
                  <a:lnTo>
                    <a:pt x="7619" y="18287"/>
                  </a:lnTo>
                </a:path>
                <a:path w="7619" h="62864">
                  <a:moveTo>
                    <a:pt x="0" y="33527"/>
                  </a:moveTo>
                  <a:lnTo>
                    <a:pt x="7619" y="33527"/>
                  </a:lnTo>
                </a:path>
                <a:path w="7619" h="62864">
                  <a:moveTo>
                    <a:pt x="0" y="54101"/>
                  </a:moveTo>
                  <a:lnTo>
                    <a:pt x="7619" y="54101"/>
                  </a:lnTo>
                </a:path>
                <a:path w="7619" h="62864">
                  <a:moveTo>
                    <a:pt x="0" y="62483"/>
                  </a:moveTo>
                  <a:lnTo>
                    <a:pt x="7619" y="62483"/>
                  </a:lnTo>
                </a:path>
                <a:path w="7619" h="62864">
                  <a:moveTo>
                    <a:pt x="0" y="61721"/>
                  </a:moveTo>
                  <a:lnTo>
                    <a:pt x="7619" y="61721"/>
                  </a:lnTo>
                </a:path>
                <a:path w="7619" h="62864">
                  <a:moveTo>
                    <a:pt x="0" y="52577"/>
                  </a:moveTo>
                  <a:lnTo>
                    <a:pt x="7619" y="5257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6247" y="4917186"/>
              <a:ext cx="7620" cy="29209"/>
            </a:xfrm>
            <a:custGeom>
              <a:avLst/>
              <a:gdLst/>
              <a:ahLst/>
              <a:cxnLst/>
              <a:rect l="l" t="t" r="r" b="b"/>
              <a:pathLst>
                <a:path w="7619" h="29210">
                  <a:moveTo>
                    <a:pt x="0" y="0"/>
                  </a:moveTo>
                  <a:lnTo>
                    <a:pt x="7619" y="0"/>
                  </a:lnTo>
                </a:path>
                <a:path w="7619" h="29210">
                  <a:moveTo>
                    <a:pt x="0" y="22859"/>
                  </a:moveTo>
                  <a:lnTo>
                    <a:pt x="7619" y="22859"/>
                  </a:lnTo>
                </a:path>
                <a:path w="7619" h="29210">
                  <a:moveTo>
                    <a:pt x="0" y="25145"/>
                  </a:moveTo>
                  <a:lnTo>
                    <a:pt x="7619" y="25145"/>
                  </a:lnTo>
                </a:path>
                <a:path w="7619" h="29210">
                  <a:moveTo>
                    <a:pt x="0" y="28955"/>
                  </a:moveTo>
                  <a:lnTo>
                    <a:pt x="7619" y="2895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6247" y="4849368"/>
              <a:ext cx="7620" cy="96520"/>
            </a:xfrm>
            <a:custGeom>
              <a:avLst/>
              <a:gdLst/>
              <a:ahLst/>
              <a:cxnLst/>
              <a:rect l="l" t="t" r="r" b="b"/>
              <a:pathLst>
                <a:path w="7619" h="96520">
                  <a:moveTo>
                    <a:pt x="7619" y="96011"/>
                  </a:moveTo>
                  <a:lnTo>
                    <a:pt x="0" y="96011"/>
                  </a:lnTo>
                  <a:lnTo>
                    <a:pt x="7619" y="96011"/>
                  </a:lnTo>
                </a:path>
                <a:path w="7619" h="96520">
                  <a:moveTo>
                    <a:pt x="0" y="90677"/>
                  </a:moveTo>
                  <a:lnTo>
                    <a:pt x="7619" y="90677"/>
                  </a:lnTo>
                </a:path>
                <a:path w="7619" h="96520">
                  <a:moveTo>
                    <a:pt x="0" y="68579"/>
                  </a:moveTo>
                  <a:lnTo>
                    <a:pt x="7619" y="68579"/>
                  </a:lnTo>
                </a:path>
                <a:path w="7619" h="96520">
                  <a:moveTo>
                    <a:pt x="0" y="11429"/>
                  </a:moveTo>
                  <a:lnTo>
                    <a:pt x="7619" y="11429"/>
                  </a:lnTo>
                </a:path>
                <a:path w="7619" h="96520">
                  <a:moveTo>
                    <a:pt x="0" y="1523"/>
                  </a:moveTo>
                  <a:lnTo>
                    <a:pt x="7619" y="1523"/>
                  </a:lnTo>
                </a:path>
                <a:path w="7619" h="96520">
                  <a:moveTo>
                    <a:pt x="0" y="0"/>
                  </a:moveTo>
                  <a:lnTo>
                    <a:pt x="7619" y="0"/>
                  </a:lnTo>
                </a:path>
                <a:path w="7619" h="96520">
                  <a:moveTo>
                    <a:pt x="0" y="4571"/>
                  </a:moveTo>
                  <a:lnTo>
                    <a:pt x="7619" y="4571"/>
                  </a:lnTo>
                </a:path>
                <a:path w="7619" h="96520">
                  <a:moveTo>
                    <a:pt x="0" y="46481"/>
                  </a:moveTo>
                  <a:lnTo>
                    <a:pt x="7619" y="46481"/>
                  </a:lnTo>
                </a:path>
                <a:path w="7619" h="96520">
                  <a:moveTo>
                    <a:pt x="0" y="53339"/>
                  </a:moveTo>
                  <a:lnTo>
                    <a:pt x="7619" y="53339"/>
                  </a:lnTo>
                </a:path>
                <a:path w="7619" h="96520">
                  <a:moveTo>
                    <a:pt x="0" y="55625"/>
                  </a:moveTo>
                  <a:lnTo>
                    <a:pt x="7619" y="55625"/>
                  </a:lnTo>
                </a:path>
                <a:path w="7619" h="96520">
                  <a:moveTo>
                    <a:pt x="0" y="48767"/>
                  </a:moveTo>
                  <a:lnTo>
                    <a:pt x="7619" y="48767"/>
                  </a:lnTo>
                </a:path>
                <a:path w="7619" h="96520">
                  <a:moveTo>
                    <a:pt x="0" y="29717"/>
                  </a:moveTo>
                  <a:lnTo>
                    <a:pt x="7619" y="29717"/>
                  </a:lnTo>
                </a:path>
                <a:path w="7619" h="96520">
                  <a:moveTo>
                    <a:pt x="0" y="11429"/>
                  </a:moveTo>
                  <a:lnTo>
                    <a:pt x="7619" y="11429"/>
                  </a:lnTo>
                </a:path>
                <a:path w="7619" h="96520">
                  <a:moveTo>
                    <a:pt x="0" y="6857"/>
                  </a:moveTo>
                  <a:lnTo>
                    <a:pt x="7619" y="6857"/>
                  </a:lnTo>
                </a:path>
                <a:path w="7619" h="96520">
                  <a:moveTo>
                    <a:pt x="0" y="11429"/>
                  </a:moveTo>
                  <a:lnTo>
                    <a:pt x="7619" y="1142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6247" y="4981956"/>
              <a:ext cx="7620" cy="93980"/>
            </a:xfrm>
            <a:custGeom>
              <a:avLst/>
              <a:gdLst/>
              <a:ahLst/>
              <a:cxnLst/>
              <a:rect l="l" t="t" r="r" b="b"/>
              <a:pathLst>
                <a:path w="7619" h="93979">
                  <a:moveTo>
                    <a:pt x="7619" y="93725"/>
                  </a:moveTo>
                  <a:lnTo>
                    <a:pt x="7619" y="93725"/>
                  </a:lnTo>
                  <a:lnTo>
                    <a:pt x="7619" y="0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6247" y="498348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46247" y="4989576"/>
              <a:ext cx="7620" cy="60325"/>
            </a:xfrm>
            <a:custGeom>
              <a:avLst/>
              <a:gdLst/>
              <a:ahLst/>
              <a:cxnLst/>
              <a:rect l="l" t="t" r="r" b="b"/>
              <a:pathLst>
                <a:path w="7619" h="60325">
                  <a:moveTo>
                    <a:pt x="0" y="0"/>
                  </a:moveTo>
                  <a:lnTo>
                    <a:pt x="7619" y="0"/>
                  </a:lnTo>
                </a:path>
                <a:path w="7619" h="60325">
                  <a:moveTo>
                    <a:pt x="0" y="20573"/>
                  </a:moveTo>
                  <a:lnTo>
                    <a:pt x="7619" y="20573"/>
                  </a:lnTo>
                </a:path>
                <a:path w="7619" h="60325">
                  <a:moveTo>
                    <a:pt x="0" y="32765"/>
                  </a:moveTo>
                  <a:lnTo>
                    <a:pt x="7619" y="32765"/>
                  </a:lnTo>
                </a:path>
                <a:path w="7619" h="60325">
                  <a:moveTo>
                    <a:pt x="0" y="40385"/>
                  </a:moveTo>
                  <a:lnTo>
                    <a:pt x="7619" y="40385"/>
                  </a:lnTo>
                </a:path>
                <a:path w="7619" h="60325">
                  <a:moveTo>
                    <a:pt x="0" y="46481"/>
                  </a:moveTo>
                  <a:lnTo>
                    <a:pt x="7619" y="46481"/>
                  </a:lnTo>
                </a:path>
                <a:path w="7619" h="60325">
                  <a:moveTo>
                    <a:pt x="0" y="51815"/>
                  </a:moveTo>
                  <a:lnTo>
                    <a:pt x="7619" y="51815"/>
                  </a:lnTo>
                </a:path>
                <a:path w="7619" h="60325">
                  <a:moveTo>
                    <a:pt x="0" y="60197"/>
                  </a:moveTo>
                  <a:lnTo>
                    <a:pt x="7619" y="6019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46247" y="5054346"/>
              <a:ext cx="7620" cy="16510"/>
            </a:xfrm>
            <a:custGeom>
              <a:avLst/>
              <a:gdLst/>
              <a:ahLst/>
              <a:cxnLst/>
              <a:rect l="l" t="t" r="r" b="b"/>
              <a:pathLst>
                <a:path w="7619" h="16510">
                  <a:moveTo>
                    <a:pt x="0" y="9905"/>
                  </a:moveTo>
                  <a:lnTo>
                    <a:pt x="7619" y="9905"/>
                  </a:lnTo>
                </a:path>
                <a:path w="7619" h="16510">
                  <a:moveTo>
                    <a:pt x="0" y="16001"/>
                  </a:moveTo>
                  <a:lnTo>
                    <a:pt x="7619" y="16001"/>
                  </a:lnTo>
                </a:path>
                <a:path w="7619" h="16510">
                  <a:moveTo>
                    <a:pt x="0" y="14477"/>
                  </a:moveTo>
                  <a:lnTo>
                    <a:pt x="7619" y="14477"/>
                  </a:lnTo>
                </a:path>
                <a:path w="7619" h="16510">
                  <a:moveTo>
                    <a:pt x="0" y="10667"/>
                  </a:moveTo>
                  <a:lnTo>
                    <a:pt x="7619" y="10667"/>
                  </a:lnTo>
                </a:path>
                <a:path w="7619" h="16510">
                  <a:moveTo>
                    <a:pt x="0" y="7619"/>
                  </a:moveTo>
                  <a:lnTo>
                    <a:pt x="7619" y="7619"/>
                  </a:lnTo>
                </a:path>
                <a:path w="7619" h="1651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6247" y="5050536"/>
              <a:ext cx="7620" cy="25400"/>
            </a:xfrm>
            <a:custGeom>
              <a:avLst/>
              <a:gdLst/>
              <a:ahLst/>
              <a:cxnLst/>
              <a:rect l="l" t="t" r="r" b="b"/>
              <a:pathLst>
                <a:path w="7619" h="25400">
                  <a:moveTo>
                    <a:pt x="0" y="0"/>
                  </a:moveTo>
                  <a:lnTo>
                    <a:pt x="7619" y="0"/>
                  </a:lnTo>
                </a:path>
                <a:path w="7619" h="25400">
                  <a:moveTo>
                    <a:pt x="0" y="19811"/>
                  </a:moveTo>
                  <a:lnTo>
                    <a:pt x="7619" y="19811"/>
                  </a:lnTo>
                </a:path>
                <a:path w="7619" h="25400">
                  <a:moveTo>
                    <a:pt x="0" y="23621"/>
                  </a:moveTo>
                  <a:lnTo>
                    <a:pt x="7619" y="23621"/>
                  </a:lnTo>
                </a:path>
                <a:path w="7619" h="25400">
                  <a:moveTo>
                    <a:pt x="0" y="25145"/>
                  </a:moveTo>
                  <a:lnTo>
                    <a:pt x="7619" y="2514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46247" y="4982718"/>
              <a:ext cx="7620" cy="91440"/>
            </a:xfrm>
            <a:custGeom>
              <a:avLst/>
              <a:gdLst/>
              <a:ahLst/>
              <a:cxnLst/>
              <a:rect l="l" t="t" r="r" b="b"/>
              <a:pathLst>
                <a:path w="7619" h="91439">
                  <a:moveTo>
                    <a:pt x="0" y="83819"/>
                  </a:moveTo>
                  <a:lnTo>
                    <a:pt x="7619" y="83819"/>
                  </a:lnTo>
                </a:path>
                <a:path w="7619" h="91439">
                  <a:moveTo>
                    <a:pt x="0" y="61721"/>
                  </a:moveTo>
                  <a:lnTo>
                    <a:pt x="7619" y="61721"/>
                  </a:lnTo>
                </a:path>
                <a:path w="7619" h="91439">
                  <a:moveTo>
                    <a:pt x="0" y="50291"/>
                  </a:moveTo>
                  <a:lnTo>
                    <a:pt x="7619" y="50291"/>
                  </a:lnTo>
                </a:path>
                <a:path w="7619" h="91439">
                  <a:moveTo>
                    <a:pt x="0" y="43433"/>
                  </a:moveTo>
                  <a:lnTo>
                    <a:pt x="7619" y="43433"/>
                  </a:lnTo>
                </a:path>
                <a:path w="7619" h="91439">
                  <a:moveTo>
                    <a:pt x="0" y="37337"/>
                  </a:moveTo>
                  <a:lnTo>
                    <a:pt x="7619" y="37337"/>
                  </a:lnTo>
                </a:path>
                <a:path w="7619" h="91439">
                  <a:moveTo>
                    <a:pt x="0" y="32003"/>
                  </a:moveTo>
                  <a:lnTo>
                    <a:pt x="7619" y="32003"/>
                  </a:lnTo>
                </a:path>
                <a:path w="7619" h="91439">
                  <a:moveTo>
                    <a:pt x="0" y="22859"/>
                  </a:moveTo>
                  <a:lnTo>
                    <a:pt x="7619" y="22859"/>
                  </a:lnTo>
                </a:path>
                <a:path w="7619" h="91439">
                  <a:moveTo>
                    <a:pt x="0" y="9905"/>
                  </a:moveTo>
                  <a:lnTo>
                    <a:pt x="7619" y="9905"/>
                  </a:lnTo>
                </a:path>
                <a:path w="7619" h="91439">
                  <a:moveTo>
                    <a:pt x="0" y="4571"/>
                  </a:moveTo>
                  <a:lnTo>
                    <a:pt x="7619" y="4571"/>
                  </a:lnTo>
                </a:path>
                <a:path w="7619" h="91439">
                  <a:moveTo>
                    <a:pt x="0" y="6857"/>
                  </a:moveTo>
                  <a:lnTo>
                    <a:pt x="7619" y="6857"/>
                  </a:lnTo>
                </a:path>
                <a:path w="7619" h="91439">
                  <a:moveTo>
                    <a:pt x="0" y="10667"/>
                  </a:moveTo>
                  <a:lnTo>
                    <a:pt x="7619" y="10667"/>
                  </a:lnTo>
                </a:path>
                <a:path w="7619" h="91439">
                  <a:moveTo>
                    <a:pt x="0" y="22097"/>
                  </a:moveTo>
                  <a:lnTo>
                    <a:pt x="7619" y="22097"/>
                  </a:lnTo>
                </a:path>
                <a:path w="7619" h="91439">
                  <a:moveTo>
                    <a:pt x="0" y="4571"/>
                  </a:moveTo>
                  <a:lnTo>
                    <a:pt x="7619" y="4571"/>
                  </a:lnTo>
                </a:path>
                <a:path w="7619" h="91439">
                  <a:moveTo>
                    <a:pt x="0" y="34289"/>
                  </a:moveTo>
                  <a:lnTo>
                    <a:pt x="7619" y="34289"/>
                  </a:lnTo>
                </a:path>
                <a:path w="7619" h="91439">
                  <a:moveTo>
                    <a:pt x="0" y="32765"/>
                  </a:moveTo>
                  <a:lnTo>
                    <a:pt x="7619" y="32765"/>
                  </a:lnTo>
                </a:path>
                <a:path w="7619" h="91439">
                  <a:moveTo>
                    <a:pt x="0" y="38099"/>
                  </a:moveTo>
                  <a:lnTo>
                    <a:pt x="7619" y="38099"/>
                  </a:lnTo>
                </a:path>
                <a:path w="7619" h="91439">
                  <a:moveTo>
                    <a:pt x="0" y="38861"/>
                  </a:moveTo>
                  <a:lnTo>
                    <a:pt x="7619" y="38861"/>
                  </a:lnTo>
                </a:path>
                <a:path w="7619" h="91439">
                  <a:moveTo>
                    <a:pt x="0" y="41909"/>
                  </a:moveTo>
                  <a:lnTo>
                    <a:pt x="7619" y="41909"/>
                  </a:lnTo>
                </a:path>
                <a:path w="7619" h="91439">
                  <a:moveTo>
                    <a:pt x="0" y="80009"/>
                  </a:moveTo>
                  <a:lnTo>
                    <a:pt x="7619" y="80009"/>
                  </a:lnTo>
                </a:path>
                <a:path w="7619" h="91439">
                  <a:moveTo>
                    <a:pt x="0" y="86105"/>
                  </a:moveTo>
                  <a:lnTo>
                    <a:pt x="7619" y="86105"/>
                  </a:lnTo>
                </a:path>
                <a:path w="7619" h="91439">
                  <a:moveTo>
                    <a:pt x="7619" y="87629"/>
                  </a:moveTo>
                  <a:lnTo>
                    <a:pt x="0" y="87629"/>
                  </a:lnTo>
                  <a:lnTo>
                    <a:pt x="7619" y="87629"/>
                  </a:lnTo>
                </a:path>
                <a:path w="7619" h="91439">
                  <a:moveTo>
                    <a:pt x="7619" y="91439"/>
                  </a:moveTo>
                  <a:lnTo>
                    <a:pt x="0" y="91439"/>
                  </a:lnTo>
                  <a:lnTo>
                    <a:pt x="7619" y="91439"/>
                  </a:lnTo>
                </a:path>
                <a:path w="7619" h="91439">
                  <a:moveTo>
                    <a:pt x="0" y="87629"/>
                  </a:moveTo>
                  <a:lnTo>
                    <a:pt x="7619" y="87629"/>
                  </a:lnTo>
                </a:path>
                <a:path w="7619" h="91439">
                  <a:moveTo>
                    <a:pt x="0" y="86105"/>
                  </a:moveTo>
                  <a:lnTo>
                    <a:pt x="7619" y="86105"/>
                  </a:lnTo>
                </a:path>
                <a:path w="7619" h="91439">
                  <a:moveTo>
                    <a:pt x="0" y="83057"/>
                  </a:moveTo>
                  <a:lnTo>
                    <a:pt x="7619" y="83057"/>
                  </a:lnTo>
                </a:path>
                <a:path w="7619" h="91439">
                  <a:moveTo>
                    <a:pt x="0" y="68579"/>
                  </a:moveTo>
                  <a:lnTo>
                    <a:pt x="7619" y="68579"/>
                  </a:lnTo>
                </a:path>
                <a:path w="7619" h="91439">
                  <a:moveTo>
                    <a:pt x="0" y="30479"/>
                  </a:moveTo>
                  <a:lnTo>
                    <a:pt x="7619" y="30479"/>
                  </a:lnTo>
                </a:path>
                <a:path w="7619" h="91439">
                  <a:moveTo>
                    <a:pt x="0" y="29717"/>
                  </a:moveTo>
                  <a:lnTo>
                    <a:pt x="7619" y="29717"/>
                  </a:lnTo>
                </a:path>
                <a:path w="7619" h="91439">
                  <a:moveTo>
                    <a:pt x="0" y="86105"/>
                  </a:moveTo>
                  <a:lnTo>
                    <a:pt x="7619" y="86105"/>
                  </a:lnTo>
                </a:path>
                <a:path w="7619" h="91439">
                  <a:moveTo>
                    <a:pt x="0" y="85343"/>
                  </a:moveTo>
                  <a:lnTo>
                    <a:pt x="7619" y="85343"/>
                  </a:lnTo>
                </a:path>
                <a:path w="7619" h="91439">
                  <a:moveTo>
                    <a:pt x="0" y="79247"/>
                  </a:moveTo>
                  <a:lnTo>
                    <a:pt x="7619" y="79247"/>
                  </a:lnTo>
                </a:path>
                <a:path w="7619" h="91439">
                  <a:moveTo>
                    <a:pt x="0" y="57149"/>
                  </a:moveTo>
                  <a:lnTo>
                    <a:pt x="7619" y="57149"/>
                  </a:lnTo>
                </a:path>
                <a:path w="7619" h="91439">
                  <a:moveTo>
                    <a:pt x="0" y="41147"/>
                  </a:moveTo>
                  <a:lnTo>
                    <a:pt x="7619" y="41147"/>
                  </a:lnTo>
                </a:path>
                <a:path w="7619" h="91439">
                  <a:moveTo>
                    <a:pt x="0" y="36575"/>
                  </a:moveTo>
                  <a:lnTo>
                    <a:pt x="7619" y="36575"/>
                  </a:lnTo>
                </a:path>
                <a:path w="7619" h="91439">
                  <a:moveTo>
                    <a:pt x="0" y="38099"/>
                  </a:moveTo>
                  <a:lnTo>
                    <a:pt x="7619" y="38099"/>
                  </a:lnTo>
                </a:path>
                <a:path w="7619" h="91439">
                  <a:moveTo>
                    <a:pt x="0" y="41147"/>
                  </a:moveTo>
                  <a:lnTo>
                    <a:pt x="7619" y="41147"/>
                  </a:lnTo>
                </a:path>
                <a:path w="7619" h="91439">
                  <a:moveTo>
                    <a:pt x="0" y="50291"/>
                  </a:moveTo>
                  <a:lnTo>
                    <a:pt x="7619" y="50291"/>
                  </a:lnTo>
                </a:path>
                <a:path w="7619" h="91439">
                  <a:moveTo>
                    <a:pt x="0" y="33527"/>
                  </a:moveTo>
                  <a:lnTo>
                    <a:pt x="7619" y="33527"/>
                  </a:lnTo>
                </a:path>
                <a:path w="7619" h="91439">
                  <a:moveTo>
                    <a:pt x="0" y="30479"/>
                  </a:moveTo>
                  <a:lnTo>
                    <a:pt x="7619" y="30479"/>
                  </a:lnTo>
                </a:path>
                <a:path w="7619" h="91439">
                  <a:moveTo>
                    <a:pt x="0" y="32003"/>
                  </a:moveTo>
                  <a:lnTo>
                    <a:pt x="7619" y="32003"/>
                  </a:lnTo>
                </a:path>
                <a:path w="7619" h="91439">
                  <a:moveTo>
                    <a:pt x="0" y="38861"/>
                  </a:moveTo>
                  <a:lnTo>
                    <a:pt x="7619" y="38861"/>
                  </a:lnTo>
                </a:path>
                <a:path w="7619" h="91439">
                  <a:moveTo>
                    <a:pt x="0" y="48005"/>
                  </a:moveTo>
                  <a:lnTo>
                    <a:pt x="7619" y="48005"/>
                  </a:lnTo>
                </a:path>
                <a:path w="7619" h="91439">
                  <a:moveTo>
                    <a:pt x="0" y="62483"/>
                  </a:moveTo>
                  <a:lnTo>
                    <a:pt x="7619" y="62483"/>
                  </a:lnTo>
                </a:path>
                <a:path w="7619" h="91439">
                  <a:moveTo>
                    <a:pt x="0" y="79247"/>
                  </a:moveTo>
                  <a:lnTo>
                    <a:pt x="7619" y="79247"/>
                  </a:lnTo>
                </a:path>
                <a:path w="7619" h="91439">
                  <a:moveTo>
                    <a:pt x="0" y="89153"/>
                  </a:moveTo>
                  <a:lnTo>
                    <a:pt x="7619" y="89153"/>
                  </a:lnTo>
                </a:path>
                <a:path w="7619" h="91439">
                  <a:moveTo>
                    <a:pt x="0" y="91439"/>
                  </a:moveTo>
                  <a:lnTo>
                    <a:pt x="7619" y="91439"/>
                  </a:lnTo>
                </a:path>
                <a:path w="7619" h="91439">
                  <a:moveTo>
                    <a:pt x="0" y="88391"/>
                  </a:moveTo>
                  <a:lnTo>
                    <a:pt x="7619" y="88391"/>
                  </a:lnTo>
                </a:path>
                <a:path w="7619" h="91439">
                  <a:moveTo>
                    <a:pt x="0" y="83819"/>
                  </a:moveTo>
                  <a:lnTo>
                    <a:pt x="7619" y="83819"/>
                  </a:lnTo>
                </a:path>
                <a:path w="7619" h="91439">
                  <a:moveTo>
                    <a:pt x="0" y="82295"/>
                  </a:moveTo>
                  <a:lnTo>
                    <a:pt x="7619" y="82295"/>
                  </a:lnTo>
                </a:path>
                <a:path w="7619" h="91439">
                  <a:moveTo>
                    <a:pt x="0" y="86105"/>
                  </a:moveTo>
                  <a:lnTo>
                    <a:pt x="7619" y="86105"/>
                  </a:lnTo>
                </a:path>
                <a:path w="7619" h="91439">
                  <a:moveTo>
                    <a:pt x="0" y="82295"/>
                  </a:moveTo>
                  <a:lnTo>
                    <a:pt x="7619" y="82295"/>
                  </a:lnTo>
                </a:path>
                <a:path w="7619" h="91439">
                  <a:moveTo>
                    <a:pt x="0" y="70103"/>
                  </a:moveTo>
                  <a:lnTo>
                    <a:pt x="7619" y="70103"/>
                  </a:lnTo>
                </a:path>
                <a:path w="7619" h="91439">
                  <a:moveTo>
                    <a:pt x="0" y="7619"/>
                  </a:moveTo>
                  <a:lnTo>
                    <a:pt x="7619" y="7619"/>
                  </a:lnTo>
                </a:path>
                <a:path w="7619" h="91439">
                  <a:moveTo>
                    <a:pt x="0" y="761"/>
                  </a:moveTo>
                  <a:lnTo>
                    <a:pt x="7619" y="761"/>
                  </a:lnTo>
                </a:path>
                <a:path w="7619" h="91439">
                  <a:moveTo>
                    <a:pt x="0" y="0"/>
                  </a:moveTo>
                  <a:lnTo>
                    <a:pt x="7619" y="0"/>
                  </a:lnTo>
                </a:path>
                <a:path w="7619" h="91439">
                  <a:moveTo>
                    <a:pt x="0" y="12953"/>
                  </a:moveTo>
                  <a:lnTo>
                    <a:pt x="7619" y="12953"/>
                  </a:lnTo>
                </a:path>
                <a:path w="7619" h="91439">
                  <a:moveTo>
                    <a:pt x="0" y="19811"/>
                  </a:moveTo>
                  <a:lnTo>
                    <a:pt x="7619" y="19811"/>
                  </a:lnTo>
                </a:path>
                <a:path w="7619" h="91439">
                  <a:moveTo>
                    <a:pt x="0" y="20573"/>
                  </a:moveTo>
                  <a:lnTo>
                    <a:pt x="7619" y="20573"/>
                  </a:lnTo>
                </a:path>
                <a:path w="7619" h="91439">
                  <a:moveTo>
                    <a:pt x="0" y="19049"/>
                  </a:moveTo>
                  <a:lnTo>
                    <a:pt x="7619" y="19049"/>
                  </a:lnTo>
                </a:path>
                <a:path w="7619" h="91439">
                  <a:moveTo>
                    <a:pt x="0" y="12191"/>
                  </a:moveTo>
                  <a:lnTo>
                    <a:pt x="7619" y="12191"/>
                  </a:lnTo>
                </a:path>
                <a:path w="7619" h="91439">
                  <a:moveTo>
                    <a:pt x="0" y="10667"/>
                  </a:moveTo>
                  <a:lnTo>
                    <a:pt x="7619" y="10667"/>
                  </a:lnTo>
                </a:path>
                <a:path w="7619" h="91439">
                  <a:moveTo>
                    <a:pt x="0" y="12191"/>
                  </a:moveTo>
                  <a:lnTo>
                    <a:pt x="7619" y="12191"/>
                  </a:lnTo>
                </a:path>
                <a:path w="7619" h="91439">
                  <a:moveTo>
                    <a:pt x="0" y="67055"/>
                  </a:moveTo>
                  <a:lnTo>
                    <a:pt x="7619" y="67055"/>
                  </a:lnTo>
                </a:path>
                <a:path w="7619" h="91439">
                  <a:moveTo>
                    <a:pt x="0" y="86867"/>
                  </a:moveTo>
                  <a:lnTo>
                    <a:pt x="7619" y="86867"/>
                  </a:lnTo>
                </a:path>
                <a:path w="7619" h="91439">
                  <a:moveTo>
                    <a:pt x="0" y="87629"/>
                  </a:moveTo>
                  <a:lnTo>
                    <a:pt x="7619" y="87629"/>
                  </a:lnTo>
                </a:path>
                <a:path w="7619" h="91439">
                  <a:moveTo>
                    <a:pt x="0" y="85343"/>
                  </a:moveTo>
                  <a:lnTo>
                    <a:pt x="7619" y="85343"/>
                  </a:lnTo>
                </a:path>
                <a:path w="7619" h="91439">
                  <a:moveTo>
                    <a:pt x="0" y="63245"/>
                  </a:moveTo>
                  <a:lnTo>
                    <a:pt x="7619" y="63245"/>
                  </a:lnTo>
                </a:path>
                <a:path w="7619" h="91439">
                  <a:moveTo>
                    <a:pt x="0" y="58673"/>
                  </a:moveTo>
                  <a:lnTo>
                    <a:pt x="7619" y="58673"/>
                  </a:lnTo>
                </a:path>
                <a:path w="7619" h="91439">
                  <a:moveTo>
                    <a:pt x="0" y="761"/>
                  </a:moveTo>
                  <a:lnTo>
                    <a:pt x="7619" y="761"/>
                  </a:lnTo>
                </a:path>
                <a:path w="7619" h="91439">
                  <a:moveTo>
                    <a:pt x="0" y="3047"/>
                  </a:moveTo>
                  <a:lnTo>
                    <a:pt x="7619" y="3047"/>
                  </a:lnTo>
                </a:path>
                <a:path w="7619" h="91439">
                  <a:moveTo>
                    <a:pt x="0" y="35813"/>
                  </a:moveTo>
                  <a:lnTo>
                    <a:pt x="7619" y="35813"/>
                  </a:lnTo>
                </a:path>
                <a:path w="7619" h="91439">
                  <a:moveTo>
                    <a:pt x="0" y="64007"/>
                  </a:moveTo>
                  <a:lnTo>
                    <a:pt x="7619" y="64007"/>
                  </a:lnTo>
                </a:path>
                <a:path w="7619" h="91439">
                  <a:moveTo>
                    <a:pt x="7619" y="67817"/>
                  </a:moveTo>
                  <a:lnTo>
                    <a:pt x="0" y="67817"/>
                  </a:lnTo>
                  <a:lnTo>
                    <a:pt x="7619" y="67817"/>
                  </a:lnTo>
                </a:path>
                <a:path w="7619" h="91439">
                  <a:moveTo>
                    <a:pt x="0" y="83819"/>
                  </a:moveTo>
                  <a:lnTo>
                    <a:pt x="7619" y="83819"/>
                  </a:lnTo>
                </a:path>
                <a:path w="7619" h="91439">
                  <a:moveTo>
                    <a:pt x="0" y="86105"/>
                  </a:moveTo>
                  <a:lnTo>
                    <a:pt x="7619" y="86105"/>
                  </a:lnTo>
                </a:path>
                <a:path w="7619" h="91439">
                  <a:moveTo>
                    <a:pt x="0" y="87629"/>
                  </a:moveTo>
                  <a:lnTo>
                    <a:pt x="7619" y="87629"/>
                  </a:lnTo>
                </a:path>
                <a:path w="7619" h="91439">
                  <a:moveTo>
                    <a:pt x="7619" y="59435"/>
                  </a:moveTo>
                  <a:lnTo>
                    <a:pt x="0" y="59435"/>
                  </a:lnTo>
                  <a:lnTo>
                    <a:pt x="7619" y="59435"/>
                  </a:lnTo>
                </a:path>
                <a:path w="7619" h="91439">
                  <a:moveTo>
                    <a:pt x="0" y="13715"/>
                  </a:moveTo>
                  <a:lnTo>
                    <a:pt x="7619" y="1371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2744723" y="4647438"/>
            <a:ext cx="18415" cy="109855"/>
            <a:chOff x="2744723" y="4647438"/>
            <a:chExt cx="18415" cy="109855"/>
          </a:xfrm>
        </p:grpSpPr>
        <p:sp>
          <p:nvSpPr>
            <p:cNvPr id="31" name="object 31"/>
            <p:cNvSpPr/>
            <p:nvPr/>
          </p:nvSpPr>
          <p:spPr>
            <a:xfrm>
              <a:off x="2753867" y="4656582"/>
              <a:ext cx="0" cy="91440"/>
            </a:xfrm>
            <a:custGeom>
              <a:avLst/>
              <a:gdLst/>
              <a:ahLst/>
              <a:cxnLst/>
              <a:rect l="l" t="t" r="r" b="b"/>
              <a:pathLst>
                <a:path h="91439">
                  <a:moveTo>
                    <a:pt x="0" y="0"/>
                  </a:moveTo>
                  <a:lnTo>
                    <a:pt x="0" y="4571"/>
                  </a:lnTo>
                  <a:lnTo>
                    <a:pt x="0" y="88391"/>
                  </a:lnTo>
                  <a:lnTo>
                    <a:pt x="0" y="9143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46247" y="4660392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13715"/>
                  </a:moveTo>
                  <a:lnTo>
                    <a:pt x="7619" y="13715"/>
                  </a:lnTo>
                </a:path>
                <a:path w="7619" h="26670">
                  <a:moveTo>
                    <a:pt x="0" y="26669"/>
                  </a:moveTo>
                  <a:lnTo>
                    <a:pt x="7619" y="26669"/>
                  </a:lnTo>
                </a:path>
                <a:path w="7619" h="2667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46247" y="4656582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46247" y="465734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46247" y="4656582"/>
              <a:ext cx="7620" cy="91440"/>
            </a:xfrm>
            <a:custGeom>
              <a:avLst/>
              <a:gdLst/>
              <a:ahLst/>
              <a:cxnLst/>
              <a:rect l="l" t="t" r="r" b="b"/>
              <a:pathLst>
                <a:path w="7619" h="91439">
                  <a:moveTo>
                    <a:pt x="0" y="0"/>
                  </a:moveTo>
                  <a:lnTo>
                    <a:pt x="7619" y="0"/>
                  </a:lnTo>
                </a:path>
                <a:path w="7619" h="91439">
                  <a:moveTo>
                    <a:pt x="0" y="4571"/>
                  </a:moveTo>
                  <a:lnTo>
                    <a:pt x="7619" y="4571"/>
                  </a:lnTo>
                </a:path>
                <a:path w="7619" h="91439">
                  <a:moveTo>
                    <a:pt x="0" y="6857"/>
                  </a:moveTo>
                  <a:lnTo>
                    <a:pt x="7619" y="6857"/>
                  </a:lnTo>
                </a:path>
                <a:path w="7619" h="91439">
                  <a:moveTo>
                    <a:pt x="0" y="25145"/>
                  </a:moveTo>
                  <a:lnTo>
                    <a:pt x="7619" y="25145"/>
                  </a:lnTo>
                </a:path>
                <a:path w="7619" h="91439">
                  <a:moveTo>
                    <a:pt x="0" y="82295"/>
                  </a:moveTo>
                  <a:lnTo>
                    <a:pt x="7619" y="82295"/>
                  </a:lnTo>
                </a:path>
                <a:path w="7619" h="91439">
                  <a:moveTo>
                    <a:pt x="0" y="85343"/>
                  </a:moveTo>
                  <a:lnTo>
                    <a:pt x="7619" y="85343"/>
                  </a:lnTo>
                </a:path>
                <a:path w="7619" h="91439">
                  <a:moveTo>
                    <a:pt x="0" y="88391"/>
                  </a:moveTo>
                  <a:lnTo>
                    <a:pt x="7619" y="88391"/>
                  </a:lnTo>
                </a:path>
                <a:path w="7619" h="91439">
                  <a:moveTo>
                    <a:pt x="0" y="91439"/>
                  </a:moveTo>
                  <a:lnTo>
                    <a:pt x="7619" y="9143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46247" y="4661916"/>
              <a:ext cx="7620" cy="86360"/>
            </a:xfrm>
            <a:custGeom>
              <a:avLst/>
              <a:gdLst/>
              <a:ahLst/>
              <a:cxnLst/>
              <a:rect l="l" t="t" r="r" b="b"/>
              <a:pathLst>
                <a:path w="7619" h="86360">
                  <a:moveTo>
                    <a:pt x="0" y="86105"/>
                  </a:moveTo>
                  <a:lnTo>
                    <a:pt x="7619" y="86105"/>
                  </a:lnTo>
                </a:path>
                <a:path w="7619" h="86360">
                  <a:moveTo>
                    <a:pt x="0" y="85343"/>
                  </a:moveTo>
                  <a:lnTo>
                    <a:pt x="7619" y="85343"/>
                  </a:lnTo>
                </a:path>
                <a:path w="7619" h="86360">
                  <a:moveTo>
                    <a:pt x="0" y="86105"/>
                  </a:moveTo>
                  <a:lnTo>
                    <a:pt x="7619" y="86105"/>
                  </a:lnTo>
                </a:path>
                <a:path w="7619" h="86360">
                  <a:moveTo>
                    <a:pt x="0" y="76961"/>
                  </a:moveTo>
                  <a:lnTo>
                    <a:pt x="7619" y="76961"/>
                  </a:lnTo>
                </a:path>
                <a:path w="7619" h="86360">
                  <a:moveTo>
                    <a:pt x="0" y="56387"/>
                  </a:moveTo>
                  <a:lnTo>
                    <a:pt x="7619" y="56387"/>
                  </a:lnTo>
                </a:path>
                <a:path w="7619" h="86360">
                  <a:moveTo>
                    <a:pt x="0" y="41147"/>
                  </a:moveTo>
                  <a:lnTo>
                    <a:pt x="7619" y="41147"/>
                  </a:lnTo>
                </a:path>
                <a:path w="7619" h="86360">
                  <a:moveTo>
                    <a:pt x="0" y="34289"/>
                  </a:moveTo>
                  <a:lnTo>
                    <a:pt x="7619" y="34289"/>
                  </a:lnTo>
                </a:path>
                <a:path w="7619" h="86360">
                  <a:moveTo>
                    <a:pt x="0" y="69341"/>
                  </a:moveTo>
                  <a:lnTo>
                    <a:pt x="7619" y="69341"/>
                  </a:lnTo>
                </a:path>
                <a:path w="7619" h="86360">
                  <a:moveTo>
                    <a:pt x="0" y="75437"/>
                  </a:moveTo>
                  <a:lnTo>
                    <a:pt x="7619" y="75437"/>
                  </a:lnTo>
                </a:path>
                <a:path w="7619" h="86360">
                  <a:moveTo>
                    <a:pt x="7619" y="38099"/>
                  </a:moveTo>
                  <a:lnTo>
                    <a:pt x="0" y="38099"/>
                  </a:lnTo>
                  <a:lnTo>
                    <a:pt x="7619" y="38099"/>
                  </a:lnTo>
                </a:path>
                <a:path w="7619" h="86360">
                  <a:moveTo>
                    <a:pt x="0" y="40385"/>
                  </a:moveTo>
                  <a:lnTo>
                    <a:pt x="7619" y="40385"/>
                  </a:lnTo>
                </a:path>
                <a:path w="7619" h="86360">
                  <a:moveTo>
                    <a:pt x="0" y="46481"/>
                  </a:moveTo>
                  <a:lnTo>
                    <a:pt x="7619" y="46481"/>
                  </a:lnTo>
                </a:path>
                <a:path w="7619" h="86360">
                  <a:moveTo>
                    <a:pt x="0" y="57911"/>
                  </a:moveTo>
                  <a:lnTo>
                    <a:pt x="7619" y="57911"/>
                  </a:lnTo>
                </a:path>
                <a:path w="7619" h="86360">
                  <a:moveTo>
                    <a:pt x="0" y="74675"/>
                  </a:moveTo>
                  <a:lnTo>
                    <a:pt x="7619" y="74675"/>
                  </a:lnTo>
                </a:path>
                <a:path w="7619" h="86360">
                  <a:moveTo>
                    <a:pt x="0" y="80771"/>
                  </a:moveTo>
                  <a:lnTo>
                    <a:pt x="7619" y="80771"/>
                  </a:lnTo>
                </a:path>
                <a:path w="7619" h="86360">
                  <a:moveTo>
                    <a:pt x="0" y="80009"/>
                  </a:moveTo>
                  <a:lnTo>
                    <a:pt x="7619" y="80009"/>
                  </a:lnTo>
                </a:path>
                <a:path w="7619" h="86360">
                  <a:moveTo>
                    <a:pt x="0" y="761"/>
                  </a:moveTo>
                  <a:lnTo>
                    <a:pt x="7619" y="761"/>
                  </a:lnTo>
                </a:path>
                <a:path w="7619" h="86360">
                  <a:moveTo>
                    <a:pt x="0" y="0"/>
                  </a:moveTo>
                  <a:lnTo>
                    <a:pt x="7619" y="0"/>
                  </a:lnTo>
                </a:path>
                <a:path w="7619" h="86360">
                  <a:moveTo>
                    <a:pt x="0" y="3809"/>
                  </a:moveTo>
                  <a:lnTo>
                    <a:pt x="7619" y="3809"/>
                  </a:lnTo>
                </a:path>
                <a:path w="7619" h="86360">
                  <a:moveTo>
                    <a:pt x="0" y="15239"/>
                  </a:moveTo>
                  <a:lnTo>
                    <a:pt x="7619" y="15239"/>
                  </a:lnTo>
                </a:path>
                <a:path w="7619" h="86360">
                  <a:moveTo>
                    <a:pt x="0" y="28193"/>
                  </a:moveTo>
                  <a:lnTo>
                    <a:pt x="7619" y="28193"/>
                  </a:lnTo>
                </a:path>
                <a:path w="7619" h="86360">
                  <a:moveTo>
                    <a:pt x="7619" y="32765"/>
                  </a:moveTo>
                  <a:lnTo>
                    <a:pt x="0" y="32765"/>
                  </a:lnTo>
                  <a:lnTo>
                    <a:pt x="7619" y="3276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2744723" y="4978908"/>
            <a:ext cx="18415" cy="106045"/>
            <a:chOff x="2744723" y="4978908"/>
            <a:chExt cx="18415" cy="106045"/>
          </a:xfrm>
        </p:grpSpPr>
        <p:sp>
          <p:nvSpPr>
            <p:cNvPr id="38" name="object 38"/>
            <p:cNvSpPr/>
            <p:nvPr/>
          </p:nvSpPr>
          <p:spPr>
            <a:xfrm>
              <a:off x="2744723" y="5066538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0" y="9144"/>
                  </a:moveTo>
                  <a:lnTo>
                    <a:pt x="2678" y="2678"/>
                  </a:lnTo>
                  <a:lnTo>
                    <a:pt x="9143" y="0"/>
                  </a:lnTo>
                  <a:lnTo>
                    <a:pt x="15609" y="2678"/>
                  </a:lnTo>
                  <a:lnTo>
                    <a:pt x="18287" y="9144"/>
                  </a:lnTo>
                  <a:lnTo>
                    <a:pt x="15609" y="15609"/>
                  </a:lnTo>
                  <a:lnTo>
                    <a:pt x="9143" y="18288"/>
                  </a:lnTo>
                  <a:lnTo>
                    <a:pt x="2678" y="15609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46247" y="4990338"/>
              <a:ext cx="7620" cy="83185"/>
            </a:xfrm>
            <a:custGeom>
              <a:avLst/>
              <a:gdLst/>
              <a:ahLst/>
              <a:cxnLst/>
              <a:rect l="l" t="t" r="r" b="b"/>
              <a:pathLst>
                <a:path w="7619" h="83185">
                  <a:moveTo>
                    <a:pt x="0" y="67817"/>
                  </a:moveTo>
                  <a:lnTo>
                    <a:pt x="7619" y="67817"/>
                  </a:lnTo>
                </a:path>
                <a:path w="7619" h="83185">
                  <a:moveTo>
                    <a:pt x="0" y="80771"/>
                  </a:moveTo>
                  <a:lnTo>
                    <a:pt x="7619" y="80771"/>
                  </a:lnTo>
                </a:path>
                <a:path w="7619" h="83185">
                  <a:moveTo>
                    <a:pt x="0" y="50291"/>
                  </a:moveTo>
                  <a:lnTo>
                    <a:pt x="7619" y="50291"/>
                  </a:lnTo>
                </a:path>
                <a:path w="7619" h="83185">
                  <a:moveTo>
                    <a:pt x="0" y="27431"/>
                  </a:moveTo>
                  <a:lnTo>
                    <a:pt x="7619" y="27431"/>
                  </a:lnTo>
                </a:path>
                <a:path w="7619" h="83185">
                  <a:moveTo>
                    <a:pt x="0" y="761"/>
                  </a:moveTo>
                  <a:lnTo>
                    <a:pt x="7619" y="761"/>
                  </a:lnTo>
                </a:path>
                <a:path w="7619" h="83185">
                  <a:moveTo>
                    <a:pt x="0" y="0"/>
                  </a:moveTo>
                  <a:lnTo>
                    <a:pt x="7619" y="0"/>
                  </a:lnTo>
                </a:path>
                <a:path w="7619" h="83185">
                  <a:moveTo>
                    <a:pt x="0" y="22859"/>
                  </a:moveTo>
                  <a:lnTo>
                    <a:pt x="7619" y="22859"/>
                  </a:lnTo>
                </a:path>
                <a:path w="7619" h="83185">
                  <a:moveTo>
                    <a:pt x="0" y="41909"/>
                  </a:moveTo>
                  <a:lnTo>
                    <a:pt x="7619" y="41909"/>
                  </a:lnTo>
                </a:path>
                <a:path w="7619" h="83185">
                  <a:moveTo>
                    <a:pt x="0" y="48767"/>
                  </a:moveTo>
                  <a:lnTo>
                    <a:pt x="7619" y="48767"/>
                  </a:lnTo>
                </a:path>
                <a:path w="7619" h="83185">
                  <a:moveTo>
                    <a:pt x="0" y="48005"/>
                  </a:moveTo>
                  <a:lnTo>
                    <a:pt x="7619" y="48005"/>
                  </a:lnTo>
                </a:path>
                <a:path w="7619" h="83185">
                  <a:moveTo>
                    <a:pt x="0" y="43433"/>
                  </a:moveTo>
                  <a:lnTo>
                    <a:pt x="7619" y="43433"/>
                  </a:lnTo>
                </a:path>
                <a:path w="7619" h="83185">
                  <a:moveTo>
                    <a:pt x="0" y="38099"/>
                  </a:moveTo>
                  <a:lnTo>
                    <a:pt x="7619" y="38099"/>
                  </a:lnTo>
                </a:path>
                <a:path w="7619" h="83185">
                  <a:moveTo>
                    <a:pt x="0" y="58673"/>
                  </a:moveTo>
                  <a:lnTo>
                    <a:pt x="7619" y="58673"/>
                  </a:lnTo>
                </a:path>
                <a:path w="7619" h="83185">
                  <a:moveTo>
                    <a:pt x="0" y="73151"/>
                  </a:moveTo>
                  <a:lnTo>
                    <a:pt x="7619" y="73151"/>
                  </a:lnTo>
                </a:path>
                <a:path w="7619" h="83185">
                  <a:moveTo>
                    <a:pt x="0" y="82295"/>
                  </a:moveTo>
                  <a:lnTo>
                    <a:pt x="7619" y="82295"/>
                  </a:lnTo>
                </a:path>
                <a:path w="7619" h="83185">
                  <a:moveTo>
                    <a:pt x="0" y="83057"/>
                  </a:moveTo>
                  <a:lnTo>
                    <a:pt x="7619" y="8305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46247" y="5075682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46247" y="4983480"/>
              <a:ext cx="7620" cy="90805"/>
            </a:xfrm>
            <a:custGeom>
              <a:avLst/>
              <a:gdLst/>
              <a:ahLst/>
              <a:cxnLst/>
              <a:rect l="l" t="t" r="r" b="b"/>
              <a:pathLst>
                <a:path w="7619" h="90804">
                  <a:moveTo>
                    <a:pt x="0" y="5333"/>
                  </a:moveTo>
                  <a:lnTo>
                    <a:pt x="7619" y="5333"/>
                  </a:lnTo>
                </a:path>
                <a:path w="7619" h="90804">
                  <a:moveTo>
                    <a:pt x="0" y="12953"/>
                  </a:moveTo>
                  <a:lnTo>
                    <a:pt x="7619" y="12953"/>
                  </a:lnTo>
                </a:path>
                <a:path w="7619" h="90804">
                  <a:moveTo>
                    <a:pt x="0" y="3047"/>
                  </a:moveTo>
                  <a:lnTo>
                    <a:pt x="7619" y="3047"/>
                  </a:lnTo>
                </a:path>
                <a:path w="7619" h="90804">
                  <a:moveTo>
                    <a:pt x="0" y="9143"/>
                  </a:moveTo>
                  <a:lnTo>
                    <a:pt x="7619" y="9143"/>
                  </a:lnTo>
                </a:path>
                <a:path w="7619" h="90804">
                  <a:moveTo>
                    <a:pt x="0" y="27431"/>
                  </a:moveTo>
                  <a:lnTo>
                    <a:pt x="7619" y="27431"/>
                  </a:lnTo>
                </a:path>
                <a:path w="7619" h="90804">
                  <a:moveTo>
                    <a:pt x="0" y="43433"/>
                  </a:moveTo>
                  <a:lnTo>
                    <a:pt x="7619" y="43433"/>
                  </a:lnTo>
                </a:path>
                <a:path w="7619" h="90804">
                  <a:moveTo>
                    <a:pt x="0" y="48767"/>
                  </a:moveTo>
                  <a:lnTo>
                    <a:pt x="7619" y="48767"/>
                  </a:lnTo>
                </a:path>
                <a:path w="7619" h="90804">
                  <a:moveTo>
                    <a:pt x="0" y="42671"/>
                  </a:moveTo>
                  <a:lnTo>
                    <a:pt x="7619" y="42671"/>
                  </a:lnTo>
                </a:path>
                <a:path w="7619" h="90804">
                  <a:moveTo>
                    <a:pt x="0" y="25145"/>
                  </a:moveTo>
                  <a:lnTo>
                    <a:pt x="7619" y="25145"/>
                  </a:lnTo>
                </a:path>
                <a:path w="7619" h="90804">
                  <a:moveTo>
                    <a:pt x="0" y="59435"/>
                  </a:moveTo>
                  <a:lnTo>
                    <a:pt x="7619" y="59435"/>
                  </a:lnTo>
                </a:path>
                <a:path w="7619" h="90804">
                  <a:moveTo>
                    <a:pt x="0" y="57911"/>
                  </a:moveTo>
                  <a:lnTo>
                    <a:pt x="7619" y="57911"/>
                  </a:lnTo>
                </a:path>
                <a:path w="7619" h="90804">
                  <a:moveTo>
                    <a:pt x="0" y="54101"/>
                  </a:moveTo>
                  <a:lnTo>
                    <a:pt x="7619" y="54101"/>
                  </a:lnTo>
                </a:path>
                <a:path w="7619" h="90804">
                  <a:moveTo>
                    <a:pt x="0" y="35813"/>
                  </a:moveTo>
                  <a:lnTo>
                    <a:pt x="7619" y="35813"/>
                  </a:lnTo>
                </a:path>
                <a:path w="7619" h="90804">
                  <a:moveTo>
                    <a:pt x="0" y="33527"/>
                  </a:moveTo>
                  <a:lnTo>
                    <a:pt x="7619" y="33527"/>
                  </a:lnTo>
                </a:path>
                <a:path w="7619" h="90804">
                  <a:moveTo>
                    <a:pt x="0" y="42671"/>
                  </a:moveTo>
                  <a:lnTo>
                    <a:pt x="7619" y="42671"/>
                  </a:lnTo>
                </a:path>
                <a:path w="7619" h="90804">
                  <a:moveTo>
                    <a:pt x="0" y="61721"/>
                  </a:moveTo>
                  <a:lnTo>
                    <a:pt x="7619" y="61721"/>
                  </a:lnTo>
                </a:path>
                <a:path w="7619" h="90804">
                  <a:moveTo>
                    <a:pt x="0" y="83819"/>
                  </a:moveTo>
                  <a:lnTo>
                    <a:pt x="7619" y="83819"/>
                  </a:lnTo>
                </a:path>
                <a:path w="7619" h="90804">
                  <a:moveTo>
                    <a:pt x="0" y="90677"/>
                  </a:moveTo>
                  <a:lnTo>
                    <a:pt x="7619" y="90677"/>
                  </a:lnTo>
                </a:path>
                <a:path w="7619" h="90804">
                  <a:moveTo>
                    <a:pt x="0" y="86105"/>
                  </a:moveTo>
                  <a:lnTo>
                    <a:pt x="7619" y="86105"/>
                  </a:lnTo>
                </a:path>
                <a:path w="7619" h="90804">
                  <a:moveTo>
                    <a:pt x="0" y="80771"/>
                  </a:moveTo>
                  <a:lnTo>
                    <a:pt x="7619" y="80771"/>
                  </a:lnTo>
                </a:path>
                <a:path w="7619" h="90804">
                  <a:moveTo>
                    <a:pt x="0" y="79247"/>
                  </a:moveTo>
                  <a:lnTo>
                    <a:pt x="7619" y="79247"/>
                  </a:lnTo>
                </a:path>
                <a:path w="7619" h="90804">
                  <a:moveTo>
                    <a:pt x="0" y="83819"/>
                  </a:moveTo>
                  <a:lnTo>
                    <a:pt x="7619" y="83819"/>
                  </a:lnTo>
                </a:path>
                <a:path w="7619" h="90804">
                  <a:moveTo>
                    <a:pt x="0" y="79247"/>
                  </a:moveTo>
                  <a:lnTo>
                    <a:pt x="7619" y="79247"/>
                  </a:lnTo>
                </a:path>
                <a:path w="7619" h="90804">
                  <a:moveTo>
                    <a:pt x="0" y="59435"/>
                  </a:moveTo>
                  <a:lnTo>
                    <a:pt x="7619" y="59435"/>
                  </a:lnTo>
                </a:path>
                <a:path w="7619" h="90804">
                  <a:moveTo>
                    <a:pt x="0" y="33527"/>
                  </a:moveTo>
                  <a:lnTo>
                    <a:pt x="7619" y="33527"/>
                  </a:lnTo>
                </a:path>
                <a:path w="7619" h="90804">
                  <a:moveTo>
                    <a:pt x="0" y="38861"/>
                  </a:moveTo>
                  <a:lnTo>
                    <a:pt x="7619" y="38861"/>
                  </a:lnTo>
                </a:path>
                <a:path w="7619" h="90804">
                  <a:moveTo>
                    <a:pt x="0" y="35813"/>
                  </a:moveTo>
                  <a:lnTo>
                    <a:pt x="7619" y="35813"/>
                  </a:lnTo>
                </a:path>
                <a:path w="7619" h="90804">
                  <a:moveTo>
                    <a:pt x="0" y="40385"/>
                  </a:moveTo>
                  <a:lnTo>
                    <a:pt x="7619" y="40385"/>
                  </a:lnTo>
                </a:path>
                <a:path w="7619" h="90804">
                  <a:moveTo>
                    <a:pt x="0" y="51053"/>
                  </a:moveTo>
                  <a:lnTo>
                    <a:pt x="7619" y="51053"/>
                  </a:lnTo>
                </a:path>
                <a:path w="7619" h="90804">
                  <a:moveTo>
                    <a:pt x="0" y="55625"/>
                  </a:moveTo>
                  <a:lnTo>
                    <a:pt x="7619" y="55625"/>
                  </a:lnTo>
                </a:path>
                <a:path w="7619" h="90804">
                  <a:moveTo>
                    <a:pt x="0" y="54863"/>
                  </a:moveTo>
                  <a:lnTo>
                    <a:pt x="7619" y="54863"/>
                  </a:lnTo>
                </a:path>
                <a:path w="7619" h="90804">
                  <a:moveTo>
                    <a:pt x="0" y="29717"/>
                  </a:moveTo>
                  <a:lnTo>
                    <a:pt x="7619" y="29717"/>
                  </a:lnTo>
                </a:path>
                <a:path w="7619" h="90804">
                  <a:moveTo>
                    <a:pt x="0" y="32765"/>
                  </a:moveTo>
                  <a:lnTo>
                    <a:pt x="7619" y="32765"/>
                  </a:lnTo>
                </a:path>
                <a:path w="7619" h="90804">
                  <a:moveTo>
                    <a:pt x="0" y="28193"/>
                  </a:moveTo>
                  <a:lnTo>
                    <a:pt x="7619" y="28193"/>
                  </a:lnTo>
                </a:path>
                <a:path w="7619" h="90804">
                  <a:moveTo>
                    <a:pt x="0" y="32003"/>
                  </a:moveTo>
                  <a:lnTo>
                    <a:pt x="7619" y="32003"/>
                  </a:lnTo>
                </a:path>
                <a:path w="7619" h="90804">
                  <a:moveTo>
                    <a:pt x="0" y="33527"/>
                  </a:moveTo>
                  <a:lnTo>
                    <a:pt x="7619" y="33527"/>
                  </a:lnTo>
                </a:path>
                <a:path w="7619" h="90804">
                  <a:moveTo>
                    <a:pt x="0" y="37337"/>
                  </a:moveTo>
                  <a:lnTo>
                    <a:pt x="7619" y="37337"/>
                  </a:lnTo>
                </a:path>
                <a:path w="7619" h="90804">
                  <a:moveTo>
                    <a:pt x="0" y="38099"/>
                  </a:moveTo>
                  <a:lnTo>
                    <a:pt x="7619" y="38099"/>
                  </a:lnTo>
                </a:path>
                <a:path w="7619" h="90804">
                  <a:moveTo>
                    <a:pt x="0" y="41147"/>
                  </a:moveTo>
                  <a:lnTo>
                    <a:pt x="7619" y="41147"/>
                  </a:lnTo>
                </a:path>
                <a:path w="7619" h="90804">
                  <a:moveTo>
                    <a:pt x="0" y="58673"/>
                  </a:moveTo>
                  <a:lnTo>
                    <a:pt x="7619" y="58673"/>
                  </a:lnTo>
                </a:path>
                <a:path w="7619" h="90804">
                  <a:moveTo>
                    <a:pt x="0" y="84581"/>
                  </a:moveTo>
                  <a:lnTo>
                    <a:pt x="7619" y="84581"/>
                  </a:lnTo>
                </a:path>
                <a:path w="7619" h="90804">
                  <a:moveTo>
                    <a:pt x="0" y="85343"/>
                  </a:moveTo>
                  <a:lnTo>
                    <a:pt x="7619" y="85343"/>
                  </a:lnTo>
                </a:path>
                <a:path w="7619" h="90804">
                  <a:moveTo>
                    <a:pt x="0" y="81533"/>
                  </a:moveTo>
                  <a:lnTo>
                    <a:pt x="7619" y="81533"/>
                  </a:lnTo>
                </a:path>
                <a:path w="7619" h="90804">
                  <a:moveTo>
                    <a:pt x="0" y="47243"/>
                  </a:moveTo>
                  <a:lnTo>
                    <a:pt x="7619" y="47243"/>
                  </a:lnTo>
                </a:path>
                <a:path w="7619" h="90804">
                  <a:moveTo>
                    <a:pt x="0" y="40385"/>
                  </a:moveTo>
                  <a:lnTo>
                    <a:pt x="7619" y="40385"/>
                  </a:lnTo>
                </a:path>
                <a:path w="7619" h="90804">
                  <a:moveTo>
                    <a:pt x="0" y="36575"/>
                  </a:moveTo>
                  <a:lnTo>
                    <a:pt x="7619" y="36575"/>
                  </a:lnTo>
                </a:path>
                <a:path w="7619" h="90804">
                  <a:moveTo>
                    <a:pt x="0" y="38861"/>
                  </a:moveTo>
                  <a:lnTo>
                    <a:pt x="7619" y="38861"/>
                  </a:lnTo>
                </a:path>
                <a:path w="7619" h="90804">
                  <a:moveTo>
                    <a:pt x="0" y="44957"/>
                  </a:moveTo>
                  <a:lnTo>
                    <a:pt x="7619" y="44957"/>
                  </a:lnTo>
                </a:path>
                <a:path w="7619" h="90804">
                  <a:moveTo>
                    <a:pt x="0" y="85343"/>
                  </a:moveTo>
                  <a:lnTo>
                    <a:pt x="7619" y="85343"/>
                  </a:lnTo>
                </a:path>
                <a:path w="7619" h="90804">
                  <a:moveTo>
                    <a:pt x="0" y="52577"/>
                  </a:moveTo>
                  <a:lnTo>
                    <a:pt x="7619" y="52577"/>
                  </a:lnTo>
                </a:path>
                <a:path w="7619" h="90804">
                  <a:moveTo>
                    <a:pt x="0" y="38861"/>
                  </a:moveTo>
                  <a:lnTo>
                    <a:pt x="7619" y="38861"/>
                  </a:lnTo>
                </a:path>
                <a:path w="7619" h="90804">
                  <a:moveTo>
                    <a:pt x="0" y="32003"/>
                  </a:moveTo>
                  <a:lnTo>
                    <a:pt x="7619" y="32003"/>
                  </a:lnTo>
                </a:path>
                <a:path w="7619" h="90804">
                  <a:moveTo>
                    <a:pt x="0" y="28955"/>
                  </a:moveTo>
                  <a:lnTo>
                    <a:pt x="7619" y="28955"/>
                  </a:lnTo>
                </a:path>
                <a:path w="7619" h="90804">
                  <a:moveTo>
                    <a:pt x="0" y="30479"/>
                  </a:moveTo>
                  <a:lnTo>
                    <a:pt x="7619" y="30479"/>
                  </a:lnTo>
                </a:path>
                <a:path w="7619" h="90804">
                  <a:moveTo>
                    <a:pt x="0" y="32765"/>
                  </a:moveTo>
                  <a:lnTo>
                    <a:pt x="7619" y="32765"/>
                  </a:lnTo>
                </a:path>
                <a:path w="7619" h="90804">
                  <a:moveTo>
                    <a:pt x="0" y="41147"/>
                  </a:moveTo>
                  <a:lnTo>
                    <a:pt x="7619" y="41147"/>
                  </a:lnTo>
                </a:path>
                <a:path w="7619" h="90804">
                  <a:moveTo>
                    <a:pt x="0" y="7619"/>
                  </a:moveTo>
                  <a:lnTo>
                    <a:pt x="7619" y="7619"/>
                  </a:lnTo>
                </a:path>
                <a:path w="7619" h="90804">
                  <a:moveTo>
                    <a:pt x="0" y="2285"/>
                  </a:moveTo>
                  <a:lnTo>
                    <a:pt x="7619" y="2285"/>
                  </a:lnTo>
                </a:path>
                <a:path w="7619" h="90804">
                  <a:moveTo>
                    <a:pt x="0" y="12953"/>
                  </a:moveTo>
                  <a:lnTo>
                    <a:pt x="7619" y="12953"/>
                  </a:lnTo>
                </a:path>
                <a:path w="7619" h="90804">
                  <a:moveTo>
                    <a:pt x="0" y="14477"/>
                  </a:moveTo>
                  <a:lnTo>
                    <a:pt x="7619" y="14477"/>
                  </a:lnTo>
                </a:path>
                <a:path w="7619" h="90804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2744723" y="4809744"/>
            <a:ext cx="18415" cy="112395"/>
            <a:chOff x="2744723" y="4809744"/>
            <a:chExt cx="18415" cy="112395"/>
          </a:xfrm>
        </p:grpSpPr>
        <p:sp>
          <p:nvSpPr>
            <p:cNvPr id="43" name="object 43"/>
            <p:cNvSpPr/>
            <p:nvPr/>
          </p:nvSpPr>
          <p:spPr>
            <a:xfrm>
              <a:off x="2746247" y="4829556"/>
              <a:ext cx="7620" cy="82550"/>
            </a:xfrm>
            <a:custGeom>
              <a:avLst/>
              <a:gdLst/>
              <a:ahLst/>
              <a:cxnLst/>
              <a:rect l="l" t="t" r="r" b="b"/>
              <a:pathLst>
                <a:path w="7619" h="82550">
                  <a:moveTo>
                    <a:pt x="0" y="64769"/>
                  </a:moveTo>
                  <a:lnTo>
                    <a:pt x="7619" y="64769"/>
                  </a:lnTo>
                </a:path>
                <a:path w="7619" h="82550">
                  <a:moveTo>
                    <a:pt x="0" y="61721"/>
                  </a:moveTo>
                  <a:lnTo>
                    <a:pt x="7619" y="61721"/>
                  </a:lnTo>
                </a:path>
                <a:path w="7619" h="82550">
                  <a:moveTo>
                    <a:pt x="0" y="74675"/>
                  </a:moveTo>
                  <a:lnTo>
                    <a:pt x="7619" y="74675"/>
                  </a:lnTo>
                </a:path>
                <a:path w="7619" h="82550">
                  <a:moveTo>
                    <a:pt x="0" y="78485"/>
                  </a:moveTo>
                  <a:lnTo>
                    <a:pt x="7619" y="78485"/>
                  </a:lnTo>
                </a:path>
                <a:path w="7619" h="82550">
                  <a:moveTo>
                    <a:pt x="0" y="79247"/>
                  </a:moveTo>
                  <a:lnTo>
                    <a:pt x="7619" y="79247"/>
                  </a:lnTo>
                </a:path>
                <a:path w="7619" h="82550">
                  <a:moveTo>
                    <a:pt x="0" y="76961"/>
                  </a:moveTo>
                  <a:lnTo>
                    <a:pt x="7619" y="76961"/>
                  </a:lnTo>
                </a:path>
                <a:path w="7619" h="82550">
                  <a:moveTo>
                    <a:pt x="0" y="61721"/>
                  </a:moveTo>
                  <a:lnTo>
                    <a:pt x="7619" y="61721"/>
                  </a:lnTo>
                </a:path>
                <a:path w="7619" h="82550">
                  <a:moveTo>
                    <a:pt x="0" y="54101"/>
                  </a:moveTo>
                  <a:lnTo>
                    <a:pt x="7619" y="54101"/>
                  </a:lnTo>
                </a:path>
                <a:path w="7619" h="82550">
                  <a:moveTo>
                    <a:pt x="0" y="49529"/>
                  </a:moveTo>
                  <a:lnTo>
                    <a:pt x="7619" y="49529"/>
                  </a:lnTo>
                </a:path>
                <a:path w="7619" h="82550">
                  <a:moveTo>
                    <a:pt x="0" y="45719"/>
                  </a:moveTo>
                  <a:lnTo>
                    <a:pt x="7619" y="45719"/>
                  </a:lnTo>
                </a:path>
                <a:path w="7619" h="82550">
                  <a:moveTo>
                    <a:pt x="0" y="41147"/>
                  </a:moveTo>
                  <a:lnTo>
                    <a:pt x="7619" y="41147"/>
                  </a:lnTo>
                </a:path>
                <a:path w="7619" h="82550">
                  <a:moveTo>
                    <a:pt x="0" y="34289"/>
                  </a:moveTo>
                  <a:lnTo>
                    <a:pt x="7619" y="34289"/>
                  </a:lnTo>
                </a:path>
                <a:path w="7619" h="82550">
                  <a:moveTo>
                    <a:pt x="0" y="27431"/>
                  </a:moveTo>
                  <a:lnTo>
                    <a:pt x="7619" y="27431"/>
                  </a:lnTo>
                </a:path>
                <a:path w="7619" h="82550">
                  <a:moveTo>
                    <a:pt x="0" y="25907"/>
                  </a:moveTo>
                  <a:lnTo>
                    <a:pt x="7619" y="25907"/>
                  </a:lnTo>
                </a:path>
                <a:path w="7619" h="82550">
                  <a:moveTo>
                    <a:pt x="0" y="30479"/>
                  </a:moveTo>
                  <a:lnTo>
                    <a:pt x="7619" y="30479"/>
                  </a:lnTo>
                </a:path>
                <a:path w="7619" h="82550">
                  <a:moveTo>
                    <a:pt x="0" y="25145"/>
                  </a:moveTo>
                  <a:lnTo>
                    <a:pt x="7619" y="25145"/>
                  </a:lnTo>
                </a:path>
                <a:path w="7619" h="82550">
                  <a:moveTo>
                    <a:pt x="0" y="38861"/>
                  </a:moveTo>
                  <a:lnTo>
                    <a:pt x="7619" y="38861"/>
                  </a:lnTo>
                </a:path>
                <a:path w="7619" h="82550">
                  <a:moveTo>
                    <a:pt x="0" y="46481"/>
                  </a:moveTo>
                  <a:lnTo>
                    <a:pt x="7619" y="46481"/>
                  </a:lnTo>
                </a:path>
                <a:path w="7619" h="82550">
                  <a:moveTo>
                    <a:pt x="0" y="51815"/>
                  </a:moveTo>
                  <a:lnTo>
                    <a:pt x="7619" y="51815"/>
                  </a:lnTo>
                </a:path>
                <a:path w="7619" h="82550">
                  <a:moveTo>
                    <a:pt x="0" y="56387"/>
                  </a:moveTo>
                  <a:lnTo>
                    <a:pt x="7619" y="56387"/>
                  </a:lnTo>
                </a:path>
                <a:path w="7619" h="82550">
                  <a:moveTo>
                    <a:pt x="0" y="60197"/>
                  </a:moveTo>
                  <a:lnTo>
                    <a:pt x="7619" y="60197"/>
                  </a:lnTo>
                </a:path>
                <a:path w="7619" h="82550">
                  <a:moveTo>
                    <a:pt x="0" y="66293"/>
                  </a:moveTo>
                  <a:lnTo>
                    <a:pt x="7619" y="66293"/>
                  </a:lnTo>
                </a:path>
                <a:path w="7619" h="82550">
                  <a:moveTo>
                    <a:pt x="0" y="74675"/>
                  </a:moveTo>
                  <a:lnTo>
                    <a:pt x="7619" y="74675"/>
                  </a:lnTo>
                </a:path>
                <a:path w="7619" h="82550">
                  <a:moveTo>
                    <a:pt x="0" y="78485"/>
                  </a:moveTo>
                  <a:lnTo>
                    <a:pt x="7619" y="78485"/>
                  </a:lnTo>
                </a:path>
                <a:path w="7619" h="82550">
                  <a:moveTo>
                    <a:pt x="0" y="76199"/>
                  </a:moveTo>
                  <a:lnTo>
                    <a:pt x="7619" y="76199"/>
                  </a:lnTo>
                </a:path>
                <a:path w="7619" h="82550">
                  <a:moveTo>
                    <a:pt x="0" y="72389"/>
                  </a:moveTo>
                  <a:lnTo>
                    <a:pt x="7619" y="72389"/>
                  </a:lnTo>
                </a:path>
                <a:path w="7619" h="82550">
                  <a:moveTo>
                    <a:pt x="0" y="66293"/>
                  </a:moveTo>
                  <a:lnTo>
                    <a:pt x="7619" y="66293"/>
                  </a:lnTo>
                </a:path>
                <a:path w="7619" h="82550">
                  <a:moveTo>
                    <a:pt x="0" y="76199"/>
                  </a:moveTo>
                  <a:lnTo>
                    <a:pt x="7619" y="76199"/>
                  </a:lnTo>
                </a:path>
                <a:path w="7619" h="82550">
                  <a:moveTo>
                    <a:pt x="0" y="65531"/>
                  </a:moveTo>
                  <a:lnTo>
                    <a:pt x="7619" y="65531"/>
                  </a:lnTo>
                </a:path>
                <a:path w="7619" h="82550">
                  <a:moveTo>
                    <a:pt x="0" y="20573"/>
                  </a:moveTo>
                  <a:lnTo>
                    <a:pt x="7619" y="20573"/>
                  </a:lnTo>
                </a:path>
                <a:path w="7619" h="82550">
                  <a:moveTo>
                    <a:pt x="0" y="19811"/>
                  </a:moveTo>
                  <a:lnTo>
                    <a:pt x="7619" y="19811"/>
                  </a:lnTo>
                </a:path>
                <a:path w="7619" h="82550">
                  <a:moveTo>
                    <a:pt x="0" y="22859"/>
                  </a:moveTo>
                  <a:lnTo>
                    <a:pt x="7619" y="22859"/>
                  </a:lnTo>
                </a:path>
                <a:path w="7619" h="82550">
                  <a:moveTo>
                    <a:pt x="0" y="50291"/>
                  </a:moveTo>
                  <a:lnTo>
                    <a:pt x="7619" y="50291"/>
                  </a:lnTo>
                </a:path>
                <a:path w="7619" h="82550">
                  <a:moveTo>
                    <a:pt x="0" y="64007"/>
                  </a:moveTo>
                  <a:lnTo>
                    <a:pt x="7619" y="64007"/>
                  </a:lnTo>
                </a:path>
                <a:path w="7619" h="82550">
                  <a:moveTo>
                    <a:pt x="0" y="71627"/>
                  </a:moveTo>
                  <a:lnTo>
                    <a:pt x="7619" y="71627"/>
                  </a:lnTo>
                </a:path>
                <a:path w="7619" h="82550">
                  <a:moveTo>
                    <a:pt x="0" y="73151"/>
                  </a:moveTo>
                  <a:lnTo>
                    <a:pt x="7619" y="73151"/>
                  </a:lnTo>
                </a:path>
                <a:path w="7619" h="82550">
                  <a:moveTo>
                    <a:pt x="0" y="67817"/>
                  </a:moveTo>
                  <a:lnTo>
                    <a:pt x="7619" y="67817"/>
                  </a:lnTo>
                </a:path>
                <a:path w="7619" h="82550">
                  <a:moveTo>
                    <a:pt x="0" y="19811"/>
                  </a:moveTo>
                  <a:lnTo>
                    <a:pt x="7619" y="19811"/>
                  </a:lnTo>
                </a:path>
                <a:path w="7619" h="82550">
                  <a:moveTo>
                    <a:pt x="0" y="21335"/>
                  </a:moveTo>
                  <a:lnTo>
                    <a:pt x="7619" y="21335"/>
                  </a:lnTo>
                </a:path>
                <a:path w="7619" h="82550">
                  <a:moveTo>
                    <a:pt x="0" y="28193"/>
                  </a:moveTo>
                  <a:lnTo>
                    <a:pt x="7619" y="28193"/>
                  </a:lnTo>
                </a:path>
                <a:path w="7619" h="82550">
                  <a:moveTo>
                    <a:pt x="0" y="29717"/>
                  </a:moveTo>
                  <a:lnTo>
                    <a:pt x="7619" y="29717"/>
                  </a:lnTo>
                </a:path>
                <a:path w="7619" h="82550">
                  <a:moveTo>
                    <a:pt x="0" y="51815"/>
                  </a:moveTo>
                  <a:lnTo>
                    <a:pt x="7619" y="51815"/>
                  </a:lnTo>
                </a:path>
                <a:path w="7619" h="82550">
                  <a:moveTo>
                    <a:pt x="0" y="61721"/>
                  </a:moveTo>
                  <a:lnTo>
                    <a:pt x="7619" y="61721"/>
                  </a:lnTo>
                </a:path>
                <a:path w="7619" h="82550">
                  <a:moveTo>
                    <a:pt x="0" y="73913"/>
                  </a:moveTo>
                  <a:lnTo>
                    <a:pt x="7619" y="73913"/>
                  </a:lnTo>
                </a:path>
                <a:path w="7619" h="82550">
                  <a:moveTo>
                    <a:pt x="7619" y="80771"/>
                  </a:moveTo>
                  <a:lnTo>
                    <a:pt x="0" y="80771"/>
                  </a:lnTo>
                  <a:lnTo>
                    <a:pt x="7619" y="80771"/>
                  </a:lnTo>
                </a:path>
                <a:path w="7619" h="82550">
                  <a:moveTo>
                    <a:pt x="0" y="73913"/>
                  </a:moveTo>
                  <a:lnTo>
                    <a:pt x="7619" y="73913"/>
                  </a:lnTo>
                </a:path>
                <a:path w="7619" h="82550">
                  <a:moveTo>
                    <a:pt x="0" y="70103"/>
                  </a:moveTo>
                  <a:lnTo>
                    <a:pt x="7619" y="70103"/>
                  </a:lnTo>
                </a:path>
                <a:path w="7619" h="82550">
                  <a:moveTo>
                    <a:pt x="0" y="31241"/>
                  </a:moveTo>
                  <a:lnTo>
                    <a:pt x="7619" y="31241"/>
                  </a:lnTo>
                </a:path>
                <a:path w="7619" h="82550">
                  <a:moveTo>
                    <a:pt x="0" y="25145"/>
                  </a:moveTo>
                  <a:lnTo>
                    <a:pt x="7619" y="25145"/>
                  </a:lnTo>
                </a:path>
                <a:path w="7619" h="82550">
                  <a:moveTo>
                    <a:pt x="0" y="1523"/>
                  </a:moveTo>
                  <a:lnTo>
                    <a:pt x="7619" y="1523"/>
                  </a:lnTo>
                </a:path>
                <a:path w="7619" h="82550">
                  <a:moveTo>
                    <a:pt x="0" y="0"/>
                  </a:moveTo>
                  <a:lnTo>
                    <a:pt x="7619" y="0"/>
                  </a:lnTo>
                </a:path>
                <a:path w="7619" h="82550">
                  <a:moveTo>
                    <a:pt x="0" y="5333"/>
                  </a:moveTo>
                  <a:lnTo>
                    <a:pt x="7619" y="5333"/>
                  </a:lnTo>
                </a:path>
                <a:path w="7619" h="82550">
                  <a:moveTo>
                    <a:pt x="0" y="25145"/>
                  </a:moveTo>
                  <a:lnTo>
                    <a:pt x="7619" y="25145"/>
                  </a:lnTo>
                </a:path>
                <a:path w="7619" h="82550">
                  <a:moveTo>
                    <a:pt x="0" y="29717"/>
                  </a:moveTo>
                  <a:lnTo>
                    <a:pt x="7619" y="29717"/>
                  </a:lnTo>
                </a:path>
                <a:path w="7619" h="82550">
                  <a:moveTo>
                    <a:pt x="0" y="32003"/>
                  </a:moveTo>
                  <a:lnTo>
                    <a:pt x="7619" y="32003"/>
                  </a:lnTo>
                </a:path>
                <a:path w="7619" h="82550">
                  <a:moveTo>
                    <a:pt x="0" y="56387"/>
                  </a:moveTo>
                  <a:lnTo>
                    <a:pt x="7619" y="56387"/>
                  </a:lnTo>
                </a:path>
                <a:path w="7619" h="82550">
                  <a:moveTo>
                    <a:pt x="0" y="68579"/>
                  </a:moveTo>
                  <a:lnTo>
                    <a:pt x="7619" y="68579"/>
                  </a:lnTo>
                </a:path>
                <a:path w="7619" h="82550">
                  <a:moveTo>
                    <a:pt x="0" y="76961"/>
                  </a:moveTo>
                  <a:lnTo>
                    <a:pt x="7619" y="76961"/>
                  </a:lnTo>
                </a:path>
                <a:path w="7619" h="82550">
                  <a:moveTo>
                    <a:pt x="0" y="81533"/>
                  </a:moveTo>
                  <a:lnTo>
                    <a:pt x="7619" y="81533"/>
                  </a:lnTo>
                </a:path>
                <a:path w="7619" h="82550">
                  <a:moveTo>
                    <a:pt x="0" y="82295"/>
                  </a:moveTo>
                  <a:lnTo>
                    <a:pt x="7619" y="82295"/>
                  </a:lnTo>
                </a:path>
                <a:path w="7619" h="82550">
                  <a:moveTo>
                    <a:pt x="0" y="81533"/>
                  </a:moveTo>
                  <a:lnTo>
                    <a:pt x="7619" y="81533"/>
                  </a:lnTo>
                </a:path>
                <a:path w="7619" h="82550">
                  <a:moveTo>
                    <a:pt x="0" y="73913"/>
                  </a:moveTo>
                  <a:lnTo>
                    <a:pt x="7619" y="73913"/>
                  </a:lnTo>
                </a:path>
                <a:path w="7619" h="82550">
                  <a:moveTo>
                    <a:pt x="0" y="71627"/>
                  </a:moveTo>
                  <a:lnTo>
                    <a:pt x="7619" y="71627"/>
                  </a:lnTo>
                </a:path>
                <a:path w="7619" h="82550">
                  <a:moveTo>
                    <a:pt x="0" y="73913"/>
                  </a:moveTo>
                  <a:lnTo>
                    <a:pt x="7619" y="73913"/>
                  </a:lnTo>
                </a:path>
                <a:path w="7619" h="82550">
                  <a:moveTo>
                    <a:pt x="0" y="73151"/>
                  </a:moveTo>
                  <a:lnTo>
                    <a:pt x="7619" y="73151"/>
                  </a:lnTo>
                </a:path>
                <a:path w="7619" h="82550">
                  <a:moveTo>
                    <a:pt x="0" y="69341"/>
                  </a:moveTo>
                  <a:lnTo>
                    <a:pt x="7619" y="69341"/>
                  </a:lnTo>
                </a:path>
                <a:path w="7619" h="82550">
                  <a:moveTo>
                    <a:pt x="0" y="31241"/>
                  </a:moveTo>
                  <a:lnTo>
                    <a:pt x="7619" y="3124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53867" y="4818888"/>
              <a:ext cx="0" cy="1270"/>
            </a:xfrm>
            <a:custGeom>
              <a:avLst/>
              <a:gdLst/>
              <a:ahLst/>
              <a:cxnLst/>
              <a:rect l="l" t="t" r="r" b="b"/>
              <a:pathLst>
                <a:path h="1270">
                  <a:moveTo>
                    <a:pt x="0" y="761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46247" y="4894326"/>
              <a:ext cx="7620" cy="12700"/>
            </a:xfrm>
            <a:custGeom>
              <a:avLst/>
              <a:gdLst/>
              <a:ahLst/>
              <a:cxnLst/>
              <a:rect l="l" t="t" r="r" b="b"/>
              <a:pathLst>
                <a:path w="7619" h="12700">
                  <a:moveTo>
                    <a:pt x="0" y="9905"/>
                  </a:moveTo>
                  <a:lnTo>
                    <a:pt x="7619" y="9905"/>
                  </a:lnTo>
                </a:path>
                <a:path w="7619" h="12700">
                  <a:moveTo>
                    <a:pt x="0" y="3809"/>
                  </a:moveTo>
                  <a:lnTo>
                    <a:pt x="7619" y="3809"/>
                  </a:lnTo>
                </a:path>
                <a:path w="7619" h="12700">
                  <a:moveTo>
                    <a:pt x="0" y="11429"/>
                  </a:moveTo>
                  <a:lnTo>
                    <a:pt x="7619" y="11429"/>
                  </a:lnTo>
                </a:path>
                <a:path w="7619" h="12700">
                  <a:moveTo>
                    <a:pt x="0" y="12191"/>
                  </a:moveTo>
                  <a:lnTo>
                    <a:pt x="7619" y="12191"/>
                  </a:lnTo>
                </a:path>
                <a:path w="7619" h="12700">
                  <a:moveTo>
                    <a:pt x="0" y="9905"/>
                  </a:moveTo>
                  <a:lnTo>
                    <a:pt x="7619" y="9905"/>
                  </a:lnTo>
                </a:path>
                <a:path w="7619" h="1270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46247" y="4818888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46247" y="4836414"/>
              <a:ext cx="7620" cy="71120"/>
            </a:xfrm>
            <a:custGeom>
              <a:avLst/>
              <a:gdLst/>
              <a:ahLst/>
              <a:cxnLst/>
              <a:rect l="l" t="t" r="r" b="b"/>
              <a:pathLst>
                <a:path w="7619" h="71120">
                  <a:moveTo>
                    <a:pt x="0" y="70103"/>
                  </a:moveTo>
                  <a:lnTo>
                    <a:pt x="7619" y="70103"/>
                  </a:lnTo>
                </a:path>
                <a:path w="7619" h="71120">
                  <a:moveTo>
                    <a:pt x="0" y="70865"/>
                  </a:moveTo>
                  <a:lnTo>
                    <a:pt x="7619" y="70865"/>
                  </a:lnTo>
                </a:path>
                <a:path w="7619" h="71120">
                  <a:moveTo>
                    <a:pt x="0" y="70103"/>
                  </a:moveTo>
                  <a:lnTo>
                    <a:pt x="7619" y="70103"/>
                  </a:lnTo>
                </a:path>
                <a:path w="7619" h="71120">
                  <a:moveTo>
                    <a:pt x="0" y="67055"/>
                  </a:moveTo>
                  <a:lnTo>
                    <a:pt x="7619" y="67055"/>
                  </a:lnTo>
                </a:path>
                <a:path w="7619" h="71120">
                  <a:moveTo>
                    <a:pt x="0" y="54101"/>
                  </a:moveTo>
                  <a:lnTo>
                    <a:pt x="7619" y="54101"/>
                  </a:lnTo>
                </a:path>
                <a:path w="7619" h="71120">
                  <a:moveTo>
                    <a:pt x="0" y="44195"/>
                  </a:moveTo>
                  <a:lnTo>
                    <a:pt x="7619" y="44195"/>
                  </a:lnTo>
                </a:path>
                <a:path w="7619" h="71120">
                  <a:moveTo>
                    <a:pt x="0" y="0"/>
                  </a:moveTo>
                  <a:lnTo>
                    <a:pt x="7619" y="0"/>
                  </a:lnTo>
                </a:path>
                <a:path w="7619" h="71120">
                  <a:moveTo>
                    <a:pt x="0" y="38861"/>
                  </a:moveTo>
                  <a:lnTo>
                    <a:pt x="7619" y="3886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753867" y="4911090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4">
                  <a:moveTo>
                    <a:pt x="0" y="1523"/>
                  </a:moveTo>
                  <a:lnTo>
                    <a:pt x="0" y="761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746247" y="4853940"/>
              <a:ext cx="7620" cy="50800"/>
            </a:xfrm>
            <a:custGeom>
              <a:avLst/>
              <a:gdLst/>
              <a:ahLst/>
              <a:cxnLst/>
              <a:rect l="l" t="t" r="r" b="b"/>
              <a:pathLst>
                <a:path w="7619" h="50800">
                  <a:moveTo>
                    <a:pt x="0" y="25907"/>
                  </a:moveTo>
                  <a:lnTo>
                    <a:pt x="7619" y="25907"/>
                  </a:lnTo>
                </a:path>
                <a:path w="7619" h="50800">
                  <a:moveTo>
                    <a:pt x="0" y="24383"/>
                  </a:moveTo>
                  <a:lnTo>
                    <a:pt x="7619" y="24383"/>
                  </a:lnTo>
                </a:path>
                <a:path w="7619" h="50800">
                  <a:moveTo>
                    <a:pt x="0" y="20573"/>
                  </a:moveTo>
                  <a:lnTo>
                    <a:pt x="7619" y="20573"/>
                  </a:lnTo>
                </a:path>
                <a:path w="7619" h="50800">
                  <a:moveTo>
                    <a:pt x="0" y="2285"/>
                  </a:moveTo>
                  <a:lnTo>
                    <a:pt x="7619" y="2285"/>
                  </a:lnTo>
                </a:path>
                <a:path w="7619" h="50800">
                  <a:moveTo>
                    <a:pt x="0" y="0"/>
                  </a:moveTo>
                  <a:lnTo>
                    <a:pt x="7619" y="0"/>
                  </a:lnTo>
                </a:path>
                <a:path w="7619" h="50800">
                  <a:moveTo>
                    <a:pt x="0" y="9143"/>
                  </a:moveTo>
                  <a:lnTo>
                    <a:pt x="7619" y="9143"/>
                  </a:lnTo>
                </a:path>
                <a:path w="7619" h="50800">
                  <a:moveTo>
                    <a:pt x="0" y="28193"/>
                  </a:moveTo>
                  <a:lnTo>
                    <a:pt x="7619" y="28193"/>
                  </a:lnTo>
                </a:path>
                <a:path w="7619" h="50800">
                  <a:moveTo>
                    <a:pt x="0" y="50291"/>
                  </a:moveTo>
                  <a:lnTo>
                    <a:pt x="7619" y="5029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746247" y="491261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746247" y="4848606"/>
              <a:ext cx="7620" cy="62865"/>
            </a:xfrm>
            <a:custGeom>
              <a:avLst/>
              <a:gdLst/>
              <a:ahLst/>
              <a:cxnLst/>
              <a:rect l="l" t="t" r="r" b="b"/>
              <a:pathLst>
                <a:path w="7619" h="62864">
                  <a:moveTo>
                    <a:pt x="0" y="62483"/>
                  </a:moveTo>
                  <a:lnTo>
                    <a:pt x="7619" y="62483"/>
                  </a:lnTo>
                </a:path>
                <a:path w="7619" h="62864">
                  <a:moveTo>
                    <a:pt x="0" y="57911"/>
                  </a:moveTo>
                  <a:lnTo>
                    <a:pt x="7619" y="57911"/>
                  </a:lnTo>
                </a:path>
                <a:path w="7619" h="62864">
                  <a:moveTo>
                    <a:pt x="0" y="52577"/>
                  </a:moveTo>
                  <a:lnTo>
                    <a:pt x="7619" y="52577"/>
                  </a:lnTo>
                </a:path>
                <a:path w="7619" h="62864">
                  <a:moveTo>
                    <a:pt x="0" y="51053"/>
                  </a:moveTo>
                  <a:lnTo>
                    <a:pt x="7619" y="51053"/>
                  </a:lnTo>
                </a:path>
                <a:path w="7619" h="62864">
                  <a:moveTo>
                    <a:pt x="0" y="55625"/>
                  </a:moveTo>
                  <a:lnTo>
                    <a:pt x="7619" y="55625"/>
                  </a:lnTo>
                </a:path>
                <a:path w="7619" h="62864">
                  <a:moveTo>
                    <a:pt x="0" y="57149"/>
                  </a:moveTo>
                  <a:lnTo>
                    <a:pt x="7619" y="57149"/>
                  </a:lnTo>
                </a:path>
                <a:path w="7619" h="62864">
                  <a:moveTo>
                    <a:pt x="0" y="51053"/>
                  </a:moveTo>
                  <a:lnTo>
                    <a:pt x="7619" y="51053"/>
                  </a:lnTo>
                </a:path>
                <a:path w="7619" h="62864">
                  <a:moveTo>
                    <a:pt x="0" y="31241"/>
                  </a:moveTo>
                  <a:lnTo>
                    <a:pt x="7619" y="31241"/>
                  </a:lnTo>
                </a:path>
                <a:path w="7619" h="62864">
                  <a:moveTo>
                    <a:pt x="0" y="5333"/>
                  </a:moveTo>
                  <a:lnTo>
                    <a:pt x="7619" y="5333"/>
                  </a:lnTo>
                </a:path>
                <a:path w="7619" h="62864">
                  <a:moveTo>
                    <a:pt x="0" y="10667"/>
                  </a:moveTo>
                  <a:lnTo>
                    <a:pt x="7619" y="10667"/>
                  </a:lnTo>
                </a:path>
                <a:path w="7619" h="62864">
                  <a:moveTo>
                    <a:pt x="0" y="6857"/>
                  </a:moveTo>
                  <a:lnTo>
                    <a:pt x="7619" y="6857"/>
                  </a:lnTo>
                </a:path>
                <a:path w="7619" h="62864">
                  <a:moveTo>
                    <a:pt x="0" y="12191"/>
                  </a:moveTo>
                  <a:lnTo>
                    <a:pt x="7619" y="12191"/>
                  </a:lnTo>
                </a:path>
                <a:path w="7619" h="62864">
                  <a:moveTo>
                    <a:pt x="0" y="22859"/>
                  </a:moveTo>
                  <a:lnTo>
                    <a:pt x="7619" y="22859"/>
                  </a:lnTo>
                </a:path>
                <a:path w="7619" h="62864">
                  <a:moveTo>
                    <a:pt x="0" y="27431"/>
                  </a:moveTo>
                  <a:lnTo>
                    <a:pt x="7619" y="27431"/>
                  </a:lnTo>
                </a:path>
                <a:path w="7619" h="62864">
                  <a:moveTo>
                    <a:pt x="0" y="26669"/>
                  </a:moveTo>
                  <a:lnTo>
                    <a:pt x="7619" y="26669"/>
                  </a:lnTo>
                </a:path>
                <a:path w="7619" h="62864">
                  <a:moveTo>
                    <a:pt x="0" y="5333"/>
                  </a:moveTo>
                  <a:lnTo>
                    <a:pt x="7619" y="5333"/>
                  </a:lnTo>
                </a:path>
                <a:path w="7619" h="62864">
                  <a:moveTo>
                    <a:pt x="0" y="3809"/>
                  </a:moveTo>
                  <a:lnTo>
                    <a:pt x="7619" y="3809"/>
                  </a:lnTo>
                </a:path>
                <a:path w="7619" h="62864">
                  <a:moveTo>
                    <a:pt x="0" y="9143"/>
                  </a:moveTo>
                  <a:lnTo>
                    <a:pt x="7619" y="9143"/>
                  </a:lnTo>
                </a:path>
                <a:path w="7619" h="62864">
                  <a:moveTo>
                    <a:pt x="0" y="9905"/>
                  </a:moveTo>
                  <a:lnTo>
                    <a:pt x="7619" y="9905"/>
                  </a:lnTo>
                </a:path>
                <a:path w="7619" h="62864">
                  <a:moveTo>
                    <a:pt x="0" y="12953"/>
                  </a:moveTo>
                  <a:lnTo>
                    <a:pt x="7619" y="12953"/>
                  </a:lnTo>
                </a:path>
                <a:path w="7619" h="62864">
                  <a:moveTo>
                    <a:pt x="0" y="51053"/>
                  </a:moveTo>
                  <a:lnTo>
                    <a:pt x="7619" y="51053"/>
                  </a:lnTo>
                </a:path>
                <a:path w="7619" h="62864">
                  <a:moveTo>
                    <a:pt x="0" y="57149"/>
                  </a:moveTo>
                  <a:lnTo>
                    <a:pt x="7619" y="57149"/>
                  </a:lnTo>
                </a:path>
                <a:path w="7619" h="62864">
                  <a:moveTo>
                    <a:pt x="0" y="57911"/>
                  </a:moveTo>
                  <a:lnTo>
                    <a:pt x="7619" y="57911"/>
                  </a:lnTo>
                </a:path>
                <a:path w="7619" h="62864">
                  <a:moveTo>
                    <a:pt x="0" y="58673"/>
                  </a:moveTo>
                  <a:lnTo>
                    <a:pt x="7619" y="58673"/>
                  </a:lnTo>
                </a:path>
                <a:path w="7619" h="62864">
                  <a:moveTo>
                    <a:pt x="0" y="57911"/>
                  </a:moveTo>
                  <a:lnTo>
                    <a:pt x="7619" y="57911"/>
                  </a:lnTo>
                </a:path>
                <a:path w="7619" h="62864">
                  <a:moveTo>
                    <a:pt x="0" y="57149"/>
                  </a:moveTo>
                  <a:lnTo>
                    <a:pt x="7619" y="57149"/>
                  </a:lnTo>
                </a:path>
                <a:path w="7619" h="62864">
                  <a:moveTo>
                    <a:pt x="0" y="54101"/>
                  </a:moveTo>
                  <a:lnTo>
                    <a:pt x="7619" y="54101"/>
                  </a:lnTo>
                </a:path>
                <a:path w="7619" h="62864">
                  <a:moveTo>
                    <a:pt x="0" y="39623"/>
                  </a:moveTo>
                  <a:lnTo>
                    <a:pt x="7619" y="39623"/>
                  </a:lnTo>
                </a:path>
                <a:path w="7619" h="62864">
                  <a:moveTo>
                    <a:pt x="0" y="1523"/>
                  </a:moveTo>
                  <a:lnTo>
                    <a:pt x="7619" y="1523"/>
                  </a:lnTo>
                </a:path>
                <a:path w="7619" h="62864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753867" y="4819650"/>
              <a:ext cx="0" cy="91440"/>
            </a:xfrm>
            <a:custGeom>
              <a:avLst/>
              <a:gdLst/>
              <a:ahLst/>
              <a:cxnLst/>
              <a:rect l="l" t="t" r="r" b="b"/>
              <a:pathLst>
                <a:path h="91439">
                  <a:moveTo>
                    <a:pt x="0" y="0"/>
                  </a:moveTo>
                  <a:lnTo>
                    <a:pt x="0" y="4571"/>
                  </a:lnTo>
                  <a:lnTo>
                    <a:pt x="0" y="87629"/>
                  </a:lnTo>
                  <a:lnTo>
                    <a:pt x="0" y="9143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746247" y="4820412"/>
              <a:ext cx="7620" cy="60325"/>
            </a:xfrm>
            <a:custGeom>
              <a:avLst/>
              <a:gdLst/>
              <a:ahLst/>
              <a:cxnLst/>
              <a:rect l="l" t="t" r="r" b="b"/>
              <a:pathLst>
                <a:path w="7619" h="60325">
                  <a:moveTo>
                    <a:pt x="0" y="48005"/>
                  </a:moveTo>
                  <a:lnTo>
                    <a:pt x="7619" y="48005"/>
                  </a:lnTo>
                </a:path>
                <a:path w="7619" h="60325">
                  <a:moveTo>
                    <a:pt x="0" y="47243"/>
                  </a:moveTo>
                  <a:lnTo>
                    <a:pt x="7619" y="47243"/>
                  </a:lnTo>
                </a:path>
                <a:path w="7619" h="60325">
                  <a:moveTo>
                    <a:pt x="0" y="55625"/>
                  </a:moveTo>
                  <a:lnTo>
                    <a:pt x="7619" y="55625"/>
                  </a:lnTo>
                </a:path>
                <a:path w="7619" h="60325">
                  <a:moveTo>
                    <a:pt x="0" y="60197"/>
                  </a:moveTo>
                  <a:lnTo>
                    <a:pt x="7619" y="60197"/>
                  </a:lnTo>
                </a:path>
                <a:path w="7619" h="60325">
                  <a:moveTo>
                    <a:pt x="0" y="44957"/>
                  </a:moveTo>
                  <a:lnTo>
                    <a:pt x="7619" y="44957"/>
                  </a:lnTo>
                </a:path>
                <a:path w="7619" h="60325">
                  <a:moveTo>
                    <a:pt x="0" y="30479"/>
                  </a:moveTo>
                  <a:lnTo>
                    <a:pt x="7619" y="30479"/>
                  </a:lnTo>
                </a:path>
                <a:path w="7619" h="60325">
                  <a:moveTo>
                    <a:pt x="0" y="40385"/>
                  </a:moveTo>
                  <a:lnTo>
                    <a:pt x="7619" y="40385"/>
                  </a:lnTo>
                </a:path>
                <a:path w="7619" h="60325">
                  <a:moveTo>
                    <a:pt x="0" y="41909"/>
                  </a:moveTo>
                  <a:lnTo>
                    <a:pt x="7619" y="41909"/>
                  </a:lnTo>
                </a:path>
                <a:path w="7619" h="60325">
                  <a:moveTo>
                    <a:pt x="0" y="41147"/>
                  </a:moveTo>
                  <a:lnTo>
                    <a:pt x="7619" y="41147"/>
                  </a:lnTo>
                </a:path>
                <a:path w="7619" h="60325">
                  <a:moveTo>
                    <a:pt x="0" y="21335"/>
                  </a:moveTo>
                  <a:lnTo>
                    <a:pt x="7619" y="21335"/>
                  </a:lnTo>
                </a:path>
                <a:path w="7619" h="60325">
                  <a:moveTo>
                    <a:pt x="0" y="6095"/>
                  </a:moveTo>
                  <a:lnTo>
                    <a:pt x="7619" y="6095"/>
                  </a:lnTo>
                </a:path>
                <a:path w="7619" h="60325">
                  <a:moveTo>
                    <a:pt x="0" y="5333"/>
                  </a:moveTo>
                  <a:lnTo>
                    <a:pt x="7619" y="5333"/>
                  </a:lnTo>
                </a:path>
                <a:path w="7619" h="60325">
                  <a:moveTo>
                    <a:pt x="0" y="7619"/>
                  </a:moveTo>
                  <a:lnTo>
                    <a:pt x="7619" y="7619"/>
                  </a:lnTo>
                </a:path>
                <a:path w="7619" h="60325">
                  <a:moveTo>
                    <a:pt x="0" y="19049"/>
                  </a:moveTo>
                  <a:lnTo>
                    <a:pt x="7619" y="19049"/>
                  </a:lnTo>
                </a:path>
                <a:path w="7619" h="60325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746247" y="48196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746247" y="4820412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746247" y="4819650"/>
              <a:ext cx="7620" cy="91440"/>
            </a:xfrm>
            <a:custGeom>
              <a:avLst/>
              <a:gdLst/>
              <a:ahLst/>
              <a:cxnLst/>
              <a:rect l="l" t="t" r="r" b="b"/>
              <a:pathLst>
                <a:path w="7619" h="91439">
                  <a:moveTo>
                    <a:pt x="0" y="0"/>
                  </a:moveTo>
                  <a:lnTo>
                    <a:pt x="7619" y="0"/>
                  </a:lnTo>
                </a:path>
                <a:path w="7619" h="91439">
                  <a:moveTo>
                    <a:pt x="0" y="4571"/>
                  </a:moveTo>
                  <a:lnTo>
                    <a:pt x="7619" y="4571"/>
                  </a:lnTo>
                </a:path>
                <a:path w="7619" h="91439">
                  <a:moveTo>
                    <a:pt x="0" y="6095"/>
                  </a:moveTo>
                  <a:lnTo>
                    <a:pt x="7619" y="6095"/>
                  </a:lnTo>
                </a:path>
                <a:path w="7619" h="91439">
                  <a:moveTo>
                    <a:pt x="0" y="21335"/>
                  </a:moveTo>
                  <a:lnTo>
                    <a:pt x="7619" y="21335"/>
                  </a:lnTo>
                </a:path>
                <a:path w="7619" h="91439">
                  <a:moveTo>
                    <a:pt x="0" y="70103"/>
                  </a:moveTo>
                  <a:lnTo>
                    <a:pt x="7619" y="70103"/>
                  </a:lnTo>
                </a:path>
                <a:path w="7619" h="91439">
                  <a:moveTo>
                    <a:pt x="0" y="85343"/>
                  </a:moveTo>
                  <a:lnTo>
                    <a:pt x="7619" y="85343"/>
                  </a:lnTo>
                </a:path>
                <a:path w="7619" h="91439">
                  <a:moveTo>
                    <a:pt x="0" y="87629"/>
                  </a:moveTo>
                  <a:lnTo>
                    <a:pt x="7619" y="87629"/>
                  </a:lnTo>
                </a:path>
                <a:path w="7619" h="91439">
                  <a:moveTo>
                    <a:pt x="0" y="91439"/>
                  </a:moveTo>
                  <a:lnTo>
                    <a:pt x="7619" y="9143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746247" y="4867656"/>
              <a:ext cx="7620" cy="43815"/>
            </a:xfrm>
            <a:custGeom>
              <a:avLst/>
              <a:gdLst/>
              <a:ahLst/>
              <a:cxnLst/>
              <a:rect l="l" t="t" r="r" b="b"/>
              <a:pathLst>
                <a:path w="7619" h="43814">
                  <a:moveTo>
                    <a:pt x="0" y="43433"/>
                  </a:moveTo>
                  <a:lnTo>
                    <a:pt x="7619" y="43433"/>
                  </a:lnTo>
                </a:path>
                <a:path w="7619" h="43814">
                  <a:moveTo>
                    <a:pt x="0" y="37337"/>
                  </a:moveTo>
                  <a:lnTo>
                    <a:pt x="7619" y="37337"/>
                  </a:lnTo>
                </a:path>
                <a:path w="7619" h="43814">
                  <a:moveTo>
                    <a:pt x="0" y="22097"/>
                  </a:moveTo>
                  <a:lnTo>
                    <a:pt x="7619" y="22097"/>
                  </a:lnTo>
                </a:path>
                <a:path w="7619" h="43814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/>
          <p:nvPr/>
        </p:nvSpPr>
        <p:spPr>
          <a:xfrm>
            <a:off x="2746247" y="4657344"/>
            <a:ext cx="7620" cy="90805"/>
          </a:xfrm>
          <a:custGeom>
            <a:avLst/>
            <a:gdLst/>
            <a:ahLst/>
            <a:cxnLst/>
            <a:rect l="l" t="t" r="r" b="b"/>
            <a:pathLst>
              <a:path w="7619" h="90804">
                <a:moveTo>
                  <a:pt x="0" y="59435"/>
                </a:moveTo>
                <a:lnTo>
                  <a:pt x="7619" y="59435"/>
                </a:lnTo>
              </a:path>
              <a:path w="7619" h="90804">
                <a:moveTo>
                  <a:pt x="0" y="57911"/>
                </a:moveTo>
                <a:lnTo>
                  <a:pt x="7619" y="57911"/>
                </a:lnTo>
              </a:path>
              <a:path w="7619" h="90804">
                <a:moveTo>
                  <a:pt x="0" y="54101"/>
                </a:moveTo>
                <a:lnTo>
                  <a:pt x="7619" y="54101"/>
                </a:lnTo>
              </a:path>
              <a:path w="7619" h="90804">
                <a:moveTo>
                  <a:pt x="0" y="35051"/>
                </a:moveTo>
                <a:lnTo>
                  <a:pt x="7619" y="35051"/>
                </a:lnTo>
              </a:path>
              <a:path w="7619" h="90804">
                <a:moveTo>
                  <a:pt x="0" y="32765"/>
                </a:moveTo>
                <a:lnTo>
                  <a:pt x="7619" y="32765"/>
                </a:lnTo>
              </a:path>
              <a:path w="7619" h="90804">
                <a:moveTo>
                  <a:pt x="0" y="61721"/>
                </a:moveTo>
                <a:lnTo>
                  <a:pt x="7619" y="61721"/>
                </a:lnTo>
              </a:path>
              <a:path w="7619" h="90804">
                <a:moveTo>
                  <a:pt x="0" y="83819"/>
                </a:moveTo>
                <a:lnTo>
                  <a:pt x="7619" y="83819"/>
                </a:lnTo>
              </a:path>
              <a:path w="7619" h="90804">
                <a:moveTo>
                  <a:pt x="0" y="90677"/>
                </a:moveTo>
                <a:lnTo>
                  <a:pt x="7619" y="90677"/>
                </a:lnTo>
              </a:path>
              <a:path w="7619" h="90804">
                <a:moveTo>
                  <a:pt x="0" y="86105"/>
                </a:moveTo>
                <a:lnTo>
                  <a:pt x="7619" y="86105"/>
                </a:lnTo>
              </a:path>
              <a:path w="7619" h="90804">
                <a:moveTo>
                  <a:pt x="0" y="80771"/>
                </a:moveTo>
                <a:lnTo>
                  <a:pt x="7619" y="80771"/>
                </a:lnTo>
              </a:path>
              <a:path w="7619" h="90804">
                <a:moveTo>
                  <a:pt x="0" y="79247"/>
                </a:moveTo>
                <a:lnTo>
                  <a:pt x="7619" y="79247"/>
                </a:lnTo>
              </a:path>
              <a:path w="7619" h="90804">
                <a:moveTo>
                  <a:pt x="0" y="83819"/>
                </a:moveTo>
                <a:lnTo>
                  <a:pt x="7619" y="83819"/>
                </a:lnTo>
              </a:path>
              <a:path w="7619" h="90804">
                <a:moveTo>
                  <a:pt x="0" y="85343"/>
                </a:moveTo>
                <a:lnTo>
                  <a:pt x="7619" y="85343"/>
                </a:lnTo>
              </a:path>
              <a:path w="7619" h="90804">
                <a:moveTo>
                  <a:pt x="0" y="78485"/>
                </a:moveTo>
                <a:lnTo>
                  <a:pt x="7619" y="78485"/>
                </a:lnTo>
              </a:path>
              <a:path w="7619" h="90804">
                <a:moveTo>
                  <a:pt x="0" y="59435"/>
                </a:moveTo>
                <a:lnTo>
                  <a:pt x="7619" y="59435"/>
                </a:lnTo>
              </a:path>
              <a:path w="7619" h="90804">
                <a:moveTo>
                  <a:pt x="0" y="38861"/>
                </a:moveTo>
                <a:lnTo>
                  <a:pt x="7619" y="38861"/>
                </a:lnTo>
              </a:path>
              <a:path w="7619" h="90804">
                <a:moveTo>
                  <a:pt x="0" y="35051"/>
                </a:moveTo>
                <a:lnTo>
                  <a:pt x="7619" y="35051"/>
                </a:lnTo>
              </a:path>
              <a:path w="7619" h="90804">
                <a:moveTo>
                  <a:pt x="0" y="40385"/>
                </a:moveTo>
                <a:lnTo>
                  <a:pt x="7619" y="40385"/>
                </a:lnTo>
              </a:path>
              <a:path w="7619" h="90804">
                <a:moveTo>
                  <a:pt x="0" y="51053"/>
                </a:moveTo>
                <a:lnTo>
                  <a:pt x="7619" y="51053"/>
                </a:lnTo>
              </a:path>
              <a:path w="7619" h="90804">
                <a:moveTo>
                  <a:pt x="0" y="55625"/>
                </a:moveTo>
                <a:lnTo>
                  <a:pt x="7619" y="55625"/>
                </a:lnTo>
              </a:path>
              <a:path w="7619" h="90804">
                <a:moveTo>
                  <a:pt x="0" y="54863"/>
                </a:moveTo>
                <a:lnTo>
                  <a:pt x="7619" y="54863"/>
                </a:lnTo>
              </a:path>
              <a:path w="7619" h="90804">
                <a:moveTo>
                  <a:pt x="0" y="29717"/>
                </a:moveTo>
                <a:lnTo>
                  <a:pt x="7619" y="29717"/>
                </a:lnTo>
              </a:path>
              <a:path w="7619" h="90804">
                <a:moveTo>
                  <a:pt x="7619" y="32003"/>
                </a:moveTo>
                <a:lnTo>
                  <a:pt x="0" y="32003"/>
                </a:lnTo>
                <a:lnTo>
                  <a:pt x="7619" y="32003"/>
                </a:lnTo>
              </a:path>
              <a:path w="7619" h="90804">
                <a:moveTo>
                  <a:pt x="0" y="33527"/>
                </a:moveTo>
                <a:lnTo>
                  <a:pt x="7619" y="33527"/>
                </a:lnTo>
              </a:path>
              <a:path w="7619" h="90804">
                <a:moveTo>
                  <a:pt x="0" y="37337"/>
                </a:moveTo>
                <a:lnTo>
                  <a:pt x="7619" y="37337"/>
                </a:lnTo>
              </a:path>
              <a:path w="7619" h="90804">
                <a:moveTo>
                  <a:pt x="0" y="38099"/>
                </a:moveTo>
                <a:lnTo>
                  <a:pt x="7619" y="38099"/>
                </a:lnTo>
              </a:path>
              <a:path w="7619" h="90804">
                <a:moveTo>
                  <a:pt x="0" y="41147"/>
                </a:moveTo>
                <a:lnTo>
                  <a:pt x="7619" y="41147"/>
                </a:lnTo>
              </a:path>
              <a:path w="7619" h="90804">
                <a:moveTo>
                  <a:pt x="0" y="57911"/>
                </a:moveTo>
                <a:lnTo>
                  <a:pt x="7619" y="57911"/>
                </a:lnTo>
              </a:path>
              <a:path w="7619" h="90804">
                <a:moveTo>
                  <a:pt x="0" y="84581"/>
                </a:moveTo>
                <a:lnTo>
                  <a:pt x="7619" y="84581"/>
                </a:lnTo>
              </a:path>
              <a:path w="7619" h="90804">
                <a:moveTo>
                  <a:pt x="0" y="85343"/>
                </a:moveTo>
                <a:lnTo>
                  <a:pt x="7619" y="85343"/>
                </a:lnTo>
              </a:path>
              <a:path w="7619" h="90804">
                <a:moveTo>
                  <a:pt x="0" y="81533"/>
                </a:moveTo>
                <a:lnTo>
                  <a:pt x="7619" y="81533"/>
                </a:lnTo>
              </a:path>
              <a:path w="7619" h="90804">
                <a:moveTo>
                  <a:pt x="0" y="46481"/>
                </a:moveTo>
                <a:lnTo>
                  <a:pt x="7619" y="46481"/>
                </a:lnTo>
              </a:path>
              <a:path w="7619" h="90804">
                <a:moveTo>
                  <a:pt x="0" y="39623"/>
                </a:moveTo>
                <a:lnTo>
                  <a:pt x="7619" y="39623"/>
                </a:lnTo>
              </a:path>
              <a:path w="7619" h="90804">
                <a:moveTo>
                  <a:pt x="0" y="44957"/>
                </a:moveTo>
                <a:lnTo>
                  <a:pt x="7619" y="44957"/>
                </a:lnTo>
              </a:path>
              <a:path w="7619" h="90804">
                <a:moveTo>
                  <a:pt x="0" y="84581"/>
                </a:moveTo>
                <a:lnTo>
                  <a:pt x="7619" y="84581"/>
                </a:lnTo>
              </a:path>
              <a:path w="7619" h="90804">
                <a:moveTo>
                  <a:pt x="0" y="52577"/>
                </a:moveTo>
                <a:lnTo>
                  <a:pt x="7619" y="52577"/>
                </a:lnTo>
              </a:path>
              <a:path w="7619" h="90804">
                <a:moveTo>
                  <a:pt x="0" y="38861"/>
                </a:moveTo>
                <a:lnTo>
                  <a:pt x="7619" y="38861"/>
                </a:lnTo>
              </a:path>
              <a:path w="7619" h="90804">
                <a:moveTo>
                  <a:pt x="0" y="31241"/>
                </a:moveTo>
                <a:lnTo>
                  <a:pt x="7619" y="31241"/>
                </a:lnTo>
              </a:path>
              <a:path w="7619" h="90804">
                <a:moveTo>
                  <a:pt x="0" y="30479"/>
                </a:moveTo>
                <a:lnTo>
                  <a:pt x="7619" y="30479"/>
                </a:lnTo>
              </a:path>
              <a:path w="7619" h="90804">
                <a:moveTo>
                  <a:pt x="0" y="32003"/>
                </a:moveTo>
                <a:lnTo>
                  <a:pt x="7619" y="32003"/>
                </a:lnTo>
              </a:path>
              <a:path w="7619" h="90804">
                <a:moveTo>
                  <a:pt x="0" y="41147"/>
                </a:moveTo>
                <a:lnTo>
                  <a:pt x="7619" y="41147"/>
                </a:lnTo>
              </a:path>
              <a:path w="7619" h="90804">
                <a:moveTo>
                  <a:pt x="0" y="7619"/>
                </a:moveTo>
                <a:lnTo>
                  <a:pt x="7619" y="7619"/>
                </a:lnTo>
              </a:path>
              <a:path w="7619" h="90804">
                <a:moveTo>
                  <a:pt x="0" y="2285"/>
                </a:moveTo>
                <a:lnTo>
                  <a:pt x="7619" y="2285"/>
                </a:lnTo>
              </a:path>
              <a:path w="7619" h="90804">
                <a:moveTo>
                  <a:pt x="0" y="12191"/>
                </a:moveTo>
                <a:lnTo>
                  <a:pt x="7619" y="12191"/>
                </a:lnTo>
              </a:path>
              <a:path w="7619" h="90804">
                <a:moveTo>
                  <a:pt x="0" y="14477"/>
                </a:moveTo>
                <a:lnTo>
                  <a:pt x="7619" y="14477"/>
                </a:lnTo>
              </a:path>
              <a:path w="7619" h="90804">
                <a:moveTo>
                  <a:pt x="0" y="0"/>
                </a:moveTo>
                <a:lnTo>
                  <a:pt x="7619" y="0"/>
                </a:lnTo>
              </a:path>
              <a:path w="7619" h="90804">
                <a:moveTo>
                  <a:pt x="0" y="28955"/>
                </a:moveTo>
                <a:lnTo>
                  <a:pt x="7619" y="28955"/>
                </a:lnTo>
              </a:path>
              <a:path w="7619" h="90804">
                <a:moveTo>
                  <a:pt x="0" y="28193"/>
                </a:moveTo>
                <a:lnTo>
                  <a:pt x="7619" y="28193"/>
                </a:lnTo>
              </a:path>
              <a:path w="7619" h="90804">
                <a:moveTo>
                  <a:pt x="0" y="28955"/>
                </a:moveTo>
                <a:lnTo>
                  <a:pt x="7619" y="28955"/>
                </a:lnTo>
              </a:path>
              <a:path w="7619" h="90804">
                <a:moveTo>
                  <a:pt x="0" y="32003"/>
                </a:moveTo>
                <a:lnTo>
                  <a:pt x="7619" y="32003"/>
                </a:lnTo>
              </a:path>
              <a:path w="7619" h="90804">
                <a:moveTo>
                  <a:pt x="0" y="33527"/>
                </a:moveTo>
                <a:lnTo>
                  <a:pt x="7619" y="33527"/>
                </a:lnTo>
              </a:path>
              <a:path w="7619" h="90804">
                <a:moveTo>
                  <a:pt x="0" y="37337"/>
                </a:moveTo>
                <a:lnTo>
                  <a:pt x="7619" y="37337"/>
                </a:lnTo>
              </a:path>
              <a:path w="7619" h="90804">
                <a:moveTo>
                  <a:pt x="0" y="38861"/>
                </a:moveTo>
                <a:lnTo>
                  <a:pt x="7619" y="38861"/>
                </a:lnTo>
              </a:path>
              <a:path w="7619" h="90804">
                <a:moveTo>
                  <a:pt x="0" y="57149"/>
                </a:moveTo>
                <a:lnTo>
                  <a:pt x="7619" y="57149"/>
                </a:lnTo>
              </a:path>
              <a:path w="7619" h="90804">
                <a:moveTo>
                  <a:pt x="0" y="79247"/>
                </a:moveTo>
                <a:lnTo>
                  <a:pt x="7619" y="79247"/>
                </a:lnTo>
              </a:path>
              <a:path w="7619" h="90804">
                <a:moveTo>
                  <a:pt x="0" y="85343"/>
                </a:moveTo>
                <a:lnTo>
                  <a:pt x="7619" y="85343"/>
                </a:lnTo>
              </a:path>
              <a:path w="7619" h="90804">
                <a:moveTo>
                  <a:pt x="0" y="86105"/>
                </a:moveTo>
                <a:lnTo>
                  <a:pt x="7619" y="86105"/>
                </a:lnTo>
              </a:path>
              <a:path w="7619" h="90804">
                <a:moveTo>
                  <a:pt x="0" y="86867"/>
                </a:moveTo>
                <a:lnTo>
                  <a:pt x="7619" y="86867"/>
                </a:lnTo>
              </a:path>
              <a:path w="7619" h="90804">
                <a:moveTo>
                  <a:pt x="0" y="85343"/>
                </a:moveTo>
                <a:lnTo>
                  <a:pt x="7619" y="85343"/>
                </a:lnTo>
              </a:path>
              <a:path w="7619" h="90804">
                <a:moveTo>
                  <a:pt x="0" y="83057"/>
                </a:moveTo>
                <a:lnTo>
                  <a:pt x="7619" y="83057"/>
                </a:lnTo>
              </a:path>
              <a:path w="7619" h="90804">
                <a:moveTo>
                  <a:pt x="0" y="49529"/>
                </a:moveTo>
                <a:lnTo>
                  <a:pt x="7619" y="49529"/>
                </a:lnTo>
              </a:path>
              <a:path w="7619" h="90804">
                <a:moveTo>
                  <a:pt x="0" y="42671"/>
                </a:moveTo>
                <a:lnTo>
                  <a:pt x="7619" y="42671"/>
                </a:lnTo>
              </a:path>
              <a:path w="7619" h="90804">
                <a:moveTo>
                  <a:pt x="0" y="39623"/>
                </a:moveTo>
                <a:lnTo>
                  <a:pt x="7619" y="39623"/>
                </a:lnTo>
              </a:path>
              <a:path w="7619" h="90804">
                <a:moveTo>
                  <a:pt x="0" y="41147"/>
                </a:moveTo>
                <a:lnTo>
                  <a:pt x="7619" y="41147"/>
                </a:lnTo>
              </a:path>
              <a:path w="7619" h="90804">
                <a:moveTo>
                  <a:pt x="0" y="45719"/>
                </a:moveTo>
                <a:lnTo>
                  <a:pt x="7619" y="45719"/>
                </a:lnTo>
              </a:path>
              <a:path w="7619" h="90804">
                <a:moveTo>
                  <a:pt x="0" y="31241"/>
                </a:moveTo>
                <a:lnTo>
                  <a:pt x="7619" y="31241"/>
                </a:lnTo>
              </a:path>
              <a:path w="7619" h="90804">
                <a:moveTo>
                  <a:pt x="0" y="30479"/>
                </a:moveTo>
                <a:lnTo>
                  <a:pt x="7619" y="30479"/>
                </a:lnTo>
              </a:path>
              <a:path w="7619" h="90804">
                <a:moveTo>
                  <a:pt x="0" y="29717"/>
                </a:moveTo>
                <a:lnTo>
                  <a:pt x="7619" y="29717"/>
                </a:lnTo>
              </a:path>
              <a:path w="7619" h="90804">
                <a:moveTo>
                  <a:pt x="0" y="30479"/>
                </a:moveTo>
                <a:lnTo>
                  <a:pt x="7619" y="30479"/>
                </a:lnTo>
              </a:path>
              <a:path w="7619" h="90804">
                <a:moveTo>
                  <a:pt x="0" y="43433"/>
                </a:moveTo>
                <a:lnTo>
                  <a:pt x="7619" y="4343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619755" y="3960876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5">
                <a:moveTo>
                  <a:pt x="0" y="207263"/>
                </a:moveTo>
                <a:lnTo>
                  <a:pt x="0" y="207263"/>
                </a:lnTo>
                <a:lnTo>
                  <a:pt x="0" y="128777"/>
                </a:lnTo>
                <a:lnTo>
                  <a:pt x="0" y="124967"/>
                </a:lnTo>
              </a:path>
              <a:path h="207645">
                <a:moveTo>
                  <a:pt x="0" y="82295"/>
                </a:moveTo>
                <a:lnTo>
                  <a:pt x="0" y="82295"/>
                </a:lnTo>
                <a:lnTo>
                  <a:pt x="0" y="152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619755" y="5501640"/>
            <a:ext cx="0" cy="207010"/>
          </a:xfrm>
          <a:custGeom>
            <a:avLst/>
            <a:gdLst/>
            <a:ahLst/>
            <a:cxnLst/>
            <a:rect l="l" t="t" r="r" b="b"/>
            <a:pathLst>
              <a:path h="207010">
                <a:moveTo>
                  <a:pt x="0" y="206501"/>
                </a:moveTo>
                <a:lnTo>
                  <a:pt x="0" y="206501"/>
                </a:lnTo>
                <a:lnTo>
                  <a:pt x="0" y="128777"/>
                </a:lnTo>
                <a:lnTo>
                  <a:pt x="0" y="124967"/>
                </a:lnTo>
              </a:path>
              <a:path h="207010">
                <a:moveTo>
                  <a:pt x="0" y="82295"/>
                </a:moveTo>
                <a:lnTo>
                  <a:pt x="0" y="82295"/>
                </a:lnTo>
                <a:lnTo>
                  <a:pt x="0" y="152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1" name="object 61"/>
          <p:cNvGrpSpPr/>
          <p:nvPr/>
        </p:nvGrpSpPr>
        <p:grpSpPr>
          <a:xfrm>
            <a:off x="2398013" y="3941064"/>
            <a:ext cx="357505" cy="1847850"/>
            <a:chOff x="2398013" y="3941064"/>
            <a:chExt cx="357505" cy="1847850"/>
          </a:xfrm>
        </p:grpSpPr>
        <p:sp>
          <p:nvSpPr>
            <p:cNvPr id="62" name="object 62"/>
            <p:cNvSpPr/>
            <p:nvPr/>
          </p:nvSpPr>
          <p:spPr>
            <a:xfrm>
              <a:off x="2407157" y="3950208"/>
              <a:ext cx="339090" cy="1830070"/>
            </a:xfrm>
            <a:custGeom>
              <a:avLst/>
              <a:gdLst/>
              <a:ahLst/>
              <a:cxnLst/>
              <a:rect l="l" t="t" r="r" b="b"/>
              <a:pathLst>
                <a:path w="339089" h="1830070">
                  <a:moveTo>
                    <a:pt x="0" y="0"/>
                  </a:moveTo>
                  <a:lnTo>
                    <a:pt x="339089" y="0"/>
                  </a:lnTo>
                </a:path>
                <a:path w="339089" h="1830070">
                  <a:moveTo>
                    <a:pt x="0" y="0"/>
                  </a:moveTo>
                  <a:lnTo>
                    <a:pt x="0" y="1829561"/>
                  </a:lnTo>
                  <a:lnTo>
                    <a:pt x="339089" y="1829561"/>
                  </a:lnTo>
                  <a:lnTo>
                    <a:pt x="33908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407157" y="3960876"/>
              <a:ext cx="346710" cy="1747520"/>
            </a:xfrm>
            <a:custGeom>
              <a:avLst/>
              <a:gdLst/>
              <a:ahLst/>
              <a:cxnLst/>
              <a:rect l="l" t="t" r="r" b="b"/>
              <a:pathLst>
                <a:path w="346710" h="1747520">
                  <a:moveTo>
                    <a:pt x="339089" y="779525"/>
                  </a:moveTo>
                  <a:lnTo>
                    <a:pt x="346709" y="779525"/>
                  </a:lnTo>
                </a:path>
                <a:path w="346710" h="1747520">
                  <a:moveTo>
                    <a:pt x="346709" y="787907"/>
                  </a:moveTo>
                  <a:lnTo>
                    <a:pt x="339089" y="787907"/>
                  </a:lnTo>
                  <a:lnTo>
                    <a:pt x="346709" y="787907"/>
                  </a:lnTo>
                </a:path>
                <a:path w="346710" h="1747520">
                  <a:moveTo>
                    <a:pt x="346709" y="733805"/>
                  </a:moveTo>
                  <a:lnTo>
                    <a:pt x="339089" y="733805"/>
                  </a:lnTo>
                  <a:lnTo>
                    <a:pt x="346709" y="733805"/>
                  </a:lnTo>
                  <a:lnTo>
                    <a:pt x="339089" y="733805"/>
                  </a:lnTo>
                </a:path>
                <a:path w="346710" h="1747520">
                  <a:moveTo>
                    <a:pt x="339089" y="699515"/>
                  </a:moveTo>
                  <a:lnTo>
                    <a:pt x="346709" y="699515"/>
                  </a:lnTo>
                </a:path>
                <a:path w="346710" h="1747520">
                  <a:moveTo>
                    <a:pt x="346709" y="783335"/>
                  </a:moveTo>
                  <a:lnTo>
                    <a:pt x="339089" y="783335"/>
                  </a:lnTo>
                  <a:lnTo>
                    <a:pt x="346709" y="783335"/>
                  </a:lnTo>
                </a:path>
                <a:path w="346710" h="1747520">
                  <a:moveTo>
                    <a:pt x="339089" y="896873"/>
                  </a:moveTo>
                  <a:lnTo>
                    <a:pt x="346709" y="896873"/>
                  </a:lnTo>
                </a:path>
                <a:path w="346710" h="1747520">
                  <a:moveTo>
                    <a:pt x="339089" y="946403"/>
                  </a:moveTo>
                  <a:lnTo>
                    <a:pt x="346709" y="946403"/>
                  </a:lnTo>
                </a:path>
                <a:path w="346710" h="1747520">
                  <a:moveTo>
                    <a:pt x="346709" y="981455"/>
                  </a:moveTo>
                  <a:lnTo>
                    <a:pt x="339089" y="981455"/>
                  </a:lnTo>
                  <a:lnTo>
                    <a:pt x="346709" y="981455"/>
                  </a:lnTo>
                </a:path>
                <a:path w="346710" h="1747520">
                  <a:moveTo>
                    <a:pt x="339089" y="1059941"/>
                  </a:moveTo>
                  <a:lnTo>
                    <a:pt x="346709" y="1059941"/>
                  </a:lnTo>
                </a:path>
                <a:path w="346710" h="1747520">
                  <a:moveTo>
                    <a:pt x="339089" y="1108709"/>
                  </a:moveTo>
                  <a:lnTo>
                    <a:pt x="346709" y="1108709"/>
                  </a:lnTo>
                </a:path>
                <a:path w="346710" h="1747520">
                  <a:moveTo>
                    <a:pt x="339089" y="1089659"/>
                  </a:moveTo>
                  <a:lnTo>
                    <a:pt x="346709" y="1089659"/>
                  </a:lnTo>
                </a:path>
                <a:path w="346710" h="1747520">
                  <a:moveTo>
                    <a:pt x="339089" y="1059941"/>
                  </a:moveTo>
                  <a:lnTo>
                    <a:pt x="346709" y="1059941"/>
                  </a:lnTo>
                </a:path>
                <a:path w="346710" h="1747520">
                  <a:moveTo>
                    <a:pt x="339089" y="1109471"/>
                  </a:moveTo>
                  <a:lnTo>
                    <a:pt x="346709" y="1109471"/>
                  </a:lnTo>
                </a:path>
                <a:path w="346710" h="1747520">
                  <a:moveTo>
                    <a:pt x="346709" y="896873"/>
                  </a:moveTo>
                  <a:lnTo>
                    <a:pt x="339089" y="896873"/>
                  </a:lnTo>
                  <a:lnTo>
                    <a:pt x="346709" y="896873"/>
                  </a:lnTo>
                  <a:lnTo>
                    <a:pt x="339089" y="896873"/>
                  </a:lnTo>
                </a:path>
                <a:path w="346710" h="1747520">
                  <a:moveTo>
                    <a:pt x="339089" y="906779"/>
                  </a:moveTo>
                  <a:lnTo>
                    <a:pt x="346709" y="906779"/>
                  </a:lnTo>
                </a:path>
                <a:path w="346710" h="1747520">
                  <a:moveTo>
                    <a:pt x="339089" y="863345"/>
                  </a:moveTo>
                  <a:lnTo>
                    <a:pt x="346709" y="863345"/>
                  </a:lnTo>
                </a:path>
                <a:path w="346710" h="1747520">
                  <a:moveTo>
                    <a:pt x="346709" y="946403"/>
                  </a:moveTo>
                  <a:lnTo>
                    <a:pt x="339089" y="946403"/>
                  </a:lnTo>
                  <a:lnTo>
                    <a:pt x="346709" y="946403"/>
                  </a:lnTo>
                </a:path>
                <a:path w="346710" h="1747520">
                  <a:moveTo>
                    <a:pt x="339089" y="733805"/>
                  </a:moveTo>
                  <a:lnTo>
                    <a:pt x="346709" y="733805"/>
                  </a:lnTo>
                </a:path>
                <a:path w="346710" h="1747520">
                  <a:moveTo>
                    <a:pt x="339089" y="783335"/>
                  </a:moveTo>
                  <a:lnTo>
                    <a:pt x="346709" y="783335"/>
                  </a:lnTo>
                </a:path>
                <a:path w="346710" h="1747520">
                  <a:moveTo>
                    <a:pt x="339089" y="733805"/>
                  </a:moveTo>
                  <a:lnTo>
                    <a:pt x="346709" y="733805"/>
                  </a:lnTo>
                </a:path>
                <a:path w="346710" h="1747520">
                  <a:moveTo>
                    <a:pt x="339089" y="207263"/>
                  </a:moveTo>
                  <a:lnTo>
                    <a:pt x="212597" y="207263"/>
                  </a:lnTo>
                </a:path>
                <a:path w="346710" h="1747520">
                  <a:moveTo>
                    <a:pt x="339089" y="0"/>
                  </a:moveTo>
                  <a:lnTo>
                    <a:pt x="212597" y="0"/>
                  </a:lnTo>
                </a:path>
                <a:path w="346710" h="1747520">
                  <a:moveTo>
                    <a:pt x="212597" y="163067"/>
                  </a:moveTo>
                  <a:lnTo>
                    <a:pt x="128015" y="163067"/>
                  </a:lnTo>
                </a:path>
                <a:path w="346710" h="1747520">
                  <a:moveTo>
                    <a:pt x="84581" y="163067"/>
                  </a:moveTo>
                  <a:lnTo>
                    <a:pt x="0" y="163067"/>
                  </a:lnTo>
                </a:path>
                <a:path w="346710" h="1747520">
                  <a:moveTo>
                    <a:pt x="212597" y="44195"/>
                  </a:moveTo>
                  <a:lnTo>
                    <a:pt x="128015" y="44195"/>
                  </a:lnTo>
                </a:path>
                <a:path w="346710" h="1747520">
                  <a:moveTo>
                    <a:pt x="84581" y="44195"/>
                  </a:moveTo>
                  <a:lnTo>
                    <a:pt x="0" y="44195"/>
                  </a:lnTo>
                </a:path>
                <a:path w="346710" h="1747520">
                  <a:moveTo>
                    <a:pt x="339089" y="1747265"/>
                  </a:moveTo>
                  <a:lnTo>
                    <a:pt x="212597" y="1747265"/>
                  </a:lnTo>
                </a:path>
                <a:path w="346710" h="1747520">
                  <a:moveTo>
                    <a:pt x="339089" y="1540763"/>
                  </a:moveTo>
                  <a:lnTo>
                    <a:pt x="212597" y="1540763"/>
                  </a:lnTo>
                </a:path>
                <a:path w="346710" h="1747520">
                  <a:moveTo>
                    <a:pt x="212597" y="1703831"/>
                  </a:moveTo>
                  <a:lnTo>
                    <a:pt x="128015" y="1703831"/>
                  </a:lnTo>
                </a:path>
                <a:path w="346710" h="1747520">
                  <a:moveTo>
                    <a:pt x="84581" y="1703831"/>
                  </a:moveTo>
                  <a:lnTo>
                    <a:pt x="0" y="1703831"/>
                  </a:lnTo>
                </a:path>
                <a:path w="346710" h="1747520">
                  <a:moveTo>
                    <a:pt x="212597" y="1584959"/>
                  </a:moveTo>
                  <a:lnTo>
                    <a:pt x="128015" y="1584959"/>
                  </a:lnTo>
                </a:path>
                <a:path w="346710" h="1747520">
                  <a:moveTo>
                    <a:pt x="84581" y="1584959"/>
                  </a:moveTo>
                  <a:lnTo>
                    <a:pt x="0" y="158495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2737103" y="2230374"/>
            <a:ext cx="26034" cy="245745"/>
            <a:chOff x="2737103" y="2230374"/>
            <a:chExt cx="26034" cy="245745"/>
          </a:xfrm>
        </p:grpSpPr>
        <p:sp>
          <p:nvSpPr>
            <p:cNvPr id="65" name="object 65"/>
            <p:cNvSpPr/>
            <p:nvPr/>
          </p:nvSpPr>
          <p:spPr>
            <a:xfrm>
              <a:off x="2753867" y="2404110"/>
              <a:ext cx="0" cy="62865"/>
            </a:xfrm>
            <a:custGeom>
              <a:avLst/>
              <a:gdLst/>
              <a:ahLst/>
              <a:cxnLst/>
              <a:rect l="l" t="t" r="r" b="b"/>
              <a:pathLst>
                <a:path h="62864">
                  <a:moveTo>
                    <a:pt x="0" y="62483"/>
                  </a:moveTo>
                  <a:lnTo>
                    <a:pt x="0" y="62483"/>
                  </a:lnTo>
                  <a:lnTo>
                    <a:pt x="0" y="761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746247" y="2414778"/>
              <a:ext cx="7620" cy="44450"/>
            </a:xfrm>
            <a:custGeom>
              <a:avLst/>
              <a:gdLst/>
              <a:ahLst/>
              <a:cxnLst/>
              <a:rect l="l" t="t" r="r" b="b"/>
              <a:pathLst>
                <a:path w="7619" h="44450">
                  <a:moveTo>
                    <a:pt x="0" y="22859"/>
                  </a:moveTo>
                  <a:lnTo>
                    <a:pt x="7619" y="22859"/>
                  </a:lnTo>
                </a:path>
                <a:path w="7619" h="44450">
                  <a:moveTo>
                    <a:pt x="0" y="44195"/>
                  </a:moveTo>
                  <a:lnTo>
                    <a:pt x="7619" y="44195"/>
                  </a:lnTo>
                </a:path>
                <a:path w="7619" h="4445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746247" y="2404110"/>
              <a:ext cx="7620" cy="62865"/>
            </a:xfrm>
            <a:custGeom>
              <a:avLst/>
              <a:gdLst/>
              <a:ahLst/>
              <a:cxnLst/>
              <a:rect l="l" t="t" r="r" b="b"/>
              <a:pathLst>
                <a:path w="7619" h="62864">
                  <a:moveTo>
                    <a:pt x="0" y="0"/>
                  </a:moveTo>
                  <a:lnTo>
                    <a:pt x="7619" y="0"/>
                  </a:lnTo>
                </a:path>
                <a:path w="7619" h="62864">
                  <a:moveTo>
                    <a:pt x="0" y="8381"/>
                  </a:moveTo>
                  <a:lnTo>
                    <a:pt x="7619" y="8381"/>
                  </a:lnTo>
                </a:path>
                <a:path w="7619" h="62864">
                  <a:moveTo>
                    <a:pt x="0" y="30479"/>
                  </a:moveTo>
                  <a:lnTo>
                    <a:pt x="7619" y="30479"/>
                  </a:lnTo>
                </a:path>
                <a:path w="7619" h="62864">
                  <a:moveTo>
                    <a:pt x="0" y="47243"/>
                  </a:moveTo>
                  <a:lnTo>
                    <a:pt x="7619" y="47243"/>
                  </a:lnTo>
                </a:path>
                <a:path w="7619" h="62864">
                  <a:moveTo>
                    <a:pt x="0" y="58673"/>
                  </a:moveTo>
                  <a:lnTo>
                    <a:pt x="7619" y="58673"/>
                  </a:lnTo>
                </a:path>
                <a:path w="7619" h="62864">
                  <a:moveTo>
                    <a:pt x="0" y="62483"/>
                  </a:moveTo>
                  <a:lnTo>
                    <a:pt x="7619" y="6248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746247" y="2416302"/>
              <a:ext cx="7620" cy="38100"/>
            </a:xfrm>
            <a:custGeom>
              <a:avLst/>
              <a:gdLst/>
              <a:ahLst/>
              <a:cxnLst/>
              <a:rect l="l" t="t" r="r" b="b"/>
              <a:pathLst>
                <a:path w="7619" h="38100">
                  <a:moveTo>
                    <a:pt x="0" y="29717"/>
                  </a:moveTo>
                  <a:lnTo>
                    <a:pt x="7619" y="29717"/>
                  </a:lnTo>
                </a:path>
                <a:path w="7619" h="38100">
                  <a:moveTo>
                    <a:pt x="0" y="35813"/>
                  </a:moveTo>
                  <a:lnTo>
                    <a:pt x="7619" y="35813"/>
                  </a:lnTo>
                </a:path>
                <a:path w="7619" h="38100">
                  <a:moveTo>
                    <a:pt x="0" y="20573"/>
                  </a:moveTo>
                  <a:lnTo>
                    <a:pt x="7619" y="20573"/>
                  </a:lnTo>
                </a:path>
                <a:path w="7619" h="38100">
                  <a:moveTo>
                    <a:pt x="0" y="9905"/>
                  </a:moveTo>
                  <a:lnTo>
                    <a:pt x="7619" y="9905"/>
                  </a:lnTo>
                </a:path>
                <a:path w="7619" h="38100">
                  <a:moveTo>
                    <a:pt x="0" y="3047"/>
                  </a:moveTo>
                  <a:lnTo>
                    <a:pt x="7619" y="3047"/>
                  </a:lnTo>
                </a:path>
                <a:path w="7619" h="38100">
                  <a:moveTo>
                    <a:pt x="0" y="0"/>
                  </a:moveTo>
                  <a:lnTo>
                    <a:pt x="7619" y="0"/>
                  </a:lnTo>
                </a:path>
                <a:path w="7619" h="38100">
                  <a:moveTo>
                    <a:pt x="0" y="4571"/>
                  </a:moveTo>
                  <a:lnTo>
                    <a:pt x="7619" y="4571"/>
                  </a:lnTo>
                </a:path>
                <a:path w="7619" h="38100">
                  <a:moveTo>
                    <a:pt x="0" y="17525"/>
                  </a:moveTo>
                  <a:lnTo>
                    <a:pt x="7619" y="17525"/>
                  </a:lnTo>
                </a:path>
                <a:path w="7619" h="38100">
                  <a:moveTo>
                    <a:pt x="0" y="32765"/>
                  </a:moveTo>
                  <a:lnTo>
                    <a:pt x="7619" y="32765"/>
                  </a:lnTo>
                </a:path>
                <a:path w="7619" h="38100">
                  <a:moveTo>
                    <a:pt x="0" y="38099"/>
                  </a:moveTo>
                  <a:lnTo>
                    <a:pt x="7619" y="3809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746247" y="2275332"/>
              <a:ext cx="7620" cy="67310"/>
            </a:xfrm>
            <a:custGeom>
              <a:avLst/>
              <a:gdLst/>
              <a:ahLst/>
              <a:cxnLst/>
              <a:rect l="l" t="t" r="r" b="b"/>
              <a:pathLst>
                <a:path w="7619" h="67310">
                  <a:moveTo>
                    <a:pt x="7619" y="67055"/>
                  </a:moveTo>
                  <a:lnTo>
                    <a:pt x="7619" y="67055"/>
                  </a:lnTo>
                  <a:lnTo>
                    <a:pt x="7619" y="0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746247" y="227838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746247" y="2276094"/>
              <a:ext cx="7620" cy="63500"/>
            </a:xfrm>
            <a:custGeom>
              <a:avLst/>
              <a:gdLst/>
              <a:ahLst/>
              <a:cxnLst/>
              <a:rect l="l" t="t" r="r" b="b"/>
              <a:pathLst>
                <a:path w="7619" h="63500">
                  <a:moveTo>
                    <a:pt x="0" y="0"/>
                  </a:moveTo>
                  <a:lnTo>
                    <a:pt x="7619" y="0"/>
                  </a:lnTo>
                </a:path>
                <a:path w="7619" h="63500">
                  <a:moveTo>
                    <a:pt x="0" y="18287"/>
                  </a:moveTo>
                  <a:lnTo>
                    <a:pt x="7619" y="18287"/>
                  </a:lnTo>
                </a:path>
                <a:path w="7619" h="63500">
                  <a:moveTo>
                    <a:pt x="0" y="25907"/>
                  </a:moveTo>
                  <a:lnTo>
                    <a:pt x="7619" y="25907"/>
                  </a:lnTo>
                </a:path>
                <a:path w="7619" h="63500">
                  <a:moveTo>
                    <a:pt x="0" y="34289"/>
                  </a:moveTo>
                  <a:lnTo>
                    <a:pt x="7619" y="34289"/>
                  </a:lnTo>
                </a:path>
                <a:path w="7619" h="63500">
                  <a:moveTo>
                    <a:pt x="0" y="50291"/>
                  </a:moveTo>
                  <a:lnTo>
                    <a:pt x="7619" y="50291"/>
                  </a:lnTo>
                </a:path>
                <a:path w="7619" h="63500">
                  <a:moveTo>
                    <a:pt x="0" y="60197"/>
                  </a:moveTo>
                  <a:lnTo>
                    <a:pt x="7619" y="60197"/>
                  </a:lnTo>
                </a:path>
                <a:path w="7619" h="63500">
                  <a:moveTo>
                    <a:pt x="0" y="63245"/>
                  </a:moveTo>
                  <a:lnTo>
                    <a:pt x="7619" y="6324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746247" y="2324100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19" h="14605">
                  <a:moveTo>
                    <a:pt x="0" y="10667"/>
                  </a:moveTo>
                  <a:lnTo>
                    <a:pt x="7619" y="10667"/>
                  </a:lnTo>
                </a:path>
                <a:path w="7619" h="14605">
                  <a:moveTo>
                    <a:pt x="0" y="0"/>
                  </a:moveTo>
                  <a:lnTo>
                    <a:pt x="7619" y="0"/>
                  </a:lnTo>
                </a:path>
                <a:path w="7619" h="14605">
                  <a:moveTo>
                    <a:pt x="0" y="6095"/>
                  </a:moveTo>
                  <a:lnTo>
                    <a:pt x="7619" y="6095"/>
                  </a:lnTo>
                </a:path>
                <a:path w="7619" h="14605">
                  <a:moveTo>
                    <a:pt x="0" y="9905"/>
                  </a:moveTo>
                  <a:lnTo>
                    <a:pt x="7619" y="9905"/>
                  </a:lnTo>
                </a:path>
                <a:path w="7619" h="14605">
                  <a:moveTo>
                    <a:pt x="0" y="11429"/>
                  </a:moveTo>
                  <a:lnTo>
                    <a:pt x="7619" y="11429"/>
                  </a:lnTo>
                </a:path>
                <a:path w="7619" h="14605">
                  <a:moveTo>
                    <a:pt x="0" y="9905"/>
                  </a:moveTo>
                  <a:lnTo>
                    <a:pt x="7619" y="9905"/>
                  </a:lnTo>
                </a:path>
                <a:path w="7619" h="14605">
                  <a:moveTo>
                    <a:pt x="0" y="3047"/>
                  </a:moveTo>
                  <a:lnTo>
                    <a:pt x="7619" y="3047"/>
                  </a:lnTo>
                </a:path>
                <a:path w="7619" h="14605">
                  <a:moveTo>
                    <a:pt x="0" y="14477"/>
                  </a:moveTo>
                  <a:lnTo>
                    <a:pt x="7619" y="1447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746247" y="2342388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746247" y="2279142"/>
              <a:ext cx="7620" cy="56515"/>
            </a:xfrm>
            <a:custGeom>
              <a:avLst/>
              <a:gdLst/>
              <a:ahLst/>
              <a:cxnLst/>
              <a:rect l="l" t="t" r="r" b="b"/>
              <a:pathLst>
                <a:path w="7619" h="56514">
                  <a:moveTo>
                    <a:pt x="0" y="56387"/>
                  </a:moveTo>
                  <a:lnTo>
                    <a:pt x="7619" y="56387"/>
                  </a:lnTo>
                </a:path>
                <a:path w="7619" h="56514">
                  <a:moveTo>
                    <a:pt x="0" y="35813"/>
                  </a:moveTo>
                  <a:lnTo>
                    <a:pt x="7619" y="35813"/>
                  </a:lnTo>
                </a:path>
                <a:path w="7619" h="56514">
                  <a:moveTo>
                    <a:pt x="0" y="16763"/>
                  </a:moveTo>
                  <a:lnTo>
                    <a:pt x="7619" y="16763"/>
                  </a:lnTo>
                </a:path>
                <a:path w="7619" h="56514">
                  <a:moveTo>
                    <a:pt x="0" y="3809"/>
                  </a:moveTo>
                  <a:lnTo>
                    <a:pt x="7619" y="3809"/>
                  </a:lnTo>
                </a:path>
                <a:path w="7619" h="56514">
                  <a:moveTo>
                    <a:pt x="0" y="0"/>
                  </a:moveTo>
                  <a:lnTo>
                    <a:pt x="7619" y="0"/>
                  </a:lnTo>
                </a:path>
                <a:path w="7619" h="56514">
                  <a:moveTo>
                    <a:pt x="0" y="1523"/>
                  </a:moveTo>
                  <a:lnTo>
                    <a:pt x="7619" y="1523"/>
                  </a:lnTo>
                </a:path>
                <a:path w="7619" h="56514">
                  <a:moveTo>
                    <a:pt x="0" y="6095"/>
                  </a:moveTo>
                  <a:lnTo>
                    <a:pt x="7619" y="6095"/>
                  </a:lnTo>
                </a:path>
                <a:path w="7619" h="56514">
                  <a:moveTo>
                    <a:pt x="0" y="13715"/>
                  </a:moveTo>
                  <a:lnTo>
                    <a:pt x="7619" y="13715"/>
                  </a:lnTo>
                </a:path>
                <a:path w="7619" h="56514">
                  <a:moveTo>
                    <a:pt x="0" y="44195"/>
                  </a:moveTo>
                  <a:lnTo>
                    <a:pt x="7619" y="44195"/>
                  </a:lnTo>
                </a:path>
                <a:path w="7619" h="56514">
                  <a:moveTo>
                    <a:pt x="0" y="46481"/>
                  </a:moveTo>
                  <a:lnTo>
                    <a:pt x="7619" y="46481"/>
                  </a:lnTo>
                </a:path>
                <a:path w="7619" h="56514">
                  <a:moveTo>
                    <a:pt x="0" y="45719"/>
                  </a:moveTo>
                  <a:lnTo>
                    <a:pt x="7619" y="45719"/>
                  </a:lnTo>
                </a:path>
                <a:path w="7619" h="56514">
                  <a:moveTo>
                    <a:pt x="0" y="40385"/>
                  </a:moveTo>
                  <a:lnTo>
                    <a:pt x="7619" y="40385"/>
                  </a:lnTo>
                </a:path>
                <a:path w="7619" h="56514">
                  <a:moveTo>
                    <a:pt x="0" y="37337"/>
                  </a:moveTo>
                  <a:lnTo>
                    <a:pt x="7619" y="37337"/>
                  </a:lnTo>
                </a:path>
                <a:path w="7619" h="56514">
                  <a:moveTo>
                    <a:pt x="0" y="22859"/>
                  </a:moveTo>
                  <a:lnTo>
                    <a:pt x="7619" y="22859"/>
                  </a:lnTo>
                </a:path>
                <a:path w="7619" h="56514">
                  <a:moveTo>
                    <a:pt x="0" y="12953"/>
                  </a:moveTo>
                  <a:lnTo>
                    <a:pt x="7619" y="12953"/>
                  </a:lnTo>
                </a:path>
                <a:path w="7619" h="56514">
                  <a:moveTo>
                    <a:pt x="0" y="9905"/>
                  </a:moveTo>
                  <a:lnTo>
                    <a:pt x="7619" y="9905"/>
                  </a:lnTo>
                </a:path>
                <a:path w="7619" h="56514">
                  <a:moveTo>
                    <a:pt x="0" y="11429"/>
                  </a:moveTo>
                  <a:lnTo>
                    <a:pt x="7619" y="11429"/>
                  </a:lnTo>
                </a:path>
                <a:path w="7619" h="56514">
                  <a:moveTo>
                    <a:pt x="0" y="16763"/>
                  </a:moveTo>
                  <a:lnTo>
                    <a:pt x="7619" y="16763"/>
                  </a:lnTo>
                </a:path>
                <a:path w="7619" h="56514">
                  <a:moveTo>
                    <a:pt x="0" y="12191"/>
                  </a:moveTo>
                  <a:lnTo>
                    <a:pt x="7619" y="12191"/>
                  </a:lnTo>
                </a:path>
                <a:path w="7619" h="56514">
                  <a:moveTo>
                    <a:pt x="0" y="9905"/>
                  </a:moveTo>
                  <a:lnTo>
                    <a:pt x="7619" y="9905"/>
                  </a:lnTo>
                </a:path>
                <a:path w="7619" h="56514">
                  <a:moveTo>
                    <a:pt x="0" y="12953"/>
                  </a:moveTo>
                  <a:lnTo>
                    <a:pt x="7619" y="12953"/>
                  </a:lnTo>
                </a:path>
                <a:path w="7619" h="56514">
                  <a:moveTo>
                    <a:pt x="0" y="21335"/>
                  </a:moveTo>
                  <a:lnTo>
                    <a:pt x="7619" y="21335"/>
                  </a:lnTo>
                </a:path>
                <a:path w="7619" h="56514">
                  <a:moveTo>
                    <a:pt x="0" y="33527"/>
                  </a:moveTo>
                  <a:lnTo>
                    <a:pt x="7619" y="33527"/>
                  </a:lnTo>
                </a:path>
                <a:path w="7619" h="56514">
                  <a:moveTo>
                    <a:pt x="0" y="48005"/>
                  </a:moveTo>
                  <a:lnTo>
                    <a:pt x="7619" y="48005"/>
                  </a:lnTo>
                </a:path>
                <a:path w="7619" h="56514">
                  <a:moveTo>
                    <a:pt x="0" y="53339"/>
                  </a:moveTo>
                  <a:lnTo>
                    <a:pt x="7619" y="53339"/>
                  </a:lnTo>
                </a:path>
                <a:path w="7619" h="56514">
                  <a:moveTo>
                    <a:pt x="0" y="51053"/>
                  </a:moveTo>
                  <a:lnTo>
                    <a:pt x="7619" y="51053"/>
                  </a:lnTo>
                </a:path>
                <a:path w="7619" h="56514">
                  <a:moveTo>
                    <a:pt x="0" y="44957"/>
                  </a:moveTo>
                  <a:lnTo>
                    <a:pt x="7619" y="44957"/>
                  </a:lnTo>
                </a:path>
                <a:path w="7619" h="56514">
                  <a:moveTo>
                    <a:pt x="0" y="35051"/>
                  </a:moveTo>
                  <a:lnTo>
                    <a:pt x="7619" y="35051"/>
                  </a:lnTo>
                </a:path>
                <a:path w="7619" h="56514">
                  <a:moveTo>
                    <a:pt x="0" y="25145"/>
                  </a:moveTo>
                  <a:lnTo>
                    <a:pt x="7619" y="25145"/>
                  </a:lnTo>
                </a:path>
                <a:path w="7619" h="56514">
                  <a:moveTo>
                    <a:pt x="0" y="44957"/>
                  </a:moveTo>
                  <a:lnTo>
                    <a:pt x="7619" y="44957"/>
                  </a:lnTo>
                </a:path>
                <a:path w="7619" h="56514">
                  <a:moveTo>
                    <a:pt x="0" y="48767"/>
                  </a:moveTo>
                  <a:lnTo>
                    <a:pt x="7619" y="48767"/>
                  </a:lnTo>
                </a:path>
                <a:path w="7619" h="56514">
                  <a:moveTo>
                    <a:pt x="0" y="45719"/>
                  </a:moveTo>
                  <a:lnTo>
                    <a:pt x="7619" y="45719"/>
                  </a:lnTo>
                </a:path>
                <a:path w="7619" h="56514">
                  <a:moveTo>
                    <a:pt x="0" y="35813"/>
                  </a:moveTo>
                  <a:lnTo>
                    <a:pt x="7619" y="35813"/>
                  </a:lnTo>
                </a:path>
                <a:path w="7619" h="56514">
                  <a:moveTo>
                    <a:pt x="0" y="25145"/>
                  </a:moveTo>
                  <a:lnTo>
                    <a:pt x="7619" y="25145"/>
                  </a:lnTo>
                </a:path>
                <a:path w="7619" h="56514">
                  <a:moveTo>
                    <a:pt x="0" y="21335"/>
                  </a:moveTo>
                  <a:lnTo>
                    <a:pt x="7619" y="2133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746247" y="2239518"/>
              <a:ext cx="7620" cy="32384"/>
            </a:xfrm>
            <a:custGeom>
              <a:avLst/>
              <a:gdLst/>
              <a:ahLst/>
              <a:cxnLst/>
              <a:rect l="l" t="t" r="r" b="b"/>
              <a:pathLst>
                <a:path w="7619" h="32385">
                  <a:moveTo>
                    <a:pt x="7619" y="32003"/>
                  </a:moveTo>
                  <a:lnTo>
                    <a:pt x="7619" y="27431"/>
                  </a:lnTo>
                  <a:lnTo>
                    <a:pt x="7619" y="23621"/>
                  </a:lnTo>
                </a:path>
                <a:path w="7619" h="32385">
                  <a:moveTo>
                    <a:pt x="7619" y="9143"/>
                  </a:moveTo>
                  <a:lnTo>
                    <a:pt x="7619" y="9143"/>
                  </a:lnTo>
                  <a:lnTo>
                    <a:pt x="7619" y="3809"/>
                  </a:lnTo>
                  <a:lnTo>
                    <a:pt x="7619" y="0"/>
                  </a:lnTo>
                </a:path>
                <a:path w="7619" h="32385">
                  <a:moveTo>
                    <a:pt x="0" y="32003"/>
                  </a:moveTo>
                  <a:lnTo>
                    <a:pt x="7619" y="3200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746247" y="2256282"/>
              <a:ext cx="7620" cy="10795"/>
            </a:xfrm>
            <a:custGeom>
              <a:avLst/>
              <a:gdLst/>
              <a:ahLst/>
              <a:cxnLst/>
              <a:rect l="l" t="t" r="r" b="b"/>
              <a:pathLst>
                <a:path w="7619" h="10794">
                  <a:moveTo>
                    <a:pt x="0" y="3809"/>
                  </a:moveTo>
                  <a:lnTo>
                    <a:pt x="7619" y="3809"/>
                  </a:lnTo>
                </a:path>
                <a:path w="7619" h="10794">
                  <a:moveTo>
                    <a:pt x="0" y="10667"/>
                  </a:moveTo>
                  <a:lnTo>
                    <a:pt x="7619" y="10667"/>
                  </a:lnTo>
                </a:path>
                <a:path w="7619" h="10794">
                  <a:moveTo>
                    <a:pt x="0" y="6095"/>
                  </a:moveTo>
                  <a:lnTo>
                    <a:pt x="7619" y="6095"/>
                  </a:lnTo>
                </a:path>
                <a:path w="7619" h="10794">
                  <a:moveTo>
                    <a:pt x="7619" y="4571"/>
                  </a:moveTo>
                  <a:lnTo>
                    <a:pt x="0" y="4571"/>
                  </a:lnTo>
                  <a:lnTo>
                    <a:pt x="7619" y="4571"/>
                  </a:lnTo>
                </a:path>
                <a:path w="7619" h="10794">
                  <a:moveTo>
                    <a:pt x="0" y="6095"/>
                  </a:moveTo>
                  <a:lnTo>
                    <a:pt x="7619" y="6095"/>
                  </a:lnTo>
                </a:path>
                <a:path w="7619" h="10794">
                  <a:moveTo>
                    <a:pt x="0" y="9905"/>
                  </a:moveTo>
                  <a:lnTo>
                    <a:pt x="7619" y="9905"/>
                  </a:lnTo>
                </a:path>
                <a:path w="7619" h="10794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746247" y="2239518"/>
              <a:ext cx="7620" cy="8890"/>
            </a:xfrm>
            <a:custGeom>
              <a:avLst/>
              <a:gdLst/>
              <a:ahLst/>
              <a:cxnLst/>
              <a:rect l="l" t="t" r="r" b="b"/>
              <a:pathLst>
                <a:path w="7619" h="8889">
                  <a:moveTo>
                    <a:pt x="0" y="0"/>
                  </a:moveTo>
                  <a:lnTo>
                    <a:pt x="7619" y="0"/>
                  </a:lnTo>
                </a:path>
                <a:path w="7619" h="8889">
                  <a:moveTo>
                    <a:pt x="0" y="3809"/>
                  </a:moveTo>
                  <a:lnTo>
                    <a:pt x="7619" y="3809"/>
                  </a:lnTo>
                </a:path>
                <a:path w="7619" h="8889">
                  <a:moveTo>
                    <a:pt x="0" y="8381"/>
                  </a:moveTo>
                  <a:lnTo>
                    <a:pt x="7619" y="838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746247" y="2248662"/>
              <a:ext cx="7620" cy="1905"/>
            </a:xfrm>
            <a:custGeom>
              <a:avLst/>
              <a:gdLst/>
              <a:ahLst/>
              <a:cxnLst/>
              <a:rect l="l" t="t" r="r" b="b"/>
              <a:pathLst>
                <a:path w="7619" h="1905">
                  <a:moveTo>
                    <a:pt x="0" y="761"/>
                  </a:moveTo>
                  <a:lnTo>
                    <a:pt x="7619" y="761"/>
                  </a:lnTo>
                </a:path>
                <a:path w="7619" h="1905">
                  <a:moveTo>
                    <a:pt x="0" y="1523"/>
                  </a:moveTo>
                  <a:lnTo>
                    <a:pt x="7619" y="1523"/>
                  </a:lnTo>
                </a:path>
                <a:path w="7619" h="1905">
                  <a:moveTo>
                    <a:pt x="0" y="0"/>
                  </a:moveTo>
                  <a:lnTo>
                    <a:pt x="7619" y="0"/>
                  </a:lnTo>
                </a:path>
                <a:path w="7619" h="1905">
                  <a:moveTo>
                    <a:pt x="0" y="1523"/>
                  </a:moveTo>
                  <a:lnTo>
                    <a:pt x="7619" y="152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2744723" y="2019300"/>
            <a:ext cx="18415" cy="111760"/>
            <a:chOff x="2744723" y="2019300"/>
            <a:chExt cx="18415" cy="111760"/>
          </a:xfrm>
        </p:grpSpPr>
        <p:sp>
          <p:nvSpPr>
            <p:cNvPr id="80" name="object 80"/>
            <p:cNvSpPr/>
            <p:nvPr/>
          </p:nvSpPr>
          <p:spPr>
            <a:xfrm>
              <a:off x="2753867" y="2028444"/>
              <a:ext cx="0" cy="93345"/>
            </a:xfrm>
            <a:custGeom>
              <a:avLst/>
              <a:gdLst/>
              <a:ahLst/>
              <a:cxnLst/>
              <a:rect l="l" t="t" r="r" b="b"/>
              <a:pathLst>
                <a:path h="93344">
                  <a:moveTo>
                    <a:pt x="0" y="92963"/>
                  </a:moveTo>
                  <a:lnTo>
                    <a:pt x="0" y="92963"/>
                  </a:lnTo>
                  <a:lnTo>
                    <a:pt x="0" y="43433"/>
                  </a:lnTo>
                  <a:lnTo>
                    <a:pt x="0" y="42671"/>
                  </a:lnTo>
                </a:path>
                <a:path h="93344">
                  <a:moveTo>
                    <a:pt x="0" y="42671"/>
                  </a:moveTo>
                  <a:lnTo>
                    <a:pt x="0" y="42671"/>
                  </a:lnTo>
                  <a:lnTo>
                    <a:pt x="0" y="761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746247" y="2057400"/>
              <a:ext cx="7620" cy="33020"/>
            </a:xfrm>
            <a:custGeom>
              <a:avLst/>
              <a:gdLst/>
              <a:ahLst/>
              <a:cxnLst/>
              <a:rect l="l" t="t" r="r" b="b"/>
              <a:pathLst>
                <a:path w="7619" h="33019">
                  <a:moveTo>
                    <a:pt x="0" y="3047"/>
                  </a:moveTo>
                  <a:lnTo>
                    <a:pt x="7619" y="3047"/>
                  </a:lnTo>
                </a:path>
                <a:path w="7619" h="33019">
                  <a:moveTo>
                    <a:pt x="0" y="13715"/>
                  </a:moveTo>
                  <a:lnTo>
                    <a:pt x="7619" y="13715"/>
                  </a:lnTo>
                </a:path>
                <a:path w="7619" h="33019">
                  <a:moveTo>
                    <a:pt x="0" y="1523"/>
                  </a:moveTo>
                  <a:lnTo>
                    <a:pt x="7619" y="1523"/>
                  </a:lnTo>
                </a:path>
                <a:path w="7619" h="33019">
                  <a:moveTo>
                    <a:pt x="0" y="0"/>
                  </a:moveTo>
                  <a:lnTo>
                    <a:pt x="7619" y="0"/>
                  </a:lnTo>
                </a:path>
                <a:path w="7619" h="33019">
                  <a:moveTo>
                    <a:pt x="0" y="761"/>
                  </a:moveTo>
                  <a:lnTo>
                    <a:pt x="7619" y="761"/>
                  </a:lnTo>
                </a:path>
                <a:path w="7619" h="33019">
                  <a:moveTo>
                    <a:pt x="0" y="6095"/>
                  </a:moveTo>
                  <a:lnTo>
                    <a:pt x="7619" y="6095"/>
                  </a:lnTo>
                </a:path>
                <a:path w="7619" h="33019">
                  <a:moveTo>
                    <a:pt x="0" y="32765"/>
                  </a:moveTo>
                  <a:lnTo>
                    <a:pt x="7619" y="3276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746247" y="2071116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5">
                  <a:moveTo>
                    <a:pt x="0" y="0"/>
                  </a:moveTo>
                  <a:lnTo>
                    <a:pt x="7619" y="0"/>
                  </a:lnTo>
                </a:path>
                <a:path w="7619" h="33655">
                  <a:moveTo>
                    <a:pt x="0" y="3047"/>
                  </a:moveTo>
                  <a:lnTo>
                    <a:pt x="7619" y="3047"/>
                  </a:lnTo>
                </a:path>
                <a:path w="7619" h="33655">
                  <a:moveTo>
                    <a:pt x="0" y="11429"/>
                  </a:moveTo>
                  <a:lnTo>
                    <a:pt x="7619" y="11429"/>
                  </a:lnTo>
                </a:path>
                <a:path w="7619" h="33655">
                  <a:moveTo>
                    <a:pt x="0" y="18287"/>
                  </a:moveTo>
                  <a:lnTo>
                    <a:pt x="7619" y="18287"/>
                  </a:lnTo>
                </a:path>
                <a:path w="7619" h="33655">
                  <a:moveTo>
                    <a:pt x="0" y="28193"/>
                  </a:moveTo>
                  <a:lnTo>
                    <a:pt x="7619" y="28193"/>
                  </a:lnTo>
                </a:path>
                <a:path w="7619" h="33655">
                  <a:moveTo>
                    <a:pt x="0" y="32003"/>
                  </a:moveTo>
                  <a:lnTo>
                    <a:pt x="7619" y="32003"/>
                  </a:lnTo>
                </a:path>
                <a:path w="7619" h="33655">
                  <a:moveTo>
                    <a:pt x="0" y="33527"/>
                  </a:moveTo>
                  <a:lnTo>
                    <a:pt x="7619" y="3352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746247" y="210083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746247" y="2115312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19" h="6350">
                  <a:moveTo>
                    <a:pt x="0" y="0"/>
                  </a:moveTo>
                  <a:lnTo>
                    <a:pt x="7619" y="0"/>
                  </a:lnTo>
                </a:path>
                <a:path w="7619" h="6350">
                  <a:moveTo>
                    <a:pt x="0" y="6095"/>
                  </a:moveTo>
                  <a:lnTo>
                    <a:pt x="7619" y="609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746247" y="2039874"/>
              <a:ext cx="7620" cy="74295"/>
            </a:xfrm>
            <a:custGeom>
              <a:avLst/>
              <a:gdLst/>
              <a:ahLst/>
              <a:cxnLst/>
              <a:rect l="l" t="t" r="r" b="b"/>
              <a:pathLst>
                <a:path w="7619" h="74294">
                  <a:moveTo>
                    <a:pt x="0" y="73913"/>
                  </a:moveTo>
                  <a:lnTo>
                    <a:pt x="7619" y="73913"/>
                  </a:lnTo>
                </a:path>
                <a:path w="7619" h="74294">
                  <a:moveTo>
                    <a:pt x="0" y="54101"/>
                  </a:moveTo>
                  <a:lnTo>
                    <a:pt x="7619" y="54101"/>
                  </a:lnTo>
                </a:path>
                <a:path w="7619" h="74294">
                  <a:moveTo>
                    <a:pt x="0" y="41147"/>
                  </a:moveTo>
                  <a:lnTo>
                    <a:pt x="7619" y="41147"/>
                  </a:lnTo>
                </a:path>
                <a:path w="7619" h="74294">
                  <a:moveTo>
                    <a:pt x="0" y="4571"/>
                  </a:moveTo>
                  <a:lnTo>
                    <a:pt x="7619" y="4571"/>
                  </a:lnTo>
                </a:path>
                <a:path w="7619" h="74294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746247" y="2028444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19" h="1269">
                  <a:moveTo>
                    <a:pt x="0" y="0"/>
                  </a:moveTo>
                  <a:lnTo>
                    <a:pt x="7619" y="0"/>
                  </a:lnTo>
                </a:path>
                <a:path w="7619" h="1269">
                  <a:moveTo>
                    <a:pt x="0" y="761"/>
                  </a:moveTo>
                  <a:lnTo>
                    <a:pt x="7619" y="76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746247" y="2030730"/>
              <a:ext cx="7620" cy="29209"/>
            </a:xfrm>
            <a:custGeom>
              <a:avLst/>
              <a:gdLst/>
              <a:ahLst/>
              <a:cxnLst/>
              <a:rect l="l" t="t" r="r" b="b"/>
              <a:pathLst>
                <a:path w="7619" h="29210">
                  <a:moveTo>
                    <a:pt x="0" y="6095"/>
                  </a:moveTo>
                  <a:lnTo>
                    <a:pt x="7619" y="6095"/>
                  </a:lnTo>
                </a:path>
                <a:path w="7619" h="29210">
                  <a:moveTo>
                    <a:pt x="0" y="16763"/>
                  </a:moveTo>
                  <a:lnTo>
                    <a:pt x="7619" y="16763"/>
                  </a:lnTo>
                </a:path>
                <a:path w="7619" h="29210">
                  <a:moveTo>
                    <a:pt x="0" y="28955"/>
                  </a:moveTo>
                  <a:lnTo>
                    <a:pt x="7619" y="28955"/>
                  </a:lnTo>
                </a:path>
                <a:path w="7619" h="29210">
                  <a:moveTo>
                    <a:pt x="0" y="20573"/>
                  </a:moveTo>
                  <a:lnTo>
                    <a:pt x="7619" y="20573"/>
                  </a:lnTo>
                </a:path>
                <a:path w="7619" h="29210">
                  <a:moveTo>
                    <a:pt x="0" y="18287"/>
                  </a:moveTo>
                  <a:lnTo>
                    <a:pt x="7619" y="18287"/>
                  </a:lnTo>
                </a:path>
                <a:path w="7619" h="29210">
                  <a:moveTo>
                    <a:pt x="0" y="19049"/>
                  </a:moveTo>
                  <a:lnTo>
                    <a:pt x="7619" y="19049"/>
                  </a:lnTo>
                </a:path>
                <a:path w="7619" h="2921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746247" y="2029206"/>
              <a:ext cx="7620" cy="39370"/>
            </a:xfrm>
            <a:custGeom>
              <a:avLst/>
              <a:gdLst/>
              <a:ahLst/>
              <a:cxnLst/>
              <a:rect l="l" t="t" r="r" b="b"/>
              <a:pathLst>
                <a:path w="7619" h="39369">
                  <a:moveTo>
                    <a:pt x="0" y="0"/>
                  </a:moveTo>
                  <a:lnTo>
                    <a:pt x="7619" y="0"/>
                  </a:lnTo>
                </a:path>
                <a:path w="7619" h="39369">
                  <a:moveTo>
                    <a:pt x="0" y="28193"/>
                  </a:moveTo>
                  <a:lnTo>
                    <a:pt x="7619" y="28193"/>
                  </a:lnTo>
                </a:path>
                <a:path w="7619" h="39369">
                  <a:moveTo>
                    <a:pt x="0" y="38861"/>
                  </a:moveTo>
                  <a:lnTo>
                    <a:pt x="7619" y="3886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746247" y="2071878"/>
              <a:ext cx="7620" cy="38100"/>
            </a:xfrm>
            <a:custGeom>
              <a:avLst/>
              <a:gdLst/>
              <a:ahLst/>
              <a:cxnLst/>
              <a:rect l="l" t="t" r="r" b="b"/>
              <a:pathLst>
                <a:path w="7619" h="38100">
                  <a:moveTo>
                    <a:pt x="0" y="0"/>
                  </a:moveTo>
                  <a:lnTo>
                    <a:pt x="7619" y="0"/>
                  </a:lnTo>
                </a:path>
                <a:path w="7619" h="38100">
                  <a:moveTo>
                    <a:pt x="0" y="32003"/>
                  </a:moveTo>
                  <a:lnTo>
                    <a:pt x="7619" y="32003"/>
                  </a:lnTo>
                </a:path>
                <a:path w="7619" h="38100">
                  <a:moveTo>
                    <a:pt x="0" y="16001"/>
                  </a:moveTo>
                  <a:lnTo>
                    <a:pt x="7619" y="16001"/>
                  </a:lnTo>
                </a:path>
                <a:path w="7619" h="38100">
                  <a:moveTo>
                    <a:pt x="0" y="38099"/>
                  </a:moveTo>
                  <a:lnTo>
                    <a:pt x="7619" y="38099"/>
                  </a:lnTo>
                </a:path>
                <a:path w="7619" h="38100">
                  <a:moveTo>
                    <a:pt x="0" y="35813"/>
                  </a:moveTo>
                  <a:lnTo>
                    <a:pt x="7619" y="35813"/>
                  </a:lnTo>
                </a:path>
                <a:path w="7619" h="38100">
                  <a:moveTo>
                    <a:pt x="0" y="26669"/>
                  </a:moveTo>
                  <a:lnTo>
                    <a:pt x="7619" y="26669"/>
                  </a:lnTo>
                </a:path>
                <a:path w="7619" h="38100">
                  <a:moveTo>
                    <a:pt x="0" y="21335"/>
                  </a:moveTo>
                  <a:lnTo>
                    <a:pt x="7619" y="21335"/>
                  </a:lnTo>
                </a:path>
                <a:path w="7619" h="38100">
                  <a:moveTo>
                    <a:pt x="0" y="23621"/>
                  </a:moveTo>
                  <a:lnTo>
                    <a:pt x="7619" y="23621"/>
                  </a:lnTo>
                </a:path>
                <a:path w="7619" h="38100">
                  <a:moveTo>
                    <a:pt x="0" y="15239"/>
                  </a:moveTo>
                  <a:lnTo>
                    <a:pt x="7619" y="15239"/>
                  </a:lnTo>
                </a:path>
                <a:path w="7619" h="38100">
                  <a:moveTo>
                    <a:pt x="0" y="10667"/>
                  </a:moveTo>
                  <a:lnTo>
                    <a:pt x="7619" y="10667"/>
                  </a:lnTo>
                </a:path>
                <a:path w="7619" h="38100">
                  <a:moveTo>
                    <a:pt x="0" y="8381"/>
                  </a:moveTo>
                  <a:lnTo>
                    <a:pt x="7619" y="8381"/>
                  </a:lnTo>
                </a:path>
                <a:path w="7619" h="38100">
                  <a:moveTo>
                    <a:pt x="0" y="20573"/>
                  </a:moveTo>
                  <a:lnTo>
                    <a:pt x="7619" y="2057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2744723" y="1827276"/>
            <a:ext cx="18415" cy="91440"/>
            <a:chOff x="2744723" y="1827276"/>
            <a:chExt cx="18415" cy="91440"/>
          </a:xfrm>
        </p:grpSpPr>
        <p:sp>
          <p:nvSpPr>
            <p:cNvPr id="91" name="object 91"/>
            <p:cNvSpPr/>
            <p:nvPr/>
          </p:nvSpPr>
          <p:spPr>
            <a:xfrm>
              <a:off x="2753867" y="1836420"/>
              <a:ext cx="0" cy="73660"/>
            </a:xfrm>
            <a:custGeom>
              <a:avLst/>
              <a:gdLst/>
              <a:ahLst/>
              <a:cxnLst/>
              <a:rect l="l" t="t" r="r" b="b"/>
              <a:pathLst>
                <a:path h="73660">
                  <a:moveTo>
                    <a:pt x="0" y="73151"/>
                  </a:moveTo>
                  <a:lnTo>
                    <a:pt x="0" y="73151"/>
                  </a:lnTo>
                  <a:lnTo>
                    <a:pt x="0" y="3809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746247" y="1850136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746247" y="183642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746247" y="1846326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19" h="1269">
                  <a:moveTo>
                    <a:pt x="0" y="0"/>
                  </a:moveTo>
                  <a:lnTo>
                    <a:pt x="7619" y="0"/>
                  </a:lnTo>
                </a:path>
                <a:path w="7619" h="1269">
                  <a:moveTo>
                    <a:pt x="0" y="761"/>
                  </a:moveTo>
                  <a:lnTo>
                    <a:pt x="7619" y="76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746247" y="1846326"/>
              <a:ext cx="7620" cy="22860"/>
            </a:xfrm>
            <a:custGeom>
              <a:avLst/>
              <a:gdLst/>
              <a:ahLst/>
              <a:cxnLst/>
              <a:rect l="l" t="t" r="r" b="b"/>
              <a:pathLst>
                <a:path w="7619" h="22860">
                  <a:moveTo>
                    <a:pt x="0" y="0"/>
                  </a:moveTo>
                  <a:lnTo>
                    <a:pt x="7619" y="0"/>
                  </a:lnTo>
                </a:path>
                <a:path w="7619" h="22860">
                  <a:moveTo>
                    <a:pt x="0" y="761"/>
                  </a:moveTo>
                  <a:lnTo>
                    <a:pt x="7619" y="761"/>
                  </a:lnTo>
                </a:path>
                <a:path w="7619" h="22860">
                  <a:moveTo>
                    <a:pt x="0" y="2285"/>
                  </a:moveTo>
                  <a:lnTo>
                    <a:pt x="7619" y="2285"/>
                  </a:lnTo>
                </a:path>
                <a:path w="7619" h="22860">
                  <a:moveTo>
                    <a:pt x="0" y="12191"/>
                  </a:moveTo>
                  <a:lnTo>
                    <a:pt x="7619" y="12191"/>
                  </a:lnTo>
                </a:path>
                <a:path w="7619" h="22860">
                  <a:moveTo>
                    <a:pt x="0" y="22859"/>
                  </a:moveTo>
                  <a:lnTo>
                    <a:pt x="7619" y="2285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746247" y="1857756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19" h="7619">
                  <a:moveTo>
                    <a:pt x="0" y="6857"/>
                  </a:moveTo>
                  <a:lnTo>
                    <a:pt x="7619" y="6857"/>
                  </a:lnTo>
                </a:path>
                <a:path w="7619" h="7619">
                  <a:moveTo>
                    <a:pt x="0" y="761"/>
                  </a:moveTo>
                  <a:lnTo>
                    <a:pt x="7619" y="761"/>
                  </a:lnTo>
                </a:path>
                <a:path w="7619" h="7619">
                  <a:moveTo>
                    <a:pt x="0" y="0"/>
                  </a:moveTo>
                  <a:lnTo>
                    <a:pt x="7619" y="0"/>
                  </a:lnTo>
                </a:path>
                <a:path w="7619" h="7619">
                  <a:moveTo>
                    <a:pt x="0" y="761"/>
                  </a:moveTo>
                  <a:lnTo>
                    <a:pt x="7619" y="761"/>
                  </a:lnTo>
                </a:path>
                <a:path w="7619" h="7619">
                  <a:moveTo>
                    <a:pt x="0" y="7619"/>
                  </a:moveTo>
                  <a:lnTo>
                    <a:pt x="7619" y="761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746247" y="1876044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19" h="7619">
                  <a:moveTo>
                    <a:pt x="0" y="0"/>
                  </a:moveTo>
                  <a:lnTo>
                    <a:pt x="7619" y="0"/>
                  </a:lnTo>
                </a:path>
                <a:path w="7619" h="7619">
                  <a:moveTo>
                    <a:pt x="0" y="7619"/>
                  </a:moveTo>
                  <a:lnTo>
                    <a:pt x="7619" y="761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746247" y="188747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746247" y="1887474"/>
              <a:ext cx="7620" cy="22225"/>
            </a:xfrm>
            <a:custGeom>
              <a:avLst/>
              <a:gdLst/>
              <a:ahLst/>
              <a:cxnLst/>
              <a:rect l="l" t="t" r="r" b="b"/>
              <a:pathLst>
                <a:path w="7619" h="22225">
                  <a:moveTo>
                    <a:pt x="0" y="0"/>
                  </a:moveTo>
                  <a:lnTo>
                    <a:pt x="7619" y="0"/>
                  </a:lnTo>
                </a:path>
                <a:path w="7619" h="22225">
                  <a:moveTo>
                    <a:pt x="0" y="761"/>
                  </a:moveTo>
                  <a:lnTo>
                    <a:pt x="7619" y="761"/>
                  </a:lnTo>
                </a:path>
                <a:path w="7619" h="22225">
                  <a:moveTo>
                    <a:pt x="0" y="6095"/>
                  </a:moveTo>
                  <a:lnTo>
                    <a:pt x="7619" y="6095"/>
                  </a:lnTo>
                </a:path>
                <a:path w="7619" h="22225">
                  <a:moveTo>
                    <a:pt x="0" y="22097"/>
                  </a:moveTo>
                  <a:lnTo>
                    <a:pt x="7619" y="2209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746247" y="1861566"/>
              <a:ext cx="7620" cy="43180"/>
            </a:xfrm>
            <a:custGeom>
              <a:avLst/>
              <a:gdLst/>
              <a:ahLst/>
              <a:cxnLst/>
              <a:rect l="l" t="t" r="r" b="b"/>
              <a:pathLst>
                <a:path w="7619" h="43180">
                  <a:moveTo>
                    <a:pt x="0" y="42671"/>
                  </a:moveTo>
                  <a:lnTo>
                    <a:pt x="7619" y="42671"/>
                  </a:lnTo>
                </a:path>
                <a:path w="7619" h="43180">
                  <a:moveTo>
                    <a:pt x="7619" y="38099"/>
                  </a:moveTo>
                  <a:lnTo>
                    <a:pt x="0" y="38099"/>
                  </a:lnTo>
                  <a:lnTo>
                    <a:pt x="7619" y="38099"/>
                  </a:lnTo>
                  <a:lnTo>
                    <a:pt x="0" y="38099"/>
                  </a:lnTo>
                </a:path>
                <a:path w="7619" h="43180">
                  <a:moveTo>
                    <a:pt x="0" y="36575"/>
                  </a:moveTo>
                  <a:lnTo>
                    <a:pt x="7619" y="36575"/>
                  </a:lnTo>
                </a:path>
                <a:path w="7619" h="43180">
                  <a:moveTo>
                    <a:pt x="0" y="30479"/>
                  </a:moveTo>
                  <a:lnTo>
                    <a:pt x="7619" y="30479"/>
                  </a:lnTo>
                </a:path>
                <a:path w="7619" h="43180">
                  <a:moveTo>
                    <a:pt x="0" y="20573"/>
                  </a:moveTo>
                  <a:lnTo>
                    <a:pt x="7619" y="20573"/>
                  </a:lnTo>
                </a:path>
                <a:path w="7619" h="43180">
                  <a:moveTo>
                    <a:pt x="0" y="9143"/>
                  </a:moveTo>
                  <a:lnTo>
                    <a:pt x="7619" y="9143"/>
                  </a:lnTo>
                </a:path>
                <a:path w="7619" h="4318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2744723" y="1700022"/>
            <a:ext cx="18415" cy="88900"/>
            <a:chOff x="2744723" y="1700022"/>
            <a:chExt cx="18415" cy="88900"/>
          </a:xfrm>
        </p:grpSpPr>
        <p:sp>
          <p:nvSpPr>
            <p:cNvPr id="102" name="object 102"/>
            <p:cNvSpPr/>
            <p:nvPr/>
          </p:nvSpPr>
          <p:spPr>
            <a:xfrm>
              <a:off x="2753867" y="1709166"/>
              <a:ext cx="0" cy="70485"/>
            </a:xfrm>
            <a:custGeom>
              <a:avLst/>
              <a:gdLst/>
              <a:ahLst/>
              <a:cxnLst/>
              <a:rect l="l" t="t" r="r" b="b"/>
              <a:pathLst>
                <a:path h="70485">
                  <a:moveTo>
                    <a:pt x="0" y="70103"/>
                  </a:moveTo>
                  <a:lnTo>
                    <a:pt x="0" y="70103"/>
                  </a:lnTo>
                  <a:lnTo>
                    <a:pt x="0" y="1523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746247" y="1721358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746247" y="1709166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19" h="3810">
                  <a:moveTo>
                    <a:pt x="0" y="0"/>
                  </a:moveTo>
                  <a:lnTo>
                    <a:pt x="7619" y="0"/>
                  </a:lnTo>
                </a:path>
                <a:path w="7619" h="3810">
                  <a:moveTo>
                    <a:pt x="0" y="3809"/>
                  </a:moveTo>
                  <a:lnTo>
                    <a:pt x="7619" y="380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746247" y="1715262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80">
                  <a:moveTo>
                    <a:pt x="0" y="0"/>
                  </a:moveTo>
                  <a:lnTo>
                    <a:pt x="7619" y="0"/>
                  </a:lnTo>
                </a:path>
                <a:path w="7619" h="30480">
                  <a:moveTo>
                    <a:pt x="0" y="15239"/>
                  </a:moveTo>
                  <a:lnTo>
                    <a:pt x="7619" y="15239"/>
                  </a:lnTo>
                </a:path>
                <a:path w="7619" h="30480">
                  <a:moveTo>
                    <a:pt x="0" y="30479"/>
                  </a:moveTo>
                  <a:lnTo>
                    <a:pt x="7619" y="30479"/>
                  </a:lnTo>
                </a:path>
                <a:path w="7619" h="30480">
                  <a:moveTo>
                    <a:pt x="0" y="7619"/>
                  </a:moveTo>
                  <a:lnTo>
                    <a:pt x="7619" y="7619"/>
                  </a:lnTo>
                </a:path>
                <a:path w="7619" h="30480">
                  <a:moveTo>
                    <a:pt x="0" y="1523"/>
                  </a:moveTo>
                  <a:lnTo>
                    <a:pt x="7619" y="152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746247" y="1714500"/>
              <a:ext cx="7620" cy="41910"/>
            </a:xfrm>
            <a:custGeom>
              <a:avLst/>
              <a:gdLst/>
              <a:ahLst/>
              <a:cxnLst/>
              <a:rect l="l" t="t" r="r" b="b"/>
              <a:pathLst>
                <a:path w="7619" h="41910">
                  <a:moveTo>
                    <a:pt x="0" y="0"/>
                  </a:moveTo>
                  <a:lnTo>
                    <a:pt x="7619" y="0"/>
                  </a:lnTo>
                </a:path>
                <a:path w="7619" h="41910">
                  <a:moveTo>
                    <a:pt x="0" y="12953"/>
                  </a:moveTo>
                  <a:lnTo>
                    <a:pt x="7619" y="12953"/>
                  </a:lnTo>
                </a:path>
                <a:path w="7619" h="41910">
                  <a:moveTo>
                    <a:pt x="0" y="22097"/>
                  </a:moveTo>
                  <a:lnTo>
                    <a:pt x="7619" y="22097"/>
                  </a:lnTo>
                </a:path>
                <a:path w="7619" h="41910">
                  <a:moveTo>
                    <a:pt x="0" y="32003"/>
                  </a:moveTo>
                  <a:lnTo>
                    <a:pt x="7619" y="32003"/>
                  </a:lnTo>
                </a:path>
                <a:path w="7619" h="41910">
                  <a:moveTo>
                    <a:pt x="0" y="41909"/>
                  </a:moveTo>
                  <a:lnTo>
                    <a:pt x="7619" y="4190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746247" y="1756410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19" h="1269">
                  <a:moveTo>
                    <a:pt x="0" y="761"/>
                  </a:moveTo>
                  <a:lnTo>
                    <a:pt x="7619" y="761"/>
                  </a:lnTo>
                </a:path>
                <a:path w="7619" h="126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746247" y="1756410"/>
              <a:ext cx="7620" cy="22860"/>
            </a:xfrm>
            <a:custGeom>
              <a:avLst/>
              <a:gdLst/>
              <a:ahLst/>
              <a:cxnLst/>
              <a:rect l="l" t="t" r="r" b="b"/>
              <a:pathLst>
                <a:path w="7619" h="22860">
                  <a:moveTo>
                    <a:pt x="0" y="0"/>
                  </a:moveTo>
                  <a:lnTo>
                    <a:pt x="7619" y="0"/>
                  </a:lnTo>
                </a:path>
                <a:path w="7619" h="22860">
                  <a:moveTo>
                    <a:pt x="0" y="761"/>
                  </a:moveTo>
                  <a:lnTo>
                    <a:pt x="7619" y="761"/>
                  </a:lnTo>
                </a:path>
                <a:path w="7619" h="22860">
                  <a:moveTo>
                    <a:pt x="0" y="7619"/>
                  </a:moveTo>
                  <a:lnTo>
                    <a:pt x="7619" y="7619"/>
                  </a:lnTo>
                </a:path>
                <a:path w="7619" h="22860">
                  <a:moveTo>
                    <a:pt x="0" y="22859"/>
                  </a:moveTo>
                  <a:lnTo>
                    <a:pt x="7619" y="2285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746247" y="1745742"/>
              <a:ext cx="7620" cy="33020"/>
            </a:xfrm>
            <a:custGeom>
              <a:avLst/>
              <a:gdLst/>
              <a:ahLst/>
              <a:cxnLst/>
              <a:rect l="l" t="t" r="r" b="b"/>
              <a:pathLst>
                <a:path w="7619" h="33019">
                  <a:moveTo>
                    <a:pt x="0" y="28193"/>
                  </a:moveTo>
                  <a:lnTo>
                    <a:pt x="7619" y="28193"/>
                  </a:lnTo>
                </a:path>
                <a:path w="7619" h="33019">
                  <a:moveTo>
                    <a:pt x="0" y="22859"/>
                  </a:moveTo>
                  <a:lnTo>
                    <a:pt x="7619" y="22859"/>
                  </a:lnTo>
                </a:path>
                <a:path w="7619" h="33019">
                  <a:moveTo>
                    <a:pt x="0" y="22097"/>
                  </a:moveTo>
                  <a:lnTo>
                    <a:pt x="7619" y="22097"/>
                  </a:lnTo>
                </a:path>
                <a:path w="7619" h="33019">
                  <a:moveTo>
                    <a:pt x="0" y="22859"/>
                  </a:moveTo>
                  <a:lnTo>
                    <a:pt x="7619" y="22859"/>
                  </a:lnTo>
                </a:path>
                <a:path w="7619" h="33019">
                  <a:moveTo>
                    <a:pt x="0" y="28955"/>
                  </a:moveTo>
                  <a:lnTo>
                    <a:pt x="7619" y="28955"/>
                  </a:lnTo>
                </a:path>
                <a:path w="7619" h="33019">
                  <a:moveTo>
                    <a:pt x="0" y="32765"/>
                  </a:moveTo>
                  <a:lnTo>
                    <a:pt x="7619" y="32765"/>
                  </a:lnTo>
                </a:path>
                <a:path w="7619" h="33019">
                  <a:moveTo>
                    <a:pt x="0" y="15239"/>
                  </a:moveTo>
                  <a:lnTo>
                    <a:pt x="7619" y="15239"/>
                  </a:lnTo>
                </a:path>
                <a:path w="7619" h="33019">
                  <a:moveTo>
                    <a:pt x="0" y="0"/>
                  </a:moveTo>
                  <a:lnTo>
                    <a:pt x="7619" y="0"/>
                  </a:lnTo>
                </a:path>
                <a:path w="7619" h="33019">
                  <a:moveTo>
                    <a:pt x="0" y="3809"/>
                  </a:moveTo>
                  <a:lnTo>
                    <a:pt x="7619" y="3809"/>
                  </a:lnTo>
                </a:path>
                <a:path w="7619" h="33019">
                  <a:moveTo>
                    <a:pt x="0" y="9905"/>
                  </a:moveTo>
                  <a:lnTo>
                    <a:pt x="7619" y="990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2744723" y="1584960"/>
            <a:ext cx="18415" cy="66040"/>
            <a:chOff x="2744723" y="1584960"/>
            <a:chExt cx="18415" cy="66040"/>
          </a:xfrm>
        </p:grpSpPr>
        <p:sp>
          <p:nvSpPr>
            <p:cNvPr id="111" name="object 111"/>
            <p:cNvSpPr/>
            <p:nvPr/>
          </p:nvSpPr>
          <p:spPr>
            <a:xfrm>
              <a:off x="2753867" y="1594104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h="47625">
                  <a:moveTo>
                    <a:pt x="0" y="46481"/>
                  </a:moveTo>
                  <a:lnTo>
                    <a:pt x="0" y="46481"/>
                  </a:lnTo>
                  <a:lnTo>
                    <a:pt x="0" y="47243"/>
                  </a:lnTo>
                </a:path>
                <a:path h="47625">
                  <a:moveTo>
                    <a:pt x="0" y="46481"/>
                  </a:moveTo>
                  <a:lnTo>
                    <a:pt x="0" y="46481"/>
                  </a:lnTo>
                  <a:lnTo>
                    <a:pt x="0" y="761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746247" y="163982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7619" y="0"/>
                  </a:moveTo>
                  <a:lnTo>
                    <a:pt x="0" y="0"/>
                  </a:ln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746247" y="1640586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19" h="1269">
                  <a:moveTo>
                    <a:pt x="0" y="0"/>
                  </a:moveTo>
                  <a:lnTo>
                    <a:pt x="7619" y="0"/>
                  </a:lnTo>
                </a:path>
                <a:path w="7619" h="1269">
                  <a:moveTo>
                    <a:pt x="0" y="761"/>
                  </a:moveTo>
                  <a:lnTo>
                    <a:pt x="7619" y="76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746247" y="1601724"/>
              <a:ext cx="7620" cy="20320"/>
            </a:xfrm>
            <a:custGeom>
              <a:avLst/>
              <a:gdLst/>
              <a:ahLst/>
              <a:cxnLst/>
              <a:rect l="l" t="t" r="r" b="b"/>
              <a:pathLst>
                <a:path w="7619" h="20319">
                  <a:moveTo>
                    <a:pt x="0" y="19811"/>
                  </a:moveTo>
                  <a:lnTo>
                    <a:pt x="7619" y="19811"/>
                  </a:lnTo>
                </a:path>
                <a:path w="7619" h="203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746247" y="1594104"/>
              <a:ext cx="7620" cy="2540"/>
            </a:xfrm>
            <a:custGeom>
              <a:avLst/>
              <a:gdLst/>
              <a:ahLst/>
              <a:cxnLst/>
              <a:rect l="l" t="t" r="r" b="b"/>
              <a:pathLst>
                <a:path w="7619" h="2540">
                  <a:moveTo>
                    <a:pt x="0" y="0"/>
                  </a:moveTo>
                  <a:lnTo>
                    <a:pt x="7619" y="0"/>
                  </a:lnTo>
                </a:path>
                <a:path w="7619" h="2540">
                  <a:moveTo>
                    <a:pt x="0" y="2285"/>
                  </a:moveTo>
                  <a:lnTo>
                    <a:pt x="7619" y="228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746247" y="1599438"/>
              <a:ext cx="7620" cy="32384"/>
            </a:xfrm>
            <a:custGeom>
              <a:avLst/>
              <a:gdLst/>
              <a:ahLst/>
              <a:cxnLst/>
              <a:rect l="l" t="t" r="r" b="b"/>
              <a:pathLst>
                <a:path w="7619" h="32385">
                  <a:moveTo>
                    <a:pt x="0" y="1523"/>
                  </a:moveTo>
                  <a:lnTo>
                    <a:pt x="7619" y="1523"/>
                  </a:lnTo>
                </a:path>
                <a:path w="7619" h="32385">
                  <a:moveTo>
                    <a:pt x="0" y="13715"/>
                  </a:moveTo>
                  <a:lnTo>
                    <a:pt x="7619" y="13715"/>
                  </a:lnTo>
                </a:path>
                <a:path w="7619" h="32385">
                  <a:moveTo>
                    <a:pt x="0" y="28955"/>
                  </a:moveTo>
                  <a:lnTo>
                    <a:pt x="7619" y="28955"/>
                  </a:lnTo>
                </a:path>
                <a:path w="7619" h="32385">
                  <a:moveTo>
                    <a:pt x="0" y="32003"/>
                  </a:moveTo>
                  <a:lnTo>
                    <a:pt x="7619" y="32003"/>
                  </a:lnTo>
                </a:path>
                <a:path w="7619" h="32385">
                  <a:moveTo>
                    <a:pt x="0" y="28193"/>
                  </a:moveTo>
                  <a:lnTo>
                    <a:pt x="7619" y="28193"/>
                  </a:lnTo>
                </a:path>
                <a:path w="7619" h="32385">
                  <a:moveTo>
                    <a:pt x="0" y="19049"/>
                  </a:moveTo>
                  <a:lnTo>
                    <a:pt x="7619" y="19049"/>
                  </a:lnTo>
                </a:path>
                <a:path w="7619" h="32385">
                  <a:moveTo>
                    <a:pt x="0" y="10667"/>
                  </a:moveTo>
                  <a:lnTo>
                    <a:pt x="7619" y="10667"/>
                  </a:lnTo>
                </a:path>
                <a:path w="7619" h="32385">
                  <a:moveTo>
                    <a:pt x="0" y="5333"/>
                  </a:moveTo>
                  <a:lnTo>
                    <a:pt x="7619" y="5333"/>
                  </a:lnTo>
                </a:path>
                <a:path w="7619" h="32385">
                  <a:moveTo>
                    <a:pt x="0" y="3809"/>
                  </a:moveTo>
                  <a:lnTo>
                    <a:pt x="7619" y="3809"/>
                  </a:lnTo>
                </a:path>
                <a:path w="7619" h="32385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746247" y="1598676"/>
              <a:ext cx="7620" cy="41910"/>
            </a:xfrm>
            <a:custGeom>
              <a:avLst/>
              <a:gdLst/>
              <a:ahLst/>
              <a:cxnLst/>
              <a:rect l="l" t="t" r="r" b="b"/>
              <a:pathLst>
                <a:path w="7619" h="41910">
                  <a:moveTo>
                    <a:pt x="0" y="0"/>
                  </a:moveTo>
                  <a:lnTo>
                    <a:pt x="7619" y="0"/>
                  </a:lnTo>
                </a:path>
                <a:path w="7619" h="41910">
                  <a:moveTo>
                    <a:pt x="0" y="18287"/>
                  </a:moveTo>
                  <a:lnTo>
                    <a:pt x="7619" y="18287"/>
                  </a:lnTo>
                </a:path>
                <a:path w="7619" h="41910">
                  <a:moveTo>
                    <a:pt x="0" y="35813"/>
                  </a:moveTo>
                  <a:lnTo>
                    <a:pt x="7619" y="35813"/>
                  </a:lnTo>
                </a:path>
                <a:path w="7619" h="41910">
                  <a:moveTo>
                    <a:pt x="0" y="41909"/>
                  </a:moveTo>
                  <a:lnTo>
                    <a:pt x="7619" y="4190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746247" y="1603248"/>
              <a:ext cx="7620" cy="35560"/>
            </a:xfrm>
            <a:custGeom>
              <a:avLst/>
              <a:gdLst/>
              <a:ahLst/>
              <a:cxnLst/>
              <a:rect l="l" t="t" r="r" b="b"/>
              <a:pathLst>
                <a:path w="7619" h="35560">
                  <a:moveTo>
                    <a:pt x="0" y="35051"/>
                  </a:moveTo>
                  <a:lnTo>
                    <a:pt x="7619" y="35051"/>
                  </a:lnTo>
                </a:path>
                <a:path w="7619" h="35560">
                  <a:moveTo>
                    <a:pt x="0" y="28955"/>
                  </a:moveTo>
                  <a:lnTo>
                    <a:pt x="7619" y="28955"/>
                  </a:lnTo>
                </a:path>
                <a:path w="7619" h="35560">
                  <a:moveTo>
                    <a:pt x="0" y="12191"/>
                  </a:moveTo>
                  <a:lnTo>
                    <a:pt x="7619" y="12191"/>
                  </a:lnTo>
                </a:path>
                <a:path w="7619" h="35560">
                  <a:moveTo>
                    <a:pt x="0" y="3047"/>
                  </a:moveTo>
                  <a:lnTo>
                    <a:pt x="7619" y="3047"/>
                  </a:lnTo>
                </a:path>
                <a:path w="7619" h="35560">
                  <a:moveTo>
                    <a:pt x="0" y="0"/>
                  </a:moveTo>
                  <a:lnTo>
                    <a:pt x="7619" y="0"/>
                  </a:lnTo>
                </a:path>
                <a:path w="7619" h="35560">
                  <a:moveTo>
                    <a:pt x="0" y="4571"/>
                  </a:moveTo>
                  <a:lnTo>
                    <a:pt x="7619" y="4571"/>
                  </a:lnTo>
                </a:path>
                <a:path w="7619" h="35560">
                  <a:moveTo>
                    <a:pt x="0" y="15239"/>
                  </a:moveTo>
                  <a:lnTo>
                    <a:pt x="7619" y="15239"/>
                  </a:lnTo>
                </a:path>
                <a:path w="7619" h="35560">
                  <a:moveTo>
                    <a:pt x="0" y="25145"/>
                  </a:moveTo>
                  <a:lnTo>
                    <a:pt x="7619" y="25145"/>
                  </a:lnTo>
                </a:path>
                <a:path w="7619" h="35560">
                  <a:moveTo>
                    <a:pt x="0" y="32003"/>
                  </a:moveTo>
                  <a:lnTo>
                    <a:pt x="7619" y="32003"/>
                  </a:lnTo>
                </a:path>
                <a:path w="7619" h="35560">
                  <a:moveTo>
                    <a:pt x="0" y="32765"/>
                  </a:moveTo>
                  <a:lnTo>
                    <a:pt x="7619" y="3276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9" name="object 119"/>
          <p:cNvGrpSpPr/>
          <p:nvPr/>
        </p:nvGrpSpPr>
        <p:grpSpPr>
          <a:xfrm>
            <a:off x="2744723" y="2286000"/>
            <a:ext cx="18415" cy="111760"/>
            <a:chOff x="2744723" y="2286000"/>
            <a:chExt cx="18415" cy="111760"/>
          </a:xfrm>
        </p:grpSpPr>
        <p:sp>
          <p:nvSpPr>
            <p:cNvPr id="120" name="object 120"/>
            <p:cNvSpPr/>
            <p:nvPr/>
          </p:nvSpPr>
          <p:spPr>
            <a:xfrm>
              <a:off x="2746247" y="2378202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19" h="14605">
                  <a:moveTo>
                    <a:pt x="0" y="14477"/>
                  </a:moveTo>
                  <a:lnTo>
                    <a:pt x="7619" y="14477"/>
                  </a:lnTo>
                </a:path>
                <a:path w="7619" h="14605">
                  <a:moveTo>
                    <a:pt x="0" y="12191"/>
                  </a:moveTo>
                  <a:lnTo>
                    <a:pt x="7619" y="12191"/>
                  </a:lnTo>
                </a:path>
                <a:path w="7619" h="14605">
                  <a:moveTo>
                    <a:pt x="0" y="0"/>
                  </a:moveTo>
                  <a:lnTo>
                    <a:pt x="7619" y="0"/>
                  </a:lnTo>
                </a:path>
                <a:path w="7619" h="14605">
                  <a:moveTo>
                    <a:pt x="0" y="2285"/>
                  </a:moveTo>
                  <a:lnTo>
                    <a:pt x="7619" y="2285"/>
                  </a:lnTo>
                </a:path>
                <a:path w="7619" h="14605">
                  <a:moveTo>
                    <a:pt x="0" y="7619"/>
                  </a:moveTo>
                  <a:lnTo>
                    <a:pt x="7619" y="761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746247" y="2342388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19" h="7619">
                  <a:moveTo>
                    <a:pt x="7619" y="7619"/>
                  </a:moveTo>
                  <a:lnTo>
                    <a:pt x="7619" y="7619"/>
                  </a:lnTo>
                  <a:lnTo>
                    <a:pt x="7619" y="761"/>
                  </a:lnTo>
                  <a:lnTo>
                    <a:pt x="7619" y="0"/>
                  </a:lnTo>
                </a:path>
                <a:path w="7619" h="7619">
                  <a:moveTo>
                    <a:pt x="0" y="761"/>
                  </a:moveTo>
                  <a:lnTo>
                    <a:pt x="7619" y="76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746247" y="234315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746247" y="2343912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746247" y="2290572"/>
              <a:ext cx="7620" cy="74295"/>
            </a:xfrm>
            <a:custGeom>
              <a:avLst/>
              <a:gdLst/>
              <a:ahLst/>
              <a:cxnLst/>
              <a:rect l="l" t="t" r="r" b="b"/>
              <a:pathLst>
                <a:path w="7619" h="74294">
                  <a:moveTo>
                    <a:pt x="0" y="64769"/>
                  </a:moveTo>
                  <a:lnTo>
                    <a:pt x="7619" y="64769"/>
                  </a:lnTo>
                </a:path>
                <a:path w="7619" h="74294">
                  <a:moveTo>
                    <a:pt x="0" y="73913"/>
                  </a:moveTo>
                  <a:lnTo>
                    <a:pt x="7619" y="73913"/>
                  </a:lnTo>
                </a:path>
                <a:path w="7619" h="74294">
                  <a:moveTo>
                    <a:pt x="0" y="69341"/>
                  </a:moveTo>
                  <a:lnTo>
                    <a:pt x="7619" y="69341"/>
                  </a:lnTo>
                </a:path>
                <a:path w="7619" h="74294">
                  <a:moveTo>
                    <a:pt x="0" y="64769"/>
                  </a:moveTo>
                  <a:lnTo>
                    <a:pt x="7619" y="64769"/>
                  </a:lnTo>
                </a:path>
                <a:path w="7619" h="74294">
                  <a:moveTo>
                    <a:pt x="7619" y="63245"/>
                  </a:moveTo>
                  <a:lnTo>
                    <a:pt x="0" y="63245"/>
                  </a:lnTo>
                  <a:lnTo>
                    <a:pt x="7619" y="63245"/>
                  </a:lnTo>
                </a:path>
                <a:path w="7619" h="74294">
                  <a:moveTo>
                    <a:pt x="0" y="64007"/>
                  </a:moveTo>
                  <a:lnTo>
                    <a:pt x="7619" y="64007"/>
                  </a:lnTo>
                </a:path>
                <a:path w="7619" h="74294">
                  <a:moveTo>
                    <a:pt x="0" y="58673"/>
                  </a:moveTo>
                  <a:lnTo>
                    <a:pt x="7619" y="58673"/>
                  </a:lnTo>
                </a:path>
                <a:path w="7619" h="74294">
                  <a:moveTo>
                    <a:pt x="0" y="41147"/>
                  </a:moveTo>
                  <a:lnTo>
                    <a:pt x="7619" y="41147"/>
                  </a:lnTo>
                </a:path>
                <a:path w="7619" h="74294">
                  <a:moveTo>
                    <a:pt x="0" y="45719"/>
                  </a:moveTo>
                  <a:lnTo>
                    <a:pt x="7619" y="45719"/>
                  </a:lnTo>
                </a:path>
                <a:path w="7619" h="74294">
                  <a:moveTo>
                    <a:pt x="0" y="51053"/>
                  </a:moveTo>
                  <a:lnTo>
                    <a:pt x="7619" y="51053"/>
                  </a:lnTo>
                </a:path>
                <a:path w="7619" h="74294">
                  <a:moveTo>
                    <a:pt x="0" y="52577"/>
                  </a:moveTo>
                  <a:lnTo>
                    <a:pt x="7619" y="52577"/>
                  </a:lnTo>
                </a:path>
                <a:path w="7619" h="74294">
                  <a:moveTo>
                    <a:pt x="0" y="51815"/>
                  </a:moveTo>
                  <a:lnTo>
                    <a:pt x="7619" y="51815"/>
                  </a:lnTo>
                </a:path>
                <a:path w="7619" h="74294">
                  <a:moveTo>
                    <a:pt x="0" y="46481"/>
                  </a:moveTo>
                  <a:lnTo>
                    <a:pt x="7619" y="46481"/>
                  </a:lnTo>
                </a:path>
                <a:path w="7619" h="74294">
                  <a:moveTo>
                    <a:pt x="0" y="35813"/>
                  </a:moveTo>
                  <a:lnTo>
                    <a:pt x="7619" y="35813"/>
                  </a:lnTo>
                </a:path>
                <a:path w="7619" h="74294">
                  <a:moveTo>
                    <a:pt x="0" y="27431"/>
                  </a:moveTo>
                  <a:lnTo>
                    <a:pt x="7619" y="27431"/>
                  </a:lnTo>
                </a:path>
                <a:path w="7619" h="74294">
                  <a:moveTo>
                    <a:pt x="7619" y="22097"/>
                  </a:moveTo>
                  <a:lnTo>
                    <a:pt x="0" y="22097"/>
                  </a:lnTo>
                  <a:lnTo>
                    <a:pt x="7619" y="22097"/>
                  </a:lnTo>
                </a:path>
                <a:path w="7619" h="74294">
                  <a:moveTo>
                    <a:pt x="0" y="11429"/>
                  </a:moveTo>
                  <a:lnTo>
                    <a:pt x="7619" y="11429"/>
                  </a:lnTo>
                </a:path>
                <a:path w="7619" h="74294">
                  <a:moveTo>
                    <a:pt x="0" y="0"/>
                  </a:moveTo>
                  <a:lnTo>
                    <a:pt x="7619" y="0"/>
                  </a:lnTo>
                </a:path>
                <a:path w="7619" h="74294">
                  <a:moveTo>
                    <a:pt x="0" y="4571"/>
                  </a:moveTo>
                  <a:lnTo>
                    <a:pt x="7619" y="4571"/>
                  </a:lnTo>
                </a:path>
                <a:path w="7619" h="74294">
                  <a:moveTo>
                    <a:pt x="0" y="9143"/>
                  </a:moveTo>
                  <a:lnTo>
                    <a:pt x="7619" y="9143"/>
                  </a:lnTo>
                </a:path>
                <a:path w="7619" h="74294">
                  <a:moveTo>
                    <a:pt x="0" y="9905"/>
                  </a:moveTo>
                  <a:lnTo>
                    <a:pt x="7619" y="9905"/>
                  </a:lnTo>
                </a:path>
                <a:path w="7619" h="74294">
                  <a:moveTo>
                    <a:pt x="0" y="12191"/>
                  </a:moveTo>
                  <a:lnTo>
                    <a:pt x="7619" y="12191"/>
                  </a:lnTo>
                </a:path>
                <a:path w="7619" h="74294">
                  <a:moveTo>
                    <a:pt x="0" y="19049"/>
                  </a:moveTo>
                  <a:lnTo>
                    <a:pt x="7619" y="19049"/>
                  </a:lnTo>
                </a:path>
                <a:path w="7619" h="74294">
                  <a:moveTo>
                    <a:pt x="0" y="31241"/>
                  </a:moveTo>
                  <a:lnTo>
                    <a:pt x="7619" y="31241"/>
                  </a:lnTo>
                </a:path>
                <a:path w="7619" h="74294">
                  <a:moveTo>
                    <a:pt x="0" y="39623"/>
                  </a:moveTo>
                  <a:lnTo>
                    <a:pt x="7619" y="39623"/>
                  </a:lnTo>
                </a:path>
                <a:path w="7619" h="74294">
                  <a:moveTo>
                    <a:pt x="0" y="42671"/>
                  </a:moveTo>
                  <a:lnTo>
                    <a:pt x="7619" y="42671"/>
                  </a:lnTo>
                </a:path>
                <a:path w="7619" h="74294">
                  <a:moveTo>
                    <a:pt x="0" y="52577"/>
                  </a:moveTo>
                  <a:lnTo>
                    <a:pt x="7619" y="5257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5" name="object 125"/>
          <p:cNvGrpSpPr/>
          <p:nvPr/>
        </p:nvGrpSpPr>
        <p:grpSpPr>
          <a:xfrm>
            <a:off x="2744723" y="1770126"/>
            <a:ext cx="18415" cy="66675"/>
            <a:chOff x="2744723" y="1770126"/>
            <a:chExt cx="18415" cy="66675"/>
          </a:xfrm>
        </p:grpSpPr>
        <p:sp>
          <p:nvSpPr>
            <p:cNvPr id="126" name="object 126"/>
            <p:cNvSpPr/>
            <p:nvPr/>
          </p:nvSpPr>
          <p:spPr>
            <a:xfrm>
              <a:off x="2753867" y="1779270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4571"/>
                  </a:moveTo>
                  <a:lnTo>
                    <a:pt x="0" y="3047"/>
                  </a:lnTo>
                  <a:lnTo>
                    <a:pt x="0" y="2285"/>
                  </a:lnTo>
                  <a:lnTo>
                    <a:pt x="0" y="761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746247" y="1774698"/>
              <a:ext cx="7620" cy="57150"/>
            </a:xfrm>
            <a:custGeom>
              <a:avLst/>
              <a:gdLst/>
              <a:ahLst/>
              <a:cxnLst/>
              <a:rect l="l" t="t" r="r" b="b"/>
              <a:pathLst>
                <a:path w="7619" h="57150">
                  <a:moveTo>
                    <a:pt x="0" y="45719"/>
                  </a:moveTo>
                  <a:lnTo>
                    <a:pt x="7619" y="45719"/>
                  </a:lnTo>
                </a:path>
                <a:path w="7619" h="57150">
                  <a:moveTo>
                    <a:pt x="0" y="55625"/>
                  </a:moveTo>
                  <a:lnTo>
                    <a:pt x="7619" y="55625"/>
                  </a:lnTo>
                </a:path>
                <a:path w="7619" h="57150">
                  <a:moveTo>
                    <a:pt x="0" y="30479"/>
                  </a:moveTo>
                  <a:lnTo>
                    <a:pt x="7619" y="30479"/>
                  </a:lnTo>
                </a:path>
                <a:path w="7619" h="57150">
                  <a:moveTo>
                    <a:pt x="0" y="8381"/>
                  </a:moveTo>
                  <a:lnTo>
                    <a:pt x="7619" y="8381"/>
                  </a:lnTo>
                </a:path>
                <a:path w="7619" h="57150">
                  <a:moveTo>
                    <a:pt x="0" y="0"/>
                  </a:moveTo>
                  <a:lnTo>
                    <a:pt x="7619" y="0"/>
                  </a:lnTo>
                </a:path>
                <a:path w="7619" h="57150">
                  <a:moveTo>
                    <a:pt x="0" y="3809"/>
                  </a:moveTo>
                  <a:lnTo>
                    <a:pt x="7619" y="3809"/>
                  </a:lnTo>
                </a:path>
                <a:path w="7619" h="57150">
                  <a:moveTo>
                    <a:pt x="0" y="12953"/>
                  </a:moveTo>
                  <a:lnTo>
                    <a:pt x="7619" y="12953"/>
                  </a:lnTo>
                </a:path>
                <a:path w="7619" h="57150">
                  <a:moveTo>
                    <a:pt x="0" y="27431"/>
                  </a:moveTo>
                  <a:lnTo>
                    <a:pt x="7619" y="27431"/>
                  </a:lnTo>
                </a:path>
                <a:path w="7619" h="57150">
                  <a:moveTo>
                    <a:pt x="0" y="49529"/>
                  </a:moveTo>
                  <a:lnTo>
                    <a:pt x="7619" y="49529"/>
                  </a:lnTo>
                </a:path>
                <a:path w="7619" h="57150">
                  <a:moveTo>
                    <a:pt x="0" y="57149"/>
                  </a:moveTo>
                  <a:lnTo>
                    <a:pt x="7619" y="57149"/>
                  </a:lnTo>
                </a:path>
                <a:path w="7619" h="57150">
                  <a:moveTo>
                    <a:pt x="0" y="29717"/>
                  </a:moveTo>
                  <a:lnTo>
                    <a:pt x="7619" y="29717"/>
                  </a:lnTo>
                </a:path>
                <a:path w="7619" h="57150">
                  <a:moveTo>
                    <a:pt x="0" y="41909"/>
                  </a:moveTo>
                  <a:lnTo>
                    <a:pt x="7619" y="41909"/>
                  </a:lnTo>
                </a:path>
                <a:path w="7619" h="57150">
                  <a:moveTo>
                    <a:pt x="0" y="16763"/>
                  </a:moveTo>
                  <a:lnTo>
                    <a:pt x="7619" y="16763"/>
                  </a:lnTo>
                </a:path>
                <a:path w="7619" h="57150">
                  <a:moveTo>
                    <a:pt x="0" y="11429"/>
                  </a:moveTo>
                  <a:lnTo>
                    <a:pt x="7619" y="11429"/>
                  </a:lnTo>
                </a:path>
                <a:path w="7619" h="57150">
                  <a:moveTo>
                    <a:pt x="0" y="16763"/>
                  </a:moveTo>
                  <a:lnTo>
                    <a:pt x="7619" y="16763"/>
                  </a:lnTo>
                </a:path>
                <a:path w="7619" h="57150">
                  <a:moveTo>
                    <a:pt x="0" y="28193"/>
                  </a:moveTo>
                  <a:lnTo>
                    <a:pt x="7619" y="28193"/>
                  </a:lnTo>
                </a:path>
                <a:path w="7619" h="57150">
                  <a:moveTo>
                    <a:pt x="0" y="41147"/>
                  </a:moveTo>
                  <a:lnTo>
                    <a:pt x="7619" y="41147"/>
                  </a:lnTo>
                </a:path>
                <a:path w="7619" h="57150">
                  <a:moveTo>
                    <a:pt x="0" y="46481"/>
                  </a:moveTo>
                  <a:lnTo>
                    <a:pt x="7619" y="4648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8" name="object 128"/>
          <p:cNvGrpSpPr/>
          <p:nvPr/>
        </p:nvGrpSpPr>
        <p:grpSpPr>
          <a:xfrm>
            <a:off x="2744723" y="1857756"/>
            <a:ext cx="18415" cy="238125"/>
            <a:chOff x="2744723" y="1857756"/>
            <a:chExt cx="18415" cy="238125"/>
          </a:xfrm>
        </p:grpSpPr>
        <p:sp>
          <p:nvSpPr>
            <p:cNvPr id="129" name="object 129"/>
            <p:cNvSpPr/>
            <p:nvPr/>
          </p:nvSpPr>
          <p:spPr>
            <a:xfrm>
              <a:off x="2753867" y="20162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191"/>
                  </a:moveTo>
                  <a:lnTo>
                    <a:pt x="0" y="12191"/>
                  </a:lnTo>
                  <a:lnTo>
                    <a:pt x="0" y="4571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746247" y="2027682"/>
              <a:ext cx="7620" cy="63500"/>
            </a:xfrm>
            <a:custGeom>
              <a:avLst/>
              <a:gdLst/>
              <a:ahLst/>
              <a:cxnLst/>
              <a:rect l="l" t="t" r="r" b="b"/>
              <a:pathLst>
                <a:path w="7619" h="63500">
                  <a:moveTo>
                    <a:pt x="7619" y="41147"/>
                  </a:moveTo>
                  <a:lnTo>
                    <a:pt x="0" y="41147"/>
                  </a:lnTo>
                  <a:lnTo>
                    <a:pt x="7619" y="41147"/>
                  </a:lnTo>
                </a:path>
                <a:path w="7619" h="63500">
                  <a:moveTo>
                    <a:pt x="0" y="42671"/>
                  </a:moveTo>
                  <a:lnTo>
                    <a:pt x="7619" y="42671"/>
                  </a:lnTo>
                </a:path>
                <a:path w="7619" h="63500">
                  <a:moveTo>
                    <a:pt x="0" y="53339"/>
                  </a:moveTo>
                  <a:lnTo>
                    <a:pt x="7619" y="53339"/>
                  </a:lnTo>
                </a:path>
                <a:path w="7619" h="63500">
                  <a:moveTo>
                    <a:pt x="0" y="63245"/>
                  </a:moveTo>
                  <a:lnTo>
                    <a:pt x="7619" y="63245"/>
                  </a:lnTo>
                </a:path>
                <a:path w="7619" h="63500">
                  <a:moveTo>
                    <a:pt x="0" y="58673"/>
                  </a:moveTo>
                  <a:lnTo>
                    <a:pt x="7619" y="58673"/>
                  </a:lnTo>
                </a:path>
                <a:path w="7619" h="63500">
                  <a:moveTo>
                    <a:pt x="0" y="53339"/>
                  </a:moveTo>
                  <a:lnTo>
                    <a:pt x="7619" y="53339"/>
                  </a:lnTo>
                </a:path>
                <a:path w="7619" h="63500">
                  <a:moveTo>
                    <a:pt x="0" y="52577"/>
                  </a:moveTo>
                  <a:lnTo>
                    <a:pt x="7619" y="52577"/>
                  </a:lnTo>
                </a:path>
                <a:path w="7619" h="63500">
                  <a:moveTo>
                    <a:pt x="0" y="51815"/>
                  </a:moveTo>
                  <a:lnTo>
                    <a:pt x="7619" y="51815"/>
                  </a:lnTo>
                </a:path>
                <a:path w="7619" h="63500">
                  <a:moveTo>
                    <a:pt x="0" y="52577"/>
                  </a:moveTo>
                  <a:lnTo>
                    <a:pt x="7619" y="52577"/>
                  </a:lnTo>
                </a:path>
                <a:path w="7619" h="63500">
                  <a:moveTo>
                    <a:pt x="0" y="47243"/>
                  </a:moveTo>
                  <a:lnTo>
                    <a:pt x="7619" y="47243"/>
                  </a:lnTo>
                </a:path>
                <a:path w="7619" h="63500">
                  <a:moveTo>
                    <a:pt x="0" y="30479"/>
                  </a:moveTo>
                  <a:lnTo>
                    <a:pt x="7619" y="30479"/>
                  </a:lnTo>
                </a:path>
                <a:path w="7619" h="63500">
                  <a:moveTo>
                    <a:pt x="0" y="35051"/>
                  </a:moveTo>
                  <a:lnTo>
                    <a:pt x="7619" y="35051"/>
                  </a:lnTo>
                </a:path>
                <a:path w="7619" h="63500">
                  <a:moveTo>
                    <a:pt x="0" y="40385"/>
                  </a:moveTo>
                  <a:lnTo>
                    <a:pt x="7619" y="40385"/>
                  </a:lnTo>
                </a:path>
                <a:path w="7619" h="63500">
                  <a:moveTo>
                    <a:pt x="0" y="41147"/>
                  </a:moveTo>
                  <a:lnTo>
                    <a:pt x="7619" y="41147"/>
                  </a:lnTo>
                </a:path>
                <a:path w="7619" h="63500">
                  <a:moveTo>
                    <a:pt x="0" y="40385"/>
                  </a:moveTo>
                  <a:lnTo>
                    <a:pt x="7619" y="40385"/>
                  </a:lnTo>
                </a:path>
                <a:path w="7619" h="63500">
                  <a:moveTo>
                    <a:pt x="0" y="35051"/>
                  </a:moveTo>
                  <a:lnTo>
                    <a:pt x="7619" y="35051"/>
                  </a:lnTo>
                </a:path>
                <a:path w="7619" h="63500">
                  <a:moveTo>
                    <a:pt x="0" y="24383"/>
                  </a:moveTo>
                  <a:lnTo>
                    <a:pt x="7619" y="24383"/>
                  </a:lnTo>
                </a:path>
                <a:path w="7619" h="63500">
                  <a:moveTo>
                    <a:pt x="0" y="16001"/>
                  </a:moveTo>
                  <a:lnTo>
                    <a:pt x="7619" y="16001"/>
                  </a:lnTo>
                </a:path>
                <a:path w="7619" h="63500">
                  <a:moveTo>
                    <a:pt x="7619" y="10667"/>
                  </a:moveTo>
                  <a:lnTo>
                    <a:pt x="0" y="10667"/>
                  </a:lnTo>
                  <a:lnTo>
                    <a:pt x="7619" y="10667"/>
                  </a:lnTo>
                </a:path>
                <a:path w="7619" h="6350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746247" y="2016252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19" h="10160">
                  <a:moveTo>
                    <a:pt x="0" y="0"/>
                  </a:moveTo>
                  <a:lnTo>
                    <a:pt x="7619" y="0"/>
                  </a:lnTo>
                </a:path>
                <a:path w="7619" h="10160">
                  <a:moveTo>
                    <a:pt x="0" y="4571"/>
                  </a:moveTo>
                  <a:lnTo>
                    <a:pt x="7619" y="4571"/>
                  </a:lnTo>
                </a:path>
                <a:path w="7619" h="10160">
                  <a:moveTo>
                    <a:pt x="0" y="9143"/>
                  </a:moveTo>
                  <a:lnTo>
                    <a:pt x="7619" y="9143"/>
                  </a:lnTo>
                </a:path>
                <a:path w="7619" h="10160">
                  <a:moveTo>
                    <a:pt x="0" y="9905"/>
                  </a:moveTo>
                  <a:lnTo>
                    <a:pt x="7619" y="990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746247" y="1946910"/>
              <a:ext cx="7620" cy="121920"/>
            </a:xfrm>
            <a:custGeom>
              <a:avLst/>
              <a:gdLst/>
              <a:ahLst/>
              <a:cxnLst/>
              <a:rect l="l" t="t" r="r" b="b"/>
              <a:pathLst>
                <a:path w="7619" h="121919">
                  <a:moveTo>
                    <a:pt x="0" y="81533"/>
                  </a:moveTo>
                  <a:lnTo>
                    <a:pt x="7619" y="81533"/>
                  </a:lnTo>
                </a:path>
                <a:path w="7619" h="121919">
                  <a:moveTo>
                    <a:pt x="0" y="88391"/>
                  </a:moveTo>
                  <a:lnTo>
                    <a:pt x="7619" y="88391"/>
                  </a:lnTo>
                </a:path>
                <a:path w="7619" h="121919">
                  <a:moveTo>
                    <a:pt x="0" y="100583"/>
                  </a:moveTo>
                  <a:lnTo>
                    <a:pt x="7619" y="100583"/>
                  </a:lnTo>
                </a:path>
                <a:path w="7619" h="121919">
                  <a:moveTo>
                    <a:pt x="0" y="108965"/>
                  </a:moveTo>
                  <a:lnTo>
                    <a:pt x="7619" y="108965"/>
                  </a:lnTo>
                </a:path>
                <a:path w="7619" h="121919">
                  <a:moveTo>
                    <a:pt x="0" y="112775"/>
                  </a:moveTo>
                  <a:lnTo>
                    <a:pt x="7619" y="112775"/>
                  </a:lnTo>
                </a:path>
                <a:path w="7619" h="121919">
                  <a:moveTo>
                    <a:pt x="0" y="121919"/>
                  </a:moveTo>
                  <a:lnTo>
                    <a:pt x="7619" y="121919"/>
                  </a:lnTo>
                </a:path>
                <a:path w="7619" h="121919">
                  <a:moveTo>
                    <a:pt x="0" y="14477"/>
                  </a:moveTo>
                  <a:lnTo>
                    <a:pt x="7619" y="14477"/>
                  </a:lnTo>
                </a:path>
                <a:path w="7619" h="121919">
                  <a:moveTo>
                    <a:pt x="0" y="12191"/>
                  </a:moveTo>
                  <a:lnTo>
                    <a:pt x="7619" y="12191"/>
                  </a:lnTo>
                </a:path>
                <a:path w="7619" h="121919">
                  <a:moveTo>
                    <a:pt x="0" y="0"/>
                  </a:moveTo>
                  <a:lnTo>
                    <a:pt x="7619" y="0"/>
                  </a:lnTo>
                </a:path>
                <a:path w="7619" h="121919">
                  <a:moveTo>
                    <a:pt x="0" y="2285"/>
                  </a:moveTo>
                  <a:lnTo>
                    <a:pt x="7619" y="2285"/>
                  </a:lnTo>
                </a:path>
                <a:path w="7619" h="121919">
                  <a:moveTo>
                    <a:pt x="0" y="6857"/>
                  </a:moveTo>
                  <a:lnTo>
                    <a:pt x="7619" y="685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753867" y="1909572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19">
                  <a:moveTo>
                    <a:pt x="0" y="7619"/>
                  </a:moveTo>
                  <a:lnTo>
                    <a:pt x="0" y="3809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746247" y="1862328"/>
              <a:ext cx="7620" cy="68580"/>
            </a:xfrm>
            <a:custGeom>
              <a:avLst/>
              <a:gdLst/>
              <a:ahLst/>
              <a:cxnLst/>
              <a:rect l="l" t="t" r="r" b="b"/>
              <a:pathLst>
                <a:path w="7619" h="68580">
                  <a:moveTo>
                    <a:pt x="0" y="34289"/>
                  </a:moveTo>
                  <a:lnTo>
                    <a:pt x="7619" y="34289"/>
                  </a:lnTo>
                </a:path>
                <a:path w="7619" h="68580">
                  <a:moveTo>
                    <a:pt x="0" y="25145"/>
                  </a:moveTo>
                  <a:lnTo>
                    <a:pt x="7619" y="25145"/>
                  </a:lnTo>
                </a:path>
                <a:path w="7619" h="68580">
                  <a:moveTo>
                    <a:pt x="0" y="46481"/>
                  </a:moveTo>
                  <a:lnTo>
                    <a:pt x="7619" y="46481"/>
                  </a:lnTo>
                </a:path>
                <a:path w="7619" h="68580">
                  <a:moveTo>
                    <a:pt x="0" y="58673"/>
                  </a:moveTo>
                  <a:lnTo>
                    <a:pt x="7619" y="58673"/>
                  </a:lnTo>
                </a:path>
                <a:path w="7619" h="68580">
                  <a:moveTo>
                    <a:pt x="0" y="66293"/>
                  </a:moveTo>
                  <a:lnTo>
                    <a:pt x="7619" y="66293"/>
                  </a:lnTo>
                </a:path>
                <a:path w="7619" h="68580">
                  <a:moveTo>
                    <a:pt x="0" y="68579"/>
                  </a:moveTo>
                  <a:lnTo>
                    <a:pt x="7619" y="68579"/>
                  </a:lnTo>
                </a:path>
                <a:path w="7619" h="68580">
                  <a:moveTo>
                    <a:pt x="0" y="61721"/>
                  </a:moveTo>
                  <a:lnTo>
                    <a:pt x="7619" y="61721"/>
                  </a:lnTo>
                </a:path>
                <a:path w="7619" h="68580">
                  <a:moveTo>
                    <a:pt x="0" y="43433"/>
                  </a:moveTo>
                  <a:lnTo>
                    <a:pt x="7619" y="43433"/>
                  </a:lnTo>
                </a:path>
                <a:path w="7619" h="68580">
                  <a:moveTo>
                    <a:pt x="0" y="40385"/>
                  </a:moveTo>
                  <a:lnTo>
                    <a:pt x="7619" y="40385"/>
                  </a:lnTo>
                </a:path>
                <a:path w="7619" h="68580">
                  <a:moveTo>
                    <a:pt x="0" y="36575"/>
                  </a:moveTo>
                  <a:lnTo>
                    <a:pt x="7619" y="36575"/>
                  </a:lnTo>
                </a:path>
                <a:path w="7619" h="68580">
                  <a:moveTo>
                    <a:pt x="0" y="22859"/>
                  </a:moveTo>
                  <a:lnTo>
                    <a:pt x="7619" y="22859"/>
                  </a:lnTo>
                </a:path>
                <a:path w="7619" h="68580">
                  <a:moveTo>
                    <a:pt x="0" y="29717"/>
                  </a:moveTo>
                  <a:lnTo>
                    <a:pt x="7619" y="29717"/>
                  </a:lnTo>
                </a:path>
                <a:path w="7619" h="68580">
                  <a:moveTo>
                    <a:pt x="0" y="33527"/>
                  </a:moveTo>
                  <a:lnTo>
                    <a:pt x="7619" y="33527"/>
                  </a:lnTo>
                </a:path>
                <a:path w="7619" h="68580">
                  <a:moveTo>
                    <a:pt x="0" y="17525"/>
                  </a:moveTo>
                  <a:lnTo>
                    <a:pt x="7619" y="17525"/>
                  </a:lnTo>
                </a:path>
                <a:path w="7619" h="68580">
                  <a:moveTo>
                    <a:pt x="0" y="9905"/>
                  </a:moveTo>
                  <a:lnTo>
                    <a:pt x="7619" y="9905"/>
                  </a:lnTo>
                </a:path>
                <a:path w="7619" h="68580">
                  <a:moveTo>
                    <a:pt x="0" y="0"/>
                  </a:moveTo>
                  <a:lnTo>
                    <a:pt x="7619" y="0"/>
                  </a:lnTo>
                </a:path>
                <a:path w="7619" h="68580">
                  <a:moveTo>
                    <a:pt x="0" y="2285"/>
                  </a:moveTo>
                  <a:lnTo>
                    <a:pt x="7619" y="2285"/>
                  </a:lnTo>
                </a:path>
                <a:path w="7619" h="68580">
                  <a:moveTo>
                    <a:pt x="0" y="9905"/>
                  </a:moveTo>
                  <a:lnTo>
                    <a:pt x="7619" y="9905"/>
                  </a:lnTo>
                </a:path>
                <a:path w="7619" h="68580">
                  <a:moveTo>
                    <a:pt x="0" y="11429"/>
                  </a:moveTo>
                  <a:lnTo>
                    <a:pt x="7619" y="11429"/>
                  </a:lnTo>
                </a:path>
                <a:path w="7619" h="68580">
                  <a:moveTo>
                    <a:pt x="0" y="7619"/>
                  </a:moveTo>
                  <a:lnTo>
                    <a:pt x="7619" y="7619"/>
                  </a:lnTo>
                </a:path>
                <a:path w="7619" h="68580">
                  <a:moveTo>
                    <a:pt x="0" y="10667"/>
                  </a:moveTo>
                  <a:lnTo>
                    <a:pt x="7619" y="10667"/>
                  </a:lnTo>
                </a:path>
                <a:path w="7619" h="68580">
                  <a:moveTo>
                    <a:pt x="0" y="16763"/>
                  </a:moveTo>
                  <a:lnTo>
                    <a:pt x="7619" y="16763"/>
                  </a:lnTo>
                </a:path>
                <a:path w="7619" h="68580">
                  <a:moveTo>
                    <a:pt x="0" y="22097"/>
                  </a:moveTo>
                  <a:lnTo>
                    <a:pt x="7619" y="22097"/>
                  </a:lnTo>
                </a:path>
                <a:path w="7619" h="68580">
                  <a:moveTo>
                    <a:pt x="0" y="30479"/>
                  </a:moveTo>
                  <a:lnTo>
                    <a:pt x="7619" y="30479"/>
                  </a:lnTo>
                </a:path>
                <a:path w="7619" h="68580">
                  <a:moveTo>
                    <a:pt x="0" y="38099"/>
                  </a:moveTo>
                  <a:lnTo>
                    <a:pt x="7619" y="38099"/>
                  </a:lnTo>
                </a:path>
                <a:path w="7619" h="68580">
                  <a:moveTo>
                    <a:pt x="0" y="51815"/>
                  </a:moveTo>
                  <a:lnTo>
                    <a:pt x="7619" y="51815"/>
                  </a:lnTo>
                </a:path>
                <a:path w="7619" h="68580">
                  <a:moveTo>
                    <a:pt x="0" y="57911"/>
                  </a:moveTo>
                  <a:lnTo>
                    <a:pt x="7619" y="57911"/>
                  </a:lnTo>
                </a:path>
                <a:path w="7619" h="68580">
                  <a:moveTo>
                    <a:pt x="0" y="52577"/>
                  </a:moveTo>
                  <a:lnTo>
                    <a:pt x="7619" y="52577"/>
                  </a:lnTo>
                </a:path>
                <a:path w="7619" h="68580">
                  <a:moveTo>
                    <a:pt x="0" y="38099"/>
                  </a:moveTo>
                  <a:lnTo>
                    <a:pt x="7619" y="38099"/>
                  </a:lnTo>
                </a:path>
                <a:path w="7619" h="68580">
                  <a:moveTo>
                    <a:pt x="0" y="30479"/>
                  </a:moveTo>
                  <a:lnTo>
                    <a:pt x="7619" y="30479"/>
                  </a:lnTo>
                </a:path>
                <a:path w="7619" h="68580">
                  <a:moveTo>
                    <a:pt x="0" y="22097"/>
                  </a:moveTo>
                  <a:lnTo>
                    <a:pt x="7619" y="2209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/>
          <p:nvPr/>
        </p:nvSpPr>
        <p:spPr>
          <a:xfrm>
            <a:off x="2746247" y="1722882"/>
            <a:ext cx="7620" cy="55880"/>
          </a:xfrm>
          <a:custGeom>
            <a:avLst/>
            <a:gdLst/>
            <a:ahLst/>
            <a:cxnLst/>
            <a:rect l="l" t="t" r="r" b="b"/>
            <a:pathLst>
              <a:path w="7619" h="55880">
                <a:moveTo>
                  <a:pt x="0" y="8381"/>
                </a:moveTo>
                <a:lnTo>
                  <a:pt x="7619" y="8381"/>
                </a:lnTo>
              </a:path>
              <a:path w="7619" h="55880">
                <a:moveTo>
                  <a:pt x="0" y="761"/>
                </a:moveTo>
                <a:lnTo>
                  <a:pt x="7619" y="761"/>
                </a:lnTo>
              </a:path>
              <a:path w="7619" h="55880">
                <a:moveTo>
                  <a:pt x="0" y="0"/>
                </a:moveTo>
                <a:lnTo>
                  <a:pt x="7619" y="0"/>
                </a:lnTo>
              </a:path>
              <a:path w="7619" h="55880">
                <a:moveTo>
                  <a:pt x="0" y="6857"/>
                </a:moveTo>
                <a:lnTo>
                  <a:pt x="7619" y="6857"/>
                </a:lnTo>
              </a:path>
              <a:path w="7619" h="55880">
                <a:moveTo>
                  <a:pt x="0" y="25145"/>
                </a:moveTo>
                <a:lnTo>
                  <a:pt x="7619" y="25145"/>
                </a:lnTo>
              </a:path>
              <a:path w="7619" h="55880">
                <a:moveTo>
                  <a:pt x="0" y="40385"/>
                </a:moveTo>
                <a:lnTo>
                  <a:pt x="7619" y="40385"/>
                </a:lnTo>
              </a:path>
              <a:path w="7619" h="55880">
                <a:moveTo>
                  <a:pt x="0" y="51053"/>
                </a:moveTo>
                <a:lnTo>
                  <a:pt x="7619" y="51053"/>
                </a:lnTo>
              </a:path>
              <a:path w="7619" h="55880">
                <a:moveTo>
                  <a:pt x="0" y="55625"/>
                </a:moveTo>
                <a:lnTo>
                  <a:pt x="7619" y="55625"/>
                </a:lnTo>
              </a:path>
              <a:path w="7619" h="55880">
                <a:moveTo>
                  <a:pt x="0" y="48005"/>
                </a:moveTo>
                <a:lnTo>
                  <a:pt x="7619" y="48005"/>
                </a:lnTo>
              </a:path>
              <a:path w="7619" h="55880">
                <a:moveTo>
                  <a:pt x="0" y="26669"/>
                </a:moveTo>
                <a:lnTo>
                  <a:pt x="7619" y="26669"/>
                </a:lnTo>
              </a:path>
              <a:path w="7619" h="55880">
                <a:moveTo>
                  <a:pt x="0" y="15239"/>
                </a:moveTo>
                <a:lnTo>
                  <a:pt x="7619" y="15239"/>
                </a:lnTo>
              </a:path>
              <a:path w="7619" h="55880">
                <a:moveTo>
                  <a:pt x="0" y="4571"/>
                </a:moveTo>
                <a:lnTo>
                  <a:pt x="7619" y="4571"/>
                </a:lnTo>
              </a:path>
              <a:path w="7619" h="55880">
                <a:moveTo>
                  <a:pt x="0" y="2285"/>
                </a:moveTo>
                <a:lnTo>
                  <a:pt x="7619" y="2285"/>
                </a:lnTo>
              </a:path>
              <a:path w="7619" h="55880">
                <a:moveTo>
                  <a:pt x="0" y="3047"/>
                </a:moveTo>
                <a:lnTo>
                  <a:pt x="7619" y="3047"/>
                </a:lnTo>
              </a:path>
              <a:path w="7619" h="55880">
                <a:moveTo>
                  <a:pt x="0" y="12191"/>
                </a:moveTo>
                <a:lnTo>
                  <a:pt x="7619" y="12191"/>
                </a:lnTo>
              </a:path>
              <a:path w="7619" h="55880">
                <a:moveTo>
                  <a:pt x="0" y="21335"/>
                </a:moveTo>
                <a:lnTo>
                  <a:pt x="7619" y="21335"/>
                </a:lnTo>
              </a:path>
              <a:path w="7619" h="55880">
                <a:moveTo>
                  <a:pt x="0" y="37337"/>
                </a:moveTo>
                <a:lnTo>
                  <a:pt x="7619" y="37337"/>
                </a:lnTo>
              </a:path>
              <a:path w="7619" h="55880">
                <a:moveTo>
                  <a:pt x="0" y="43433"/>
                </a:moveTo>
                <a:lnTo>
                  <a:pt x="7619" y="43433"/>
                </a:lnTo>
              </a:path>
              <a:path w="7619" h="55880">
                <a:moveTo>
                  <a:pt x="0" y="27431"/>
                </a:moveTo>
                <a:lnTo>
                  <a:pt x="7619" y="27431"/>
                </a:lnTo>
              </a:path>
              <a:path w="7619" h="55880">
                <a:moveTo>
                  <a:pt x="0" y="38861"/>
                </a:moveTo>
                <a:lnTo>
                  <a:pt x="7619" y="38861"/>
                </a:lnTo>
              </a:path>
              <a:path w="7619" h="55880">
                <a:moveTo>
                  <a:pt x="0" y="19049"/>
                </a:moveTo>
                <a:lnTo>
                  <a:pt x="7619" y="19049"/>
                </a:lnTo>
              </a:path>
              <a:path w="7619" h="55880">
                <a:moveTo>
                  <a:pt x="0" y="14477"/>
                </a:moveTo>
                <a:lnTo>
                  <a:pt x="7619" y="14477"/>
                </a:lnTo>
              </a:path>
              <a:path w="7619" h="55880">
                <a:moveTo>
                  <a:pt x="0" y="12191"/>
                </a:moveTo>
                <a:lnTo>
                  <a:pt x="7619" y="12191"/>
                </a:lnTo>
              </a:path>
              <a:path w="7619" h="55880">
                <a:moveTo>
                  <a:pt x="0" y="21335"/>
                </a:moveTo>
                <a:lnTo>
                  <a:pt x="7619" y="21335"/>
                </a:lnTo>
              </a:path>
              <a:path w="7619" h="55880">
                <a:moveTo>
                  <a:pt x="0" y="43433"/>
                </a:moveTo>
                <a:lnTo>
                  <a:pt x="7619" y="4343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746247" y="2266188"/>
            <a:ext cx="7620" cy="102870"/>
          </a:xfrm>
          <a:custGeom>
            <a:avLst/>
            <a:gdLst/>
            <a:ahLst/>
            <a:cxnLst/>
            <a:rect l="l" t="t" r="r" b="b"/>
            <a:pathLst>
              <a:path w="7619" h="102869">
                <a:moveTo>
                  <a:pt x="0" y="68579"/>
                </a:moveTo>
                <a:lnTo>
                  <a:pt x="7619" y="68579"/>
                </a:lnTo>
              </a:path>
              <a:path w="7619" h="102869">
                <a:moveTo>
                  <a:pt x="0" y="55625"/>
                </a:moveTo>
                <a:lnTo>
                  <a:pt x="7619" y="55625"/>
                </a:lnTo>
              </a:path>
              <a:path w="7619" h="102869">
                <a:moveTo>
                  <a:pt x="0" y="93725"/>
                </a:moveTo>
                <a:lnTo>
                  <a:pt x="7619" y="93725"/>
                </a:lnTo>
              </a:path>
              <a:path w="7619" h="102869">
                <a:moveTo>
                  <a:pt x="0" y="102869"/>
                </a:moveTo>
                <a:lnTo>
                  <a:pt x="7619" y="102869"/>
                </a:lnTo>
              </a:path>
              <a:path w="7619" h="102869">
                <a:moveTo>
                  <a:pt x="0" y="91439"/>
                </a:moveTo>
                <a:lnTo>
                  <a:pt x="7619" y="91439"/>
                </a:lnTo>
              </a:path>
              <a:path w="7619" h="102869">
                <a:moveTo>
                  <a:pt x="0" y="57149"/>
                </a:moveTo>
                <a:lnTo>
                  <a:pt x="7619" y="57149"/>
                </a:lnTo>
              </a:path>
              <a:path w="7619" h="102869">
                <a:moveTo>
                  <a:pt x="0" y="51053"/>
                </a:moveTo>
                <a:lnTo>
                  <a:pt x="7619" y="51053"/>
                </a:lnTo>
              </a:path>
              <a:path w="7619" h="102869">
                <a:moveTo>
                  <a:pt x="0" y="48767"/>
                </a:moveTo>
                <a:lnTo>
                  <a:pt x="7619" y="48767"/>
                </a:lnTo>
              </a:path>
              <a:path w="7619" h="102869">
                <a:moveTo>
                  <a:pt x="0" y="54863"/>
                </a:moveTo>
                <a:lnTo>
                  <a:pt x="7619" y="54863"/>
                </a:lnTo>
              </a:path>
              <a:path w="7619" h="102869">
                <a:moveTo>
                  <a:pt x="0" y="73913"/>
                </a:moveTo>
                <a:lnTo>
                  <a:pt x="7619" y="73913"/>
                </a:lnTo>
              </a:path>
              <a:path w="7619" h="102869">
                <a:moveTo>
                  <a:pt x="0" y="84581"/>
                </a:moveTo>
                <a:lnTo>
                  <a:pt x="7619" y="84581"/>
                </a:lnTo>
              </a:path>
              <a:path w="7619" h="102869">
                <a:moveTo>
                  <a:pt x="0" y="92963"/>
                </a:moveTo>
                <a:lnTo>
                  <a:pt x="7619" y="92963"/>
                </a:lnTo>
              </a:path>
              <a:path w="7619" h="102869">
                <a:moveTo>
                  <a:pt x="7619" y="96011"/>
                </a:moveTo>
                <a:lnTo>
                  <a:pt x="0" y="96011"/>
                </a:lnTo>
                <a:lnTo>
                  <a:pt x="7619" y="96011"/>
                </a:lnTo>
              </a:path>
              <a:path w="7619" h="102869">
                <a:moveTo>
                  <a:pt x="0" y="100583"/>
                </a:moveTo>
                <a:lnTo>
                  <a:pt x="7619" y="100583"/>
                </a:lnTo>
              </a:path>
              <a:path w="7619" h="102869">
                <a:moveTo>
                  <a:pt x="0" y="102107"/>
                </a:moveTo>
                <a:lnTo>
                  <a:pt x="7619" y="102107"/>
                </a:lnTo>
              </a:path>
              <a:path w="7619" h="102869">
                <a:moveTo>
                  <a:pt x="0" y="89153"/>
                </a:moveTo>
                <a:lnTo>
                  <a:pt x="7619" y="89153"/>
                </a:lnTo>
              </a:path>
              <a:path w="7619" h="102869">
                <a:moveTo>
                  <a:pt x="0" y="76961"/>
                </a:moveTo>
                <a:lnTo>
                  <a:pt x="7619" y="76961"/>
                </a:lnTo>
              </a:path>
              <a:path w="7619" h="102869">
                <a:moveTo>
                  <a:pt x="0" y="48005"/>
                </a:moveTo>
                <a:lnTo>
                  <a:pt x="7619" y="48005"/>
                </a:lnTo>
              </a:path>
              <a:path w="7619" h="102869">
                <a:moveTo>
                  <a:pt x="0" y="37337"/>
                </a:moveTo>
                <a:lnTo>
                  <a:pt x="7619" y="37337"/>
                </a:lnTo>
              </a:path>
              <a:path w="7619" h="102869">
                <a:moveTo>
                  <a:pt x="0" y="40385"/>
                </a:moveTo>
                <a:lnTo>
                  <a:pt x="7619" y="40385"/>
                </a:lnTo>
              </a:path>
              <a:path w="7619" h="102869">
                <a:moveTo>
                  <a:pt x="0" y="47243"/>
                </a:moveTo>
                <a:lnTo>
                  <a:pt x="7619" y="47243"/>
                </a:lnTo>
              </a:path>
              <a:path w="7619" h="102869">
                <a:moveTo>
                  <a:pt x="0" y="83057"/>
                </a:moveTo>
                <a:lnTo>
                  <a:pt x="7619" y="83057"/>
                </a:lnTo>
              </a:path>
              <a:path w="7619" h="102869">
                <a:moveTo>
                  <a:pt x="0" y="89153"/>
                </a:moveTo>
                <a:lnTo>
                  <a:pt x="7619" y="89153"/>
                </a:lnTo>
              </a:path>
              <a:path w="7619" h="102869">
                <a:moveTo>
                  <a:pt x="0" y="91439"/>
                </a:moveTo>
                <a:lnTo>
                  <a:pt x="7619" y="91439"/>
                </a:lnTo>
              </a:path>
              <a:path w="7619" h="102869">
                <a:moveTo>
                  <a:pt x="0" y="85343"/>
                </a:moveTo>
                <a:lnTo>
                  <a:pt x="7619" y="85343"/>
                </a:lnTo>
              </a:path>
              <a:path w="7619" h="102869">
                <a:moveTo>
                  <a:pt x="0" y="57911"/>
                </a:moveTo>
                <a:lnTo>
                  <a:pt x="7619" y="57911"/>
                </a:lnTo>
              </a:path>
              <a:path w="7619" h="102869">
                <a:moveTo>
                  <a:pt x="0" y="50291"/>
                </a:moveTo>
                <a:lnTo>
                  <a:pt x="7619" y="50291"/>
                </a:lnTo>
              </a:path>
              <a:path w="7619" h="102869">
                <a:moveTo>
                  <a:pt x="0" y="49529"/>
                </a:moveTo>
                <a:lnTo>
                  <a:pt x="7619" y="49529"/>
                </a:lnTo>
              </a:path>
              <a:path w="7619" h="102869">
                <a:moveTo>
                  <a:pt x="0" y="44957"/>
                </a:moveTo>
                <a:lnTo>
                  <a:pt x="7619" y="44957"/>
                </a:lnTo>
              </a:path>
              <a:path w="7619" h="102869">
                <a:moveTo>
                  <a:pt x="0" y="42671"/>
                </a:moveTo>
                <a:lnTo>
                  <a:pt x="7619" y="42671"/>
                </a:lnTo>
              </a:path>
              <a:path w="7619" h="102869">
                <a:moveTo>
                  <a:pt x="0" y="32003"/>
                </a:moveTo>
                <a:lnTo>
                  <a:pt x="7619" y="32003"/>
                </a:lnTo>
              </a:path>
              <a:path w="7619" h="102869">
                <a:moveTo>
                  <a:pt x="0" y="20573"/>
                </a:moveTo>
                <a:lnTo>
                  <a:pt x="7619" y="20573"/>
                </a:lnTo>
              </a:path>
              <a:path w="7619" h="102869">
                <a:moveTo>
                  <a:pt x="0" y="27431"/>
                </a:moveTo>
                <a:lnTo>
                  <a:pt x="7619" y="27431"/>
                </a:lnTo>
              </a:path>
              <a:path w="7619" h="102869">
                <a:moveTo>
                  <a:pt x="0" y="22859"/>
                </a:moveTo>
                <a:lnTo>
                  <a:pt x="7619" y="22859"/>
                </a:lnTo>
              </a:path>
              <a:path w="7619" h="102869">
                <a:moveTo>
                  <a:pt x="0" y="22097"/>
                </a:moveTo>
                <a:lnTo>
                  <a:pt x="7619" y="22097"/>
                </a:lnTo>
              </a:path>
              <a:path w="7619" h="102869">
                <a:moveTo>
                  <a:pt x="0" y="21335"/>
                </a:moveTo>
                <a:lnTo>
                  <a:pt x="7619" y="21335"/>
                </a:lnTo>
              </a:path>
              <a:path w="7619" h="102869">
                <a:moveTo>
                  <a:pt x="0" y="22859"/>
                </a:moveTo>
                <a:lnTo>
                  <a:pt x="7619" y="22859"/>
                </a:lnTo>
              </a:path>
              <a:path w="7619" h="102869">
                <a:moveTo>
                  <a:pt x="0" y="26669"/>
                </a:moveTo>
                <a:lnTo>
                  <a:pt x="7619" y="26669"/>
                </a:lnTo>
              </a:path>
              <a:path w="7619" h="102869">
                <a:moveTo>
                  <a:pt x="0" y="16763"/>
                </a:moveTo>
                <a:lnTo>
                  <a:pt x="7619" y="16763"/>
                </a:lnTo>
              </a:path>
              <a:path w="7619" h="102869">
                <a:moveTo>
                  <a:pt x="0" y="0"/>
                </a:moveTo>
                <a:lnTo>
                  <a:pt x="7619" y="0"/>
                </a:lnTo>
              </a:path>
              <a:path w="7619" h="102869">
                <a:moveTo>
                  <a:pt x="0" y="4571"/>
                </a:moveTo>
                <a:lnTo>
                  <a:pt x="7619" y="4571"/>
                </a:lnTo>
              </a:path>
              <a:path w="7619" h="102869">
                <a:moveTo>
                  <a:pt x="0" y="9143"/>
                </a:moveTo>
                <a:lnTo>
                  <a:pt x="7619" y="9143"/>
                </a:lnTo>
              </a:path>
              <a:path w="7619" h="102869">
                <a:moveTo>
                  <a:pt x="0" y="9905"/>
                </a:moveTo>
                <a:lnTo>
                  <a:pt x="7619" y="9905"/>
                </a:lnTo>
              </a:path>
              <a:path w="7619" h="102869">
                <a:moveTo>
                  <a:pt x="0" y="10667"/>
                </a:moveTo>
                <a:lnTo>
                  <a:pt x="7619" y="10667"/>
                </a:lnTo>
              </a:path>
              <a:path w="7619" h="102869">
                <a:moveTo>
                  <a:pt x="0" y="11429"/>
                </a:moveTo>
                <a:lnTo>
                  <a:pt x="7619" y="1142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746247" y="2133600"/>
            <a:ext cx="7620" cy="51435"/>
          </a:xfrm>
          <a:custGeom>
            <a:avLst/>
            <a:gdLst/>
            <a:ahLst/>
            <a:cxnLst/>
            <a:rect l="l" t="t" r="r" b="b"/>
            <a:pathLst>
              <a:path w="7619" h="51435">
                <a:moveTo>
                  <a:pt x="0" y="16763"/>
                </a:moveTo>
                <a:lnTo>
                  <a:pt x="7619" y="16763"/>
                </a:lnTo>
              </a:path>
              <a:path w="7619" h="51435">
                <a:moveTo>
                  <a:pt x="0" y="9143"/>
                </a:moveTo>
                <a:lnTo>
                  <a:pt x="7619" y="9143"/>
                </a:lnTo>
              </a:path>
              <a:path w="7619" h="51435">
                <a:moveTo>
                  <a:pt x="0" y="32765"/>
                </a:moveTo>
                <a:lnTo>
                  <a:pt x="7619" y="32765"/>
                </a:lnTo>
              </a:path>
              <a:path w="7619" h="51435">
                <a:moveTo>
                  <a:pt x="0" y="39623"/>
                </a:moveTo>
                <a:lnTo>
                  <a:pt x="7619" y="39623"/>
                </a:lnTo>
              </a:path>
              <a:path w="7619" h="51435">
                <a:moveTo>
                  <a:pt x="0" y="35051"/>
                </a:moveTo>
                <a:lnTo>
                  <a:pt x="7619" y="35051"/>
                </a:lnTo>
              </a:path>
              <a:path w="7619" h="51435">
                <a:moveTo>
                  <a:pt x="0" y="21335"/>
                </a:moveTo>
                <a:lnTo>
                  <a:pt x="7619" y="21335"/>
                </a:lnTo>
              </a:path>
              <a:path w="7619" h="51435">
                <a:moveTo>
                  <a:pt x="0" y="12191"/>
                </a:moveTo>
                <a:lnTo>
                  <a:pt x="7619" y="12191"/>
                </a:lnTo>
              </a:path>
              <a:path w="7619" h="51435">
                <a:moveTo>
                  <a:pt x="0" y="6095"/>
                </a:moveTo>
                <a:lnTo>
                  <a:pt x="7619" y="6095"/>
                </a:lnTo>
              </a:path>
              <a:path w="7619" h="51435">
                <a:moveTo>
                  <a:pt x="0" y="1523"/>
                </a:moveTo>
                <a:lnTo>
                  <a:pt x="7619" y="1523"/>
                </a:lnTo>
              </a:path>
              <a:path w="7619" h="51435">
                <a:moveTo>
                  <a:pt x="0" y="0"/>
                </a:moveTo>
                <a:lnTo>
                  <a:pt x="7619" y="0"/>
                </a:lnTo>
              </a:path>
              <a:path w="7619" h="51435">
                <a:moveTo>
                  <a:pt x="0" y="7619"/>
                </a:moveTo>
                <a:lnTo>
                  <a:pt x="7619" y="7619"/>
                </a:lnTo>
              </a:path>
              <a:path w="7619" h="51435">
                <a:moveTo>
                  <a:pt x="0" y="16001"/>
                </a:moveTo>
                <a:lnTo>
                  <a:pt x="7619" y="16001"/>
                </a:lnTo>
              </a:path>
              <a:path w="7619" h="51435">
                <a:moveTo>
                  <a:pt x="0" y="28193"/>
                </a:moveTo>
                <a:lnTo>
                  <a:pt x="7619" y="28193"/>
                </a:lnTo>
              </a:path>
              <a:path w="7619" h="51435">
                <a:moveTo>
                  <a:pt x="0" y="40385"/>
                </a:moveTo>
                <a:lnTo>
                  <a:pt x="7619" y="40385"/>
                </a:lnTo>
              </a:path>
              <a:path w="7619" h="51435">
                <a:moveTo>
                  <a:pt x="0" y="48005"/>
                </a:moveTo>
                <a:lnTo>
                  <a:pt x="7619" y="48005"/>
                </a:lnTo>
              </a:path>
              <a:path w="7619" h="51435">
                <a:moveTo>
                  <a:pt x="0" y="51053"/>
                </a:moveTo>
                <a:lnTo>
                  <a:pt x="7619" y="51053"/>
                </a:lnTo>
              </a:path>
              <a:path w="7619" h="51435">
                <a:moveTo>
                  <a:pt x="0" y="47243"/>
                </a:moveTo>
                <a:lnTo>
                  <a:pt x="7619" y="47243"/>
                </a:lnTo>
              </a:path>
              <a:path w="7619" h="51435">
                <a:moveTo>
                  <a:pt x="0" y="37337"/>
                </a:moveTo>
                <a:lnTo>
                  <a:pt x="7619" y="37337"/>
                </a:lnTo>
              </a:path>
              <a:path w="7619" h="51435">
                <a:moveTo>
                  <a:pt x="0" y="21335"/>
                </a:moveTo>
                <a:lnTo>
                  <a:pt x="7619" y="21335"/>
                </a:lnTo>
              </a:path>
              <a:path w="7619" h="51435">
                <a:moveTo>
                  <a:pt x="0" y="11429"/>
                </a:moveTo>
                <a:lnTo>
                  <a:pt x="7619" y="11429"/>
                </a:lnTo>
              </a:path>
              <a:path w="7619" h="51435">
                <a:moveTo>
                  <a:pt x="0" y="2285"/>
                </a:moveTo>
                <a:lnTo>
                  <a:pt x="7619" y="228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8" name="object 138"/>
          <p:cNvGrpSpPr/>
          <p:nvPr/>
        </p:nvGrpSpPr>
        <p:grpSpPr>
          <a:xfrm>
            <a:off x="2744723" y="1972056"/>
            <a:ext cx="18415" cy="62230"/>
            <a:chOff x="2744723" y="1972056"/>
            <a:chExt cx="18415" cy="62230"/>
          </a:xfrm>
        </p:grpSpPr>
        <p:sp>
          <p:nvSpPr>
            <p:cNvPr id="139" name="object 139"/>
            <p:cNvSpPr/>
            <p:nvPr/>
          </p:nvSpPr>
          <p:spPr>
            <a:xfrm>
              <a:off x="2753867" y="2013204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3047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746247" y="1976628"/>
              <a:ext cx="7620" cy="52705"/>
            </a:xfrm>
            <a:custGeom>
              <a:avLst/>
              <a:gdLst/>
              <a:ahLst/>
              <a:cxnLst/>
              <a:rect l="l" t="t" r="r" b="b"/>
              <a:pathLst>
                <a:path w="7619" h="52705">
                  <a:moveTo>
                    <a:pt x="0" y="22859"/>
                  </a:moveTo>
                  <a:lnTo>
                    <a:pt x="7619" y="22859"/>
                  </a:lnTo>
                </a:path>
                <a:path w="7619" h="52705">
                  <a:moveTo>
                    <a:pt x="0" y="0"/>
                  </a:moveTo>
                  <a:lnTo>
                    <a:pt x="7619" y="0"/>
                  </a:lnTo>
                </a:path>
                <a:path w="7619" h="52705">
                  <a:moveTo>
                    <a:pt x="0" y="6095"/>
                  </a:moveTo>
                  <a:lnTo>
                    <a:pt x="7619" y="6095"/>
                  </a:lnTo>
                </a:path>
                <a:path w="7619" h="52705">
                  <a:moveTo>
                    <a:pt x="0" y="14477"/>
                  </a:moveTo>
                  <a:lnTo>
                    <a:pt x="7619" y="14477"/>
                  </a:lnTo>
                </a:path>
                <a:path w="7619" h="52705">
                  <a:moveTo>
                    <a:pt x="0" y="16763"/>
                  </a:moveTo>
                  <a:lnTo>
                    <a:pt x="7619" y="16763"/>
                  </a:lnTo>
                </a:path>
                <a:path w="7619" h="52705">
                  <a:moveTo>
                    <a:pt x="0" y="17525"/>
                  </a:moveTo>
                  <a:lnTo>
                    <a:pt x="7619" y="17525"/>
                  </a:lnTo>
                </a:path>
                <a:path w="7619" h="52705">
                  <a:moveTo>
                    <a:pt x="0" y="16763"/>
                  </a:moveTo>
                  <a:lnTo>
                    <a:pt x="7619" y="16763"/>
                  </a:lnTo>
                </a:path>
                <a:path w="7619" h="52705">
                  <a:moveTo>
                    <a:pt x="0" y="16001"/>
                  </a:moveTo>
                  <a:lnTo>
                    <a:pt x="7619" y="16001"/>
                  </a:lnTo>
                </a:path>
                <a:path w="7619" h="52705">
                  <a:moveTo>
                    <a:pt x="0" y="18287"/>
                  </a:moveTo>
                  <a:lnTo>
                    <a:pt x="7619" y="18287"/>
                  </a:lnTo>
                </a:path>
                <a:path w="7619" h="52705">
                  <a:moveTo>
                    <a:pt x="0" y="52577"/>
                  </a:moveTo>
                  <a:lnTo>
                    <a:pt x="7619" y="52577"/>
                  </a:lnTo>
                </a:path>
                <a:path w="7619" h="52705">
                  <a:moveTo>
                    <a:pt x="0" y="51815"/>
                  </a:moveTo>
                  <a:lnTo>
                    <a:pt x="7619" y="51815"/>
                  </a:lnTo>
                </a:path>
                <a:path w="7619" h="52705">
                  <a:moveTo>
                    <a:pt x="0" y="51053"/>
                  </a:moveTo>
                  <a:lnTo>
                    <a:pt x="7619" y="51053"/>
                  </a:lnTo>
                </a:path>
                <a:path w="7619" h="52705">
                  <a:moveTo>
                    <a:pt x="0" y="48005"/>
                  </a:moveTo>
                  <a:lnTo>
                    <a:pt x="7619" y="48005"/>
                  </a:lnTo>
                </a:path>
                <a:path w="7619" h="52705">
                  <a:moveTo>
                    <a:pt x="0" y="32765"/>
                  </a:moveTo>
                  <a:lnTo>
                    <a:pt x="7619" y="32765"/>
                  </a:lnTo>
                </a:path>
                <a:path w="7619" h="52705">
                  <a:moveTo>
                    <a:pt x="0" y="29717"/>
                  </a:moveTo>
                  <a:lnTo>
                    <a:pt x="7619" y="29717"/>
                  </a:lnTo>
                </a:path>
                <a:path w="7619" h="52705">
                  <a:moveTo>
                    <a:pt x="7619" y="28955"/>
                  </a:moveTo>
                  <a:lnTo>
                    <a:pt x="0" y="28955"/>
                  </a:lnTo>
                  <a:lnTo>
                    <a:pt x="7619" y="28955"/>
                  </a:lnTo>
                </a:path>
                <a:path w="7619" h="52705">
                  <a:moveTo>
                    <a:pt x="0" y="30479"/>
                  </a:moveTo>
                  <a:lnTo>
                    <a:pt x="7619" y="30479"/>
                  </a:lnTo>
                </a:path>
                <a:path w="7619" h="52705">
                  <a:moveTo>
                    <a:pt x="0" y="40385"/>
                  </a:moveTo>
                  <a:lnTo>
                    <a:pt x="7619" y="40385"/>
                  </a:lnTo>
                </a:path>
                <a:path w="7619" h="52705">
                  <a:moveTo>
                    <a:pt x="0" y="45719"/>
                  </a:moveTo>
                  <a:lnTo>
                    <a:pt x="7619" y="4571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/>
          <p:nvPr/>
        </p:nvSpPr>
        <p:spPr>
          <a:xfrm>
            <a:off x="2746247" y="1840230"/>
            <a:ext cx="7620" cy="62230"/>
          </a:xfrm>
          <a:custGeom>
            <a:avLst/>
            <a:gdLst/>
            <a:ahLst/>
            <a:cxnLst/>
            <a:rect l="l" t="t" r="r" b="b"/>
            <a:pathLst>
              <a:path w="7619" h="62230">
                <a:moveTo>
                  <a:pt x="0" y="20573"/>
                </a:moveTo>
                <a:lnTo>
                  <a:pt x="7619" y="20573"/>
                </a:lnTo>
              </a:path>
              <a:path w="7619" h="62230">
                <a:moveTo>
                  <a:pt x="0" y="0"/>
                </a:moveTo>
                <a:lnTo>
                  <a:pt x="7619" y="0"/>
                </a:lnTo>
              </a:path>
              <a:path w="7619" h="62230">
                <a:moveTo>
                  <a:pt x="0" y="6857"/>
                </a:moveTo>
                <a:lnTo>
                  <a:pt x="7619" y="6857"/>
                </a:lnTo>
              </a:path>
              <a:path w="7619" h="62230">
                <a:moveTo>
                  <a:pt x="0" y="12953"/>
                </a:moveTo>
                <a:lnTo>
                  <a:pt x="7619" y="12953"/>
                </a:lnTo>
              </a:path>
              <a:path w="7619" h="62230">
                <a:moveTo>
                  <a:pt x="7619" y="0"/>
                </a:moveTo>
                <a:lnTo>
                  <a:pt x="0" y="0"/>
                </a:lnTo>
                <a:lnTo>
                  <a:pt x="7619" y="0"/>
                </a:lnTo>
              </a:path>
              <a:path w="7619" h="62230">
                <a:moveTo>
                  <a:pt x="0" y="14477"/>
                </a:moveTo>
                <a:lnTo>
                  <a:pt x="7619" y="14477"/>
                </a:lnTo>
              </a:path>
              <a:path w="7619" h="62230">
                <a:moveTo>
                  <a:pt x="0" y="13715"/>
                </a:moveTo>
                <a:lnTo>
                  <a:pt x="7619" y="13715"/>
                </a:lnTo>
              </a:path>
              <a:path w="7619" h="62230">
                <a:moveTo>
                  <a:pt x="0" y="16001"/>
                </a:moveTo>
                <a:lnTo>
                  <a:pt x="7619" y="16001"/>
                </a:lnTo>
              </a:path>
              <a:path w="7619" h="62230">
                <a:moveTo>
                  <a:pt x="0" y="24383"/>
                </a:moveTo>
                <a:lnTo>
                  <a:pt x="7619" y="24383"/>
                </a:lnTo>
              </a:path>
              <a:path w="7619" h="62230">
                <a:moveTo>
                  <a:pt x="0" y="44957"/>
                </a:moveTo>
                <a:lnTo>
                  <a:pt x="7619" y="44957"/>
                </a:lnTo>
              </a:path>
              <a:path w="7619" h="62230">
                <a:moveTo>
                  <a:pt x="0" y="61721"/>
                </a:moveTo>
                <a:lnTo>
                  <a:pt x="7619" y="61721"/>
                </a:lnTo>
              </a:path>
              <a:path w="7619" h="62230">
                <a:moveTo>
                  <a:pt x="0" y="60197"/>
                </a:moveTo>
                <a:lnTo>
                  <a:pt x="7619" y="60197"/>
                </a:lnTo>
              </a:path>
              <a:path w="7619" h="62230">
                <a:moveTo>
                  <a:pt x="0" y="25907"/>
                </a:moveTo>
                <a:lnTo>
                  <a:pt x="7619" y="25907"/>
                </a:lnTo>
              </a:path>
              <a:path w="7619" h="62230">
                <a:moveTo>
                  <a:pt x="0" y="27431"/>
                </a:moveTo>
                <a:lnTo>
                  <a:pt x="7619" y="27431"/>
                </a:lnTo>
              </a:path>
              <a:path w="7619" h="62230">
                <a:moveTo>
                  <a:pt x="0" y="34289"/>
                </a:moveTo>
                <a:lnTo>
                  <a:pt x="7619" y="34289"/>
                </a:lnTo>
              </a:path>
              <a:path w="7619" h="62230">
                <a:moveTo>
                  <a:pt x="0" y="41909"/>
                </a:moveTo>
                <a:lnTo>
                  <a:pt x="7619" y="41909"/>
                </a:lnTo>
              </a:path>
              <a:path w="7619" h="62230">
                <a:moveTo>
                  <a:pt x="0" y="39623"/>
                </a:moveTo>
                <a:lnTo>
                  <a:pt x="7619" y="39623"/>
                </a:lnTo>
              </a:path>
              <a:path w="7619" h="62230">
                <a:moveTo>
                  <a:pt x="0" y="53339"/>
                </a:moveTo>
                <a:lnTo>
                  <a:pt x="7619" y="53339"/>
                </a:lnTo>
              </a:path>
              <a:path w="7619" h="62230">
                <a:moveTo>
                  <a:pt x="0" y="25145"/>
                </a:moveTo>
                <a:lnTo>
                  <a:pt x="7619" y="2514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2" name="object 142"/>
          <p:cNvGrpSpPr/>
          <p:nvPr/>
        </p:nvGrpSpPr>
        <p:grpSpPr>
          <a:xfrm>
            <a:off x="2744723" y="2467356"/>
            <a:ext cx="18415" cy="90170"/>
            <a:chOff x="2744723" y="2467356"/>
            <a:chExt cx="18415" cy="90170"/>
          </a:xfrm>
        </p:grpSpPr>
        <p:sp>
          <p:nvSpPr>
            <p:cNvPr id="143" name="object 143"/>
            <p:cNvSpPr/>
            <p:nvPr/>
          </p:nvSpPr>
          <p:spPr>
            <a:xfrm>
              <a:off x="2746247" y="2476500"/>
              <a:ext cx="7620" cy="71755"/>
            </a:xfrm>
            <a:custGeom>
              <a:avLst/>
              <a:gdLst/>
              <a:ahLst/>
              <a:cxnLst/>
              <a:rect l="l" t="t" r="r" b="b"/>
              <a:pathLst>
                <a:path w="7619" h="71755">
                  <a:moveTo>
                    <a:pt x="7619" y="71627"/>
                  </a:moveTo>
                  <a:lnTo>
                    <a:pt x="7619" y="71627"/>
                  </a:lnTo>
                  <a:lnTo>
                    <a:pt x="7619" y="761"/>
                  </a:lnTo>
                  <a:lnTo>
                    <a:pt x="7619" y="0"/>
                  </a:lnTo>
                </a:path>
                <a:path w="7619" h="71755">
                  <a:moveTo>
                    <a:pt x="0" y="4571"/>
                  </a:moveTo>
                  <a:lnTo>
                    <a:pt x="7619" y="457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746247" y="248564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746247" y="2487930"/>
              <a:ext cx="7620" cy="60325"/>
            </a:xfrm>
            <a:custGeom>
              <a:avLst/>
              <a:gdLst/>
              <a:ahLst/>
              <a:cxnLst/>
              <a:rect l="l" t="t" r="r" b="b"/>
              <a:pathLst>
                <a:path w="7619" h="60325">
                  <a:moveTo>
                    <a:pt x="0" y="0"/>
                  </a:moveTo>
                  <a:lnTo>
                    <a:pt x="7619" y="0"/>
                  </a:lnTo>
                </a:path>
                <a:path w="7619" h="60325">
                  <a:moveTo>
                    <a:pt x="0" y="16001"/>
                  </a:moveTo>
                  <a:lnTo>
                    <a:pt x="7619" y="16001"/>
                  </a:lnTo>
                </a:path>
                <a:path w="7619" h="60325">
                  <a:moveTo>
                    <a:pt x="0" y="41147"/>
                  </a:moveTo>
                  <a:lnTo>
                    <a:pt x="7619" y="41147"/>
                  </a:lnTo>
                </a:path>
                <a:path w="7619" h="60325">
                  <a:moveTo>
                    <a:pt x="0" y="54863"/>
                  </a:moveTo>
                  <a:lnTo>
                    <a:pt x="7619" y="54863"/>
                  </a:lnTo>
                </a:path>
                <a:path w="7619" h="60325">
                  <a:moveTo>
                    <a:pt x="0" y="60197"/>
                  </a:moveTo>
                  <a:lnTo>
                    <a:pt x="7619" y="6019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746247" y="2486406"/>
              <a:ext cx="7620" cy="55244"/>
            </a:xfrm>
            <a:custGeom>
              <a:avLst/>
              <a:gdLst/>
              <a:ahLst/>
              <a:cxnLst/>
              <a:rect l="l" t="t" r="r" b="b"/>
              <a:pathLst>
                <a:path w="7619" h="55244">
                  <a:moveTo>
                    <a:pt x="0" y="50291"/>
                  </a:moveTo>
                  <a:lnTo>
                    <a:pt x="7619" y="50291"/>
                  </a:lnTo>
                </a:path>
                <a:path w="7619" h="55244">
                  <a:moveTo>
                    <a:pt x="0" y="48767"/>
                  </a:moveTo>
                  <a:lnTo>
                    <a:pt x="7619" y="48767"/>
                  </a:lnTo>
                </a:path>
                <a:path w="7619" h="55244">
                  <a:moveTo>
                    <a:pt x="0" y="49529"/>
                  </a:moveTo>
                  <a:lnTo>
                    <a:pt x="7619" y="49529"/>
                  </a:lnTo>
                </a:path>
                <a:path w="7619" h="55244">
                  <a:moveTo>
                    <a:pt x="0" y="50291"/>
                  </a:moveTo>
                  <a:lnTo>
                    <a:pt x="7619" y="50291"/>
                  </a:lnTo>
                </a:path>
                <a:path w="7619" h="55244">
                  <a:moveTo>
                    <a:pt x="0" y="54863"/>
                  </a:moveTo>
                  <a:lnTo>
                    <a:pt x="7619" y="54863"/>
                  </a:lnTo>
                </a:path>
                <a:path w="7619" h="55244">
                  <a:moveTo>
                    <a:pt x="0" y="49529"/>
                  </a:moveTo>
                  <a:lnTo>
                    <a:pt x="7619" y="49529"/>
                  </a:lnTo>
                </a:path>
                <a:path w="7619" h="55244">
                  <a:moveTo>
                    <a:pt x="0" y="41909"/>
                  </a:moveTo>
                  <a:lnTo>
                    <a:pt x="7619" y="41909"/>
                  </a:lnTo>
                </a:path>
                <a:path w="7619" h="55244">
                  <a:moveTo>
                    <a:pt x="0" y="31241"/>
                  </a:moveTo>
                  <a:lnTo>
                    <a:pt x="7619" y="31241"/>
                  </a:lnTo>
                </a:path>
                <a:path w="7619" h="55244">
                  <a:moveTo>
                    <a:pt x="0" y="25907"/>
                  </a:moveTo>
                  <a:lnTo>
                    <a:pt x="7619" y="25907"/>
                  </a:lnTo>
                </a:path>
                <a:path w="7619" h="55244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2746247" y="247650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746247" y="2482596"/>
              <a:ext cx="7620" cy="41275"/>
            </a:xfrm>
            <a:custGeom>
              <a:avLst/>
              <a:gdLst/>
              <a:ahLst/>
              <a:cxnLst/>
              <a:rect l="l" t="t" r="r" b="b"/>
              <a:pathLst>
                <a:path w="7619" h="41275">
                  <a:moveTo>
                    <a:pt x="0" y="0"/>
                  </a:moveTo>
                  <a:lnTo>
                    <a:pt x="7619" y="0"/>
                  </a:lnTo>
                </a:path>
                <a:path w="7619" h="41275">
                  <a:moveTo>
                    <a:pt x="0" y="19811"/>
                  </a:moveTo>
                  <a:lnTo>
                    <a:pt x="7619" y="19811"/>
                  </a:lnTo>
                </a:path>
                <a:path w="7619" h="41275">
                  <a:moveTo>
                    <a:pt x="7619" y="40385"/>
                  </a:moveTo>
                  <a:lnTo>
                    <a:pt x="0" y="40385"/>
                  </a:lnTo>
                  <a:lnTo>
                    <a:pt x="7619" y="40385"/>
                  </a:lnTo>
                </a:path>
                <a:path w="7619" h="41275">
                  <a:moveTo>
                    <a:pt x="0" y="33527"/>
                  </a:moveTo>
                  <a:lnTo>
                    <a:pt x="7619" y="33527"/>
                  </a:lnTo>
                </a:path>
                <a:path w="7619" h="41275">
                  <a:moveTo>
                    <a:pt x="0" y="17525"/>
                  </a:moveTo>
                  <a:lnTo>
                    <a:pt x="7619" y="17525"/>
                  </a:lnTo>
                </a:path>
                <a:path w="7619" h="41275">
                  <a:moveTo>
                    <a:pt x="0" y="9905"/>
                  </a:moveTo>
                  <a:lnTo>
                    <a:pt x="7619" y="9905"/>
                  </a:lnTo>
                </a:path>
                <a:path w="7619" h="41275">
                  <a:moveTo>
                    <a:pt x="0" y="6857"/>
                  </a:moveTo>
                  <a:lnTo>
                    <a:pt x="7619" y="6857"/>
                  </a:lnTo>
                </a:path>
                <a:path w="7619" h="41275">
                  <a:moveTo>
                    <a:pt x="0" y="13715"/>
                  </a:moveTo>
                  <a:lnTo>
                    <a:pt x="7619" y="13715"/>
                  </a:lnTo>
                </a:path>
                <a:path w="7619" h="41275">
                  <a:moveTo>
                    <a:pt x="0" y="31241"/>
                  </a:moveTo>
                  <a:lnTo>
                    <a:pt x="7619" y="31241"/>
                  </a:lnTo>
                </a:path>
                <a:path w="7619" h="41275">
                  <a:moveTo>
                    <a:pt x="0" y="40385"/>
                  </a:moveTo>
                  <a:lnTo>
                    <a:pt x="7619" y="40385"/>
                  </a:lnTo>
                </a:path>
                <a:path w="7619" h="41275">
                  <a:moveTo>
                    <a:pt x="0" y="41147"/>
                  </a:moveTo>
                  <a:lnTo>
                    <a:pt x="7619" y="41147"/>
                  </a:lnTo>
                </a:path>
                <a:path w="7619" h="41275">
                  <a:moveTo>
                    <a:pt x="0" y="30479"/>
                  </a:moveTo>
                  <a:lnTo>
                    <a:pt x="7619" y="30479"/>
                  </a:lnTo>
                </a:path>
                <a:path w="7619" h="41275">
                  <a:moveTo>
                    <a:pt x="0" y="16001"/>
                  </a:moveTo>
                  <a:lnTo>
                    <a:pt x="7619" y="16001"/>
                  </a:lnTo>
                </a:path>
                <a:path w="7619" h="41275">
                  <a:moveTo>
                    <a:pt x="0" y="11429"/>
                  </a:moveTo>
                  <a:lnTo>
                    <a:pt x="7619" y="11429"/>
                  </a:lnTo>
                </a:path>
                <a:path w="7619" h="41275">
                  <a:moveTo>
                    <a:pt x="0" y="16763"/>
                  </a:moveTo>
                  <a:lnTo>
                    <a:pt x="7619" y="16763"/>
                  </a:lnTo>
                </a:path>
                <a:path w="7619" h="41275">
                  <a:moveTo>
                    <a:pt x="0" y="35051"/>
                  </a:moveTo>
                  <a:lnTo>
                    <a:pt x="7619" y="3505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149"/>
          <p:cNvSpPr/>
          <p:nvPr/>
        </p:nvSpPr>
        <p:spPr>
          <a:xfrm>
            <a:off x="2746247" y="1905762"/>
            <a:ext cx="7620" cy="58419"/>
          </a:xfrm>
          <a:custGeom>
            <a:avLst/>
            <a:gdLst/>
            <a:ahLst/>
            <a:cxnLst/>
            <a:rect l="l" t="t" r="r" b="b"/>
            <a:pathLst>
              <a:path w="7619" h="58419">
                <a:moveTo>
                  <a:pt x="0" y="16001"/>
                </a:moveTo>
                <a:lnTo>
                  <a:pt x="7619" y="16001"/>
                </a:lnTo>
              </a:path>
              <a:path w="7619" h="58419">
                <a:moveTo>
                  <a:pt x="0" y="3809"/>
                </a:moveTo>
                <a:lnTo>
                  <a:pt x="7619" y="3809"/>
                </a:lnTo>
              </a:path>
              <a:path w="7619" h="58419">
                <a:moveTo>
                  <a:pt x="0" y="0"/>
                </a:moveTo>
                <a:lnTo>
                  <a:pt x="7619" y="0"/>
                </a:lnTo>
              </a:path>
              <a:path w="7619" h="58419">
                <a:moveTo>
                  <a:pt x="0" y="7619"/>
                </a:moveTo>
                <a:lnTo>
                  <a:pt x="7619" y="7619"/>
                </a:lnTo>
              </a:path>
              <a:path w="7619" h="58419">
                <a:moveTo>
                  <a:pt x="0" y="28955"/>
                </a:moveTo>
                <a:lnTo>
                  <a:pt x="7619" y="28955"/>
                </a:lnTo>
              </a:path>
              <a:path w="7619" h="58419">
                <a:moveTo>
                  <a:pt x="0" y="49529"/>
                </a:moveTo>
                <a:lnTo>
                  <a:pt x="7619" y="49529"/>
                </a:lnTo>
              </a:path>
              <a:path w="7619" h="58419">
                <a:moveTo>
                  <a:pt x="0" y="57911"/>
                </a:moveTo>
                <a:lnTo>
                  <a:pt x="7619" y="57911"/>
                </a:lnTo>
              </a:path>
              <a:path w="7619" h="58419">
                <a:moveTo>
                  <a:pt x="0" y="51815"/>
                </a:moveTo>
                <a:lnTo>
                  <a:pt x="7619" y="51815"/>
                </a:lnTo>
              </a:path>
              <a:path w="7619" h="58419">
                <a:moveTo>
                  <a:pt x="0" y="34289"/>
                </a:moveTo>
                <a:lnTo>
                  <a:pt x="7619" y="34289"/>
                </a:lnTo>
              </a:path>
              <a:path w="7619" h="58419">
                <a:moveTo>
                  <a:pt x="0" y="26669"/>
                </a:moveTo>
                <a:lnTo>
                  <a:pt x="7619" y="26669"/>
                </a:lnTo>
              </a:path>
              <a:path w="7619" h="58419">
                <a:moveTo>
                  <a:pt x="0" y="19049"/>
                </a:moveTo>
                <a:lnTo>
                  <a:pt x="7619" y="19049"/>
                </a:lnTo>
              </a:path>
              <a:path w="7619" h="58419">
                <a:moveTo>
                  <a:pt x="0" y="12953"/>
                </a:moveTo>
                <a:lnTo>
                  <a:pt x="7619" y="12953"/>
                </a:lnTo>
              </a:path>
              <a:path w="7619" h="58419">
                <a:moveTo>
                  <a:pt x="0" y="19049"/>
                </a:moveTo>
                <a:lnTo>
                  <a:pt x="7619" y="19049"/>
                </a:lnTo>
              </a:path>
              <a:path w="7619" h="58419">
                <a:moveTo>
                  <a:pt x="0" y="32003"/>
                </a:moveTo>
                <a:lnTo>
                  <a:pt x="7619" y="32003"/>
                </a:lnTo>
              </a:path>
              <a:path w="7619" h="58419">
                <a:moveTo>
                  <a:pt x="0" y="52577"/>
                </a:moveTo>
                <a:lnTo>
                  <a:pt x="7619" y="52577"/>
                </a:lnTo>
              </a:path>
              <a:path w="7619" h="58419">
                <a:moveTo>
                  <a:pt x="0" y="48767"/>
                </a:moveTo>
                <a:lnTo>
                  <a:pt x="7619" y="48767"/>
                </a:lnTo>
              </a:path>
              <a:path w="7619" h="58419">
                <a:moveTo>
                  <a:pt x="0" y="38099"/>
                </a:moveTo>
                <a:lnTo>
                  <a:pt x="7619" y="38099"/>
                </a:lnTo>
              </a:path>
              <a:path w="7619" h="58419">
                <a:moveTo>
                  <a:pt x="0" y="44957"/>
                </a:moveTo>
                <a:lnTo>
                  <a:pt x="7619" y="44957"/>
                </a:lnTo>
              </a:path>
              <a:path w="7619" h="58419">
                <a:moveTo>
                  <a:pt x="0" y="29717"/>
                </a:moveTo>
                <a:lnTo>
                  <a:pt x="7619" y="29717"/>
                </a:lnTo>
              </a:path>
              <a:path w="7619" h="58419">
                <a:moveTo>
                  <a:pt x="0" y="17525"/>
                </a:moveTo>
                <a:lnTo>
                  <a:pt x="7619" y="17525"/>
                </a:lnTo>
              </a:path>
              <a:path w="7619" h="58419">
                <a:moveTo>
                  <a:pt x="0" y="12191"/>
                </a:moveTo>
                <a:lnTo>
                  <a:pt x="7619" y="12191"/>
                </a:lnTo>
              </a:path>
              <a:path w="7619" h="58419">
                <a:moveTo>
                  <a:pt x="0" y="16763"/>
                </a:moveTo>
                <a:lnTo>
                  <a:pt x="7619" y="16763"/>
                </a:lnTo>
              </a:path>
              <a:path w="7619" h="58419">
                <a:moveTo>
                  <a:pt x="0" y="29717"/>
                </a:moveTo>
                <a:lnTo>
                  <a:pt x="7619" y="29717"/>
                </a:lnTo>
              </a:path>
              <a:path w="7619" h="58419">
                <a:moveTo>
                  <a:pt x="0" y="41909"/>
                </a:moveTo>
                <a:lnTo>
                  <a:pt x="7619" y="41909"/>
                </a:lnTo>
              </a:path>
              <a:path w="7619" h="58419">
                <a:moveTo>
                  <a:pt x="0" y="47243"/>
                </a:moveTo>
                <a:lnTo>
                  <a:pt x="7619" y="4724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2746247" y="2069592"/>
            <a:ext cx="7620" cy="55880"/>
          </a:xfrm>
          <a:custGeom>
            <a:avLst/>
            <a:gdLst/>
            <a:ahLst/>
            <a:cxnLst/>
            <a:rect l="l" t="t" r="r" b="b"/>
            <a:pathLst>
              <a:path w="7619" h="55880">
                <a:moveTo>
                  <a:pt x="0" y="8381"/>
                </a:moveTo>
                <a:lnTo>
                  <a:pt x="7619" y="8381"/>
                </a:lnTo>
              </a:path>
              <a:path w="7619" h="55880">
                <a:moveTo>
                  <a:pt x="0" y="761"/>
                </a:moveTo>
                <a:lnTo>
                  <a:pt x="7619" y="761"/>
                </a:lnTo>
              </a:path>
              <a:path w="7619" h="55880">
                <a:moveTo>
                  <a:pt x="0" y="0"/>
                </a:moveTo>
                <a:lnTo>
                  <a:pt x="7619" y="0"/>
                </a:lnTo>
              </a:path>
              <a:path w="7619" h="55880">
                <a:moveTo>
                  <a:pt x="0" y="6857"/>
                </a:moveTo>
                <a:lnTo>
                  <a:pt x="7619" y="6857"/>
                </a:lnTo>
              </a:path>
              <a:path w="7619" h="55880">
                <a:moveTo>
                  <a:pt x="0" y="25145"/>
                </a:moveTo>
                <a:lnTo>
                  <a:pt x="7619" y="25145"/>
                </a:lnTo>
              </a:path>
              <a:path w="7619" h="55880">
                <a:moveTo>
                  <a:pt x="0" y="51053"/>
                </a:moveTo>
                <a:lnTo>
                  <a:pt x="7619" y="51053"/>
                </a:lnTo>
              </a:path>
              <a:path w="7619" h="55880">
                <a:moveTo>
                  <a:pt x="0" y="55625"/>
                </a:moveTo>
                <a:lnTo>
                  <a:pt x="7619" y="55625"/>
                </a:lnTo>
              </a:path>
              <a:path w="7619" h="55880">
                <a:moveTo>
                  <a:pt x="0" y="48005"/>
                </a:moveTo>
                <a:lnTo>
                  <a:pt x="7619" y="48005"/>
                </a:lnTo>
              </a:path>
              <a:path w="7619" h="55880">
                <a:moveTo>
                  <a:pt x="0" y="26669"/>
                </a:moveTo>
                <a:lnTo>
                  <a:pt x="7619" y="26669"/>
                </a:lnTo>
              </a:path>
              <a:path w="7619" h="55880">
                <a:moveTo>
                  <a:pt x="0" y="15239"/>
                </a:moveTo>
                <a:lnTo>
                  <a:pt x="7619" y="15239"/>
                </a:lnTo>
              </a:path>
              <a:path w="7619" h="55880">
                <a:moveTo>
                  <a:pt x="0" y="3809"/>
                </a:moveTo>
                <a:lnTo>
                  <a:pt x="7619" y="3809"/>
                </a:lnTo>
              </a:path>
              <a:path w="7619" h="55880">
                <a:moveTo>
                  <a:pt x="0" y="2285"/>
                </a:moveTo>
                <a:lnTo>
                  <a:pt x="7619" y="2285"/>
                </a:lnTo>
              </a:path>
              <a:path w="7619" h="55880">
                <a:moveTo>
                  <a:pt x="0" y="3047"/>
                </a:moveTo>
                <a:lnTo>
                  <a:pt x="7619" y="3047"/>
                </a:lnTo>
              </a:path>
              <a:path w="7619" h="55880">
                <a:moveTo>
                  <a:pt x="0" y="12191"/>
                </a:moveTo>
                <a:lnTo>
                  <a:pt x="7619" y="12191"/>
                </a:lnTo>
              </a:path>
              <a:path w="7619" h="55880">
                <a:moveTo>
                  <a:pt x="0" y="20573"/>
                </a:moveTo>
                <a:lnTo>
                  <a:pt x="7619" y="20573"/>
                </a:lnTo>
              </a:path>
              <a:path w="7619" h="55880">
                <a:moveTo>
                  <a:pt x="0" y="37337"/>
                </a:moveTo>
                <a:lnTo>
                  <a:pt x="7619" y="37337"/>
                </a:lnTo>
              </a:path>
              <a:path w="7619" h="55880">
                <a:moveTo>
                  <a:pt x="0" y="43433"/>
                </a:moveTo>
                <a:lnTo>
                  <a:pt x="7619" y="43433"/>
                </a:lnTo>
              </a:path>
              <a:path w="7619" h="55880">
                <a:moveTo>
                  <a:pt x="0" y="27431"/>
                </a:moveTo>
                <a:lnTo>
                  <a:pt x="7619" y="27431"/>
                </a:lnTo>
              </a:path>
              <a:path w="7619" h="55880">
                <a:moveTo>
                  <a:pt x="0" y="38861"/>
                </a:moveTo>
                <a:lnTo>
                  <a:pt x="7619" y="38861"/>
                </a:lnTo>
              </a:path>
              <a:path w="7619" h="55880">
                <a:moveTo>
                  <a:pt x="0" y="19049"/>
                </a:moveTo>
                <a:lnTo>
                  <a:pt x="7619" y="19049"/>
                </a:lnTo>
              </a:path>
              <a:path w="7619" h="55880">
                <a:moveTo>
                  <a:pt x="0" y="14477"/>
                </a:moveTo>
                <a:lnTo>
                  <a:pt x="7619" y="14477"/>
                </a:lnTo>
              </a:path>
              <a:path w="7619" h="55880">
                <a:moveTo>
                  <a:pt x="0" y="12191"/>
                </a:moveTo>
                <a:lnTo>
                  <a:pt x="7619" y="12191"/>
                </a:lnTo>
              </a:path>
              <a:path w="7619" h="55880">
                <a:moveTo>
                  <a:pt x="0" y="21335"/>
                </a:moveTo>
                <a:lnTo>
                  <a:pt x="7619" y="21335"/>
                </a:lnTo>
              </a:path>
              <a:path w="7619" h="55880">
                <a:moveTo>
                  <a:pt x="0" y="43433"/>
                </a:moveTo>
                <a:lnTo>
                  <a:pt x="7619" y="4343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2746247" y="2187702"/>
            <a:ext cx="7620" cy="102235"/>
          </a:xfrm>
          <a:custGeom>
            <a:avLst/>
            <a:gdLst/>
            <a:ahLst/>
            <a:cxnLst/>
            <a:rect l="l" t="t" r="r" b="b"/>
            <a:pathLst>
              <a:path w="7619" h="102235">
                <a:moveTo>
                  <a:pt x="7619" y="52577"/>
                </a:moveTo>
                <a:lnTo>
                  <a:pt x="0" y="52577"/>
                </a:lnTo>
                <a:lnTo>
                  <a:pt x="7619" y="52577"/>
                </a:lnTo>
              </a:path>
              <a:path w="7619" h="102235">
                <a:moveTo>
                  <a:pt x="0" y="53339"/>
                </a:moveTo>
                <a:lnTo>
                  <a:pt x="7619" y="53339"/>
                </a:lnTo>
              </a:path>
              <a:path w="7619" h="102235">
                <a:moveTo>
                  <a:pt x="0" y="64769"/>
                </a:moveTo>
                <a:lnTo>
                  <a:pt x="7619" y="64769"/>
                </a:lnTo>
              </a:path>
              <a:path w="7619" h="102235">
                <a:moveTo>
                  <a:pt x="0" y="73913"/>
                </a:moveTo>
                <a:lnTo>
                  <a:pt x="7619" y="73913"/>
                </a:lnTo>
              </a:path>
              <a:path w="7619" h="102235">
                <a:moveTo>
                  <a:pt x="0" y="69341"/>
                </a:moveTo>
                <a:lnTo>
                  <a:pt x="7619" y="69341"/>
                </a:lnTo>
              </a:path>
              <a:path w="7619" h="102235">
                <a:moveTo>
                  <a:pt x="0" y="64769"/>
                </a:moveTo>
                <a:lnTo>
                  <a:pt x="7619" y="64769"/>
                </a:lnTo>
              </a:path>
              <a:path w="7619" h="102235">
                <a:moveTo>
                  <a:pt x="7619" y="63245"/>
                </a:moveTo>
                <a:lnTo>
                  <a:pt x="0" y="63245"/>
                </a:lnTo>
                <a:lnTo>
                  <a:pt x="7619" y="63245"/>
                </a:lnTo>
              </a:path>
              <a:path w="7619" h="102235">
                <a:moveTo>
                  <a:pt x="0" y="64007"/>
                </a:moveTo>
                <a:lnTo>
                  <a:pt x="7619" y="64007"/>
                </a:lnTo>
              </a:path>
              <a:path w="7619" h="102235">
                <a:moveTo>
                  <a:pt x="0" y="58673"/>
                </a:moveTo>
                <a:lnTo>
                  <a:pt x="7619" y="58673"/>
                </a:lnTo>
              </a:path>
              <a:path w="7619" h="102235">
                <a:moveTo>
                  <a:pt x="0" y="41147"/>
                </a:moveTo>
                <a:lnTo>
                  <a:pt x="7619" y="41147"/>
                </a:lnTo>
              </a:path>
              <a:path w="7619" h="102235">
                <a:moveTo>
                  <a:pt x="0" y="45719"/>
                </a:moveTo>
                <a:lnTo>
                  <a:pt x="7619" y="45719"/>
                </a:lnTo>
              </a:path>
              <a:path w="7619" h="102235">
                <a:moveTo>
                  <a:pt x="0" y="51053"/>
                </a:moveTo>
                <a:lnTo>
                  <a:pt x="7619" y="51053"/>
                </a:lnTo>
              </a:path>
              <a:path w="7619" h="102235">
                <a:moveTo>
                  <a:pt x="0" y="52577"/>
                </a:moveTo>
                <a:lnTo>
                  <a:pt x="7619" y="52577"/>
                </a:lnTo>
              </a:path>
              <a:path w="7619" h="102235">
                <a:moveTo>
                  <a:pt x="0" y="51815"/>
                </a:moveTo>
                <a:lnTo>
                  <a:pt x="7619" y="51815"/>
                </a:lnTo>
              </a:path>
              <a:path w="7619" h="102235">
                <a:moveTo>
                  <a:pt x="0" y="46481"/>
                </a:moveTo>
                <a:lnTo>
                  <a:pt x="7619" y="46481"/>
                </a:lnTo>
              </a:path>
              <a:path w="7619" h="102235">
                <a:moveTo>
                  <a:pt x="0" y="35813"/>
                </a:moveTo>
                <a:lnTo>
                  <a:pt x="7619" y="35813"/>
                </a:lnTo>
              </a:path>
              <a:path w="7619" h="102235">
                <a:moveTo>
                  <a:pt x="0" y="27431"/>
                </a:moveTo>
                <a:lnTo>
                  <a:pt x="7619" y="27431"/>
                </a:lnTo>
              </a:path>
              <a:path w="7619" h="102235">
                <a:moveTo>
                  <a:pt x="7619" y="22097"/>
                </a:moveTo>
                <a:lnTo>
                  <a:pt x="0" y="22097"/>
                </a:lnTo>
                <a:lnTo>
                  <a:pt x="7619" y="22097"/>
                </a:lnTo>
              </a:path>
              <a:path w="7619" h="102235">
                <a:moveTo>
                  <a:pt x="0" y="11429"/>
                </a:moveTo>
                <a:lnTo>
                  <a:pt x="7619" y="11429"/>
                </a:lnTo>
              </a:path>
              <a:path w="7619" h="102235">
                <a:moveTo>
                  <a:pt x="0" y="0"/>
                </a:moveTo>
                <a:lnTo>
                  <a:pt x="7619" y="0"/>
                </a:lnTo>
              </a:path>
              <a:path w="7619" h="102235">
                <a:moveTo>
                  <a:pt x="0" y="4571"/>
                </a:moveTo>
                <a:lnTo>
                  <a:pt x="7619" y="4571"/>
                </a:lnTo>
              </a:path>
              <a:path w="7619" h="102235">
                <a:moveTo>
                  <a:pt x="0" y="9143"/>
                </a:moveTo>
                <a:lnTo>
                  <a:pt x="7619" y="9143"/>
                </a:lnTo>
              </a:path>
              <a:path w="7619" h="102235">
                <a:moveTo>
                  <a:pt x="0" y="9905"/>
                </a:moveTo>
                <a:lnTo>
                  <a:pt x="7619" y="9905"/>
                </a:lnTo>
              </a:path>
              <a:path w="7619" h="102235">
                <a:moveTo>
                  <a:pt x="0" y="12191"/>
                </a:moveTo>
                <a:lnTo>
                  <a:pt x="7619" y="12191"/>
                </a:lnTo>
              </a:path>
              <a:path w="7619" h="102235">
                <a:moveTo>
                  <a:pt x="0" y="19049"/>
                </a:moveTo>
                <a:lnTo>
                  <a:pt x="7619" y="19049"/>
                </a:lnTo>
              </a:path>
              <a:path w="7619" h="102235">
                <a:moveTo>
                  <a:pt x="0" y="31241"/>
                </a:moveTo>
                <a:lnTo>
                  <a:pt x="7619" y="31241"/>
                </a:lnTo>
              </a:path>
              <a:path w="7619" h="102235">
                <a:moveTo>
                  <a:pt x="0" y="39623"/>
                </a:moveTo>
                <a:lnTo>
                  <a:pt x="7619" y="39623"/>
                </a:lnTo>
              </a:path>
              <a:path w="7619" h="102235">
                <a:moveTo>
                  <a:pt x="0" y="42671"/>
                </a:moveTo>
                <a:lnTo>
                  <a:pt x="7619" y="42671"/>
                </a:lnTo>
              </a:path>
              <a:path w="7619" h="102235">
                <a:moveTo>
                  <a:pt x="0" y="52577"/>
                </a:moveTo>
                <a:lnTo>
                  <a:pt x="7619" y="52577"/>
                </a:lnTo>
              </a:path>
              <a:path w="7619" h="102235">
                <a:moveTo>
                  <a:pt x="0" y="102107"/>
                </a:moveTo>
                <a:lnTo>
                  <a:pt x="7619" y="102107"/>
                </a:lnTo>
              </a:path>
              <a:path w="7619" h="102235">
                <a:moveTo>
                  <a:pt x="0" y="99821"/>
                </a:moveTo>
                <a:lnTo>
                  <a:pt x="7619" y="99821"/>
                </a:lnTo>
              </a:path>
              <a:path w="7619" h="102235">
                <a:moveTo>
                  <a:pt x="0" y="87629"/>
                </a:moveTo>
                <a:lnTo>
                  <a:pt x="7619" y="87629"/>
                </a:lnTo>
              </a:path>
              <a:path w="7619" h="102235">
                <a:moveTo>
                  <a:pt x="0" y="89915"/>
                </a:moveTo>
                <a:lnTo>
                  <a:pt x="7619" y="89915"/>
                </a:lnTo>
              </a:path>
              <a:path w="7619" h="102235">
                <a:moveTo>
                  <a:pt x="0" y="95249"/>
                </a:moveTo>
                <a:lnTo>
                  <a:pt x="7619" y="9524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2" name="object 152"/>
          <p:cNvGrpSpPr/>
          <p:nvPr/>
        </p:nvGrpSpPr>
        <p:grpSpPr>
          <a:xfrm>
            <a:off x="2744723" y="1696974"/>
            <a:ext cx="18415" cy="22225"/>
            <a:chOff x="2744723" y="1696974"/>
            <a:chExt cx="18415" cy="22225"/>
          </a:xfrm>
        </p:grpSpPr>
        <p:sp>
          <p:nvSpPr>
            <p:cNvPr id="153" name="object 153"/>
            <p:cNvSpPr/>
            <p:nvPr/>
          </p:nvSpPr>
          <p:spPr>
            <a:xfrm>
              <a:off x="2753867" y="1704594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80">
                  <a:moveTo>
                    <a:pt x="0" y="4571"/>
                  </a:moveTo>
                  <a:lnTo>
                    <a:pt x="0" y="3809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2746247" y="1701546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19" h="13335">
                  <a:moveTo>
                    <a:pt x="7619" y="12191"/>
                  </a:moveTo>
                  <a:lnTo>
                    <a:pt x="0" y="12191"/>
                  </a:lnTo>
                  <a:lnTo>
                    <a:pt x="7619" y="12191"/>
                  </a:lnTo>
                </a:path>
                <a:path w="7619" h="13335">
                  <a:moveTo>
                    <a:pt x="7619" y="12953"/>
                  </a:moveTo>
                  <a:lnTo>
                    <a:pt x="0" y="12953"/>
                  </a:lnTo>
                  <a:lnTo>
                    <a:pt x="7619" y="12953"/>
                  </a:lnTo>
                </a:path>
                <a:path w="7619" h="13335">
                  <a:moveTo>
                    <a:pt x="0" y="761"/>
                  </a:moveTo>
                  <a:lnTo>
                    <a:pt x="7619" y="761"/>
                  </a:lnTo>
                </a:path>
                <a:path w="7619" h="13335">
                  <a:moveTo>
                    <a:pt x="0" y="3809"/>
                  </a:moveTo>
                  <a:lnTo>
                    <a:pt x="7619" y="3809"/>
                  </a:lnTo>
                </a:path>
                <a:path w="7619" h="13335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2746247" y="170840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2746247" y="1702308"/>
              <a:ext cx="7620" cy="12700"/>
            </a:xfrm>
            <a:custGeom>
              <a:avLst/>
              <a:gdLst/>
              <a:ahLst/>
              <a:cxnLst/>
              <a:rect l="l" t="t" r="r" b="b"/>
              <a:pathLst>
                <a:path w="7619" h="12700">
                  <a:moveTo>
                    <a:pt x="0" y="12191"/>
                  </a:moveTo>
                  <a:lnTo>
                    <a:pt x="7619" y="12191"/>
                  </a:lnTo>
                </a:path>
                <a:path w="7619" h="12700">
                  <a:moveTo>
                    <a:pt x="0" y="9905"/>
                  </a:moveTo>
                  <a:lnTo>
                    <a:pt x="7619" y="9905"/>
                  </a:lnTo>
                </a:path>
                <a:path w="7619" h="12700">
                  <a:moveTo>
                    <a:pt x="0" y="3809"/>
                  </a:moveTo>
                  <a:lnTo>
                    <a:pt x="7619" y="3809"/>
                  </a:lnTo>
                </a:path>
                <a:path w="7619" h="12700">
                  <a:moveTo>
                    <a:pt x="0" y="0"/>
                  </a:moveTo>
                  <a:lnTo>
                    <a:pt x="7619" y="0"/>
                  </a:lnTo>
                </a:path>
                <a:path w="7619" h="12700">
                  <a:moveTo>
                    <a:pt x="0" y="6857"/>
                  </a:moveTo>
                  <a:lnTo>
                    <a:pt x="7619" y="6857"/>
                  </a:lnTo>
                </a:path>
                <a:path w="7619" h="12700">
                  <a:moveTo>
                    <a:pt x="0" y="7619"/>
                  </a:moveTo>
                  <a:lnTo>
                    <a:pt x="7619" y="761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" name="object 157"/>
          <p:cNvGrpSpPr/>
          <p:nvPr/>
        </p:nvGrpSpPr>
        <p:grpSpPr>
          <a:xfrm>
            <a:off x="2744723" y="1780794"/>
            <a:ext cx="18415" cy="82550"/>
            <a:chOff x="2744723" y="1780794"/>
            <a:chExt cx="18415" cy="82550"/>
          </a:xfrm>
        </p:grpSpPr>
        <p:sp>
          <p:nvSpPr>
            <p:cNvPr id="158" name="object 158"/>
            <p:cNvSpPr/>
            <p:nvPr/>
          </p:nvSpPr>
          <p:spPr>
            <a:xfrm>
              <a:off x="2753867" y="1831086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0" y="5333"/>
                  </a:moveTo>
                  <a:lnTo>
                    <a:pt x="0" y="4571"/>
                  </a:lnTo>
                  <a:lnTo>
                    <a:pt x="0" y="3809"/>
                  </a:lnTo>
                  <a:lnTo>
                    <a:pt x="0" y="3047"/>
                  </a:lnTo>
                  <a:lnTo>
                    <a:pt x="0" y="1523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2746247" y="1785366"/>
              <a:ext cx="7620" cy="40005"/>
            </a:xfrm>
            <a:custGeom>
              <a:avLst/>
              <a:gdLst/>
              <a:ahLst/>
              <a:cxnLst/>
              <a:rect l="l" t="t" r="r" b="b"/>
              <a:pathLst>
                <a:path w="7619" h="40005">
                  <a:moveTo>
                    <a:pt x="0" y="13715"/>
                  </a:moveTo>
                  <a:lnTo>
                    <a:pt x="7619" y="13715"/>
                  </a:lnTo>
                </a:path>
                <a:path w="7619" h="40005">
                  <a:moveTo>
                    <a:pt x="0" y="0"/>
                  </a:moveTo>
                  <a:lnTo>
                    <a:pt x="7619" y="0"/>
                  </a:lnTo>
                </a:path>
                <a:path w="7619" h="40005">
                  <a:moveTo>
                    <a:pt x="0" y="9905"/>
                  </a:moveTo>
                  <a:lnTo>
                    <a:pt x="7619" y="9905"/>
                  </a:lnTo>
                </a:path>
                <a:path w="7619" h="40005">
                  <a:moveTo>
                    <a:pt x="0" y="11429"/>
                  </a:moveTo>
                  <a:lnTo>
                    <a:pt x="7619" y="11429"/>
                  </a:lnTo>
                </a:path>
                <a:path w="7619" h="40005">
                  <a:moveTo>
                    <a:pt x="0" y="9905"/>
                  </a:moveTo>
                  <a:lnTo>
                    <a:pt x="7619" y="9905"/>
                  </a:lnTo>
                </a:path>
                <a:path w="7619" h="40005">
                  <a:moveTo>
                    <a:pt x="0" y="10667"/>
                  </a:moveTo>
                  <a:lnTo>
                    <a:pt x="7619" y="10667"/>
                  </a:lnTo>
                </a:path>
                <a:path w="7619" h="40005">
                  <a:moveTo>
                    <a:pt x="0" y="12191"/>
                  </a:moveTo>
                  <a:lnTo>
                    <a:pt x="7619" y="12191"/>
                  </a:lnTo>
                </a:path>
                <a:path w="7619" h="40005">
                  <a:moveTo>
                    <a:pt x="0" y="22097"/>
                  </a:moveTo>
                  <a:lnTo>
                    <a:pt x="7619" y="22097"/>
                  </a:lnTo>
                </a:path>
                <a:path w="7619" h="40005">
                  <a:moveTo>
                    <a:pt x="0" y="32765"/>
                  </a:moveTo>
                  <a:lnTo>
                    <a:pt x="7619" y="32765"/>
                  </a:lnTo>
                </a:path>
                <a:path w="7619" h="40005">
                  <a:moveTo>
                    <a:pt x="0" y="28193"/>
                  </a:moveTo>
                  <a:lnTo>
                    <a:pt x="7619" y="28193"/>
                  </a:lnTo>
                </a:path>
                <a:path w="7619" h="40005">
                  <a:moveTo>
                    <a:pt x="0" y="22097"/>
                  </a:moveTo>
                  <a:lnTo>
                    <a:pt x="7619" y="22097"/>
                  </a:lnTo>
                </a:path>
                <a:path w="7619" h="40005">
                  <a:moveTo>
                    <a:pt x="0" y="21335"/>
                  </a:moveTo>
                  <a:lnTo>
                    <a:pt x="7619" y="21335"/>
                  </a:lnTo>
                </a:path>
                <a:path w="7619" h="40005">
                  <a:moveTo>
                    <a:pt x="0" y="22097"/>
                  </a:moveTo>
                  <a:lnTo>
                    <a:pt x="7619" y="22097"/>
                  </a:lnTo>
                </a:path>
                <a:path w="7619" h="40005">
                  <a:moveTo>
                    <a:pt x="0" y="28955"/>
                  </a:moveTo>
                  <a:lnTo>
                    <a:pt x="7619" y="28955"/>
                  </a:lnTo>
                </a:path>
                <a:path w="7619" h="40005">
                  <a:moveTo>
                    <a:pt x="0" y="39623"/>
                  </a:moveTo>
                  <a:lnTo>
                    <a:pt x="7619" y="3962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746247" y="183261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746247" y="183642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746247" y="183642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746247" y="1810512"/>
              <a:ext cx="7620" cy="48260"/>
            </a:xfrm>
            <a:custGeom>
              <a:avLst/>
              <a:gdLst/>
              <a:ahLst/>
              <a:cxnLst/>
              <a:rect l="l" t="t" r="r" b="b"/>
              <a:pathLst>
                <a:path w="7619" h="48260">
                  <a:moveTo>
                    <a:pt x="0" y="26669"/>
                  </a:moveTo>
                  <a:lnTo>
                    <a:pt x="7619" y="26669"/>
                  </a:lnTo>
                </a:path>
                <a:path w="7619" h="48260">
                  <a:moveTo>
                    <a:pt x="0" y="32003"/>
                  </a:moveTo>
                  <a:lnTo>
                    <a:pt x="7619" y="32003"/>
                  </a:lnTo>
                </a:path>
                <a:path w="7619" h="48260">
                  <a:moveTo>
                    <a:pt x="0" y="48005"/>
                  </a:moveTo>
                  <a:lnTo>
                    <a:pt x="7619" y="48005"/>
                  </a:lnTo>
                </a:path>
                <a:path w="7619" h="48260">
                  <a:moveTo>
                    <a:pt x="0" y="42671"/>
                  </a:moveTo>
                  <a:lnTo>
                    <a:pt x="7619" y="42671"/>
                  </a:lnTo>
                </a:path>
                <a:path w="7619" h="48260">
                  <a:moveTo>
                    <a:pt x="0" y="38861"/>
                  </a:moveTo>
                  <a:lnTo>
                    <a:pt x="7619" y="38861"/>
                  </a:lnTo>
                </a:path>
                <a:path w="7619" h="48260">
                  <a:moveTo>
                    <a:pt x="7619" y="38099"/>
                  </a:moveTo>
                  <a:lnTo>
                    <a:pt x="0" y="38099"/>
                  </a:lnTo>
                  <a:lnTo>
                    <a:pt x="7619" y="38099"/>
                  </a:lnTo>
                </a:path>
                <a:path w="7619" h="48260">
                  <a:moveTo>
                    <a:pt x="0" y="36575"/>
                  </a:moveTo>
                  <a:lnTo>
                    <a:pt x="7619" y="36575"/>
                  </a:lnTo>
                </a:path>
                <a:path w="7619" h="48260">
                  <a:moveTo>
                    <a:pt x="0" y="30479"/>
                  </a:moveTo>
                  <a:lnTo>
                    <a:pt x="7619" y="30479"/>
                  </a:lnTo>
                </a:path>
                <a:path w="7619" h="48260">
                  <a:moveTo>
                    <a:pt x="0" y="20573"/>
                  </a:moveTo>
                  <a:lnTo>
                    <a:pt x="7619" y="20573"/>
                  </a:lnTo>
                </a:path>
                <a:path w="7619" h="48260">
                  <a:moveTo>
                    <a:pt x="0" y="9143"/>
                  </a:moveTo>
                  <a:lnTo>
                    <a:pt x="7619" y="9143"/>
                  </a:lnTo>
                </a:path>
                <a:path w="7619" h="4826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4" name="object 164"/>
          <p:cNvGrpSpPr/>
          <p:nvPr/>
        </p:nvGrpSpPr>
        <p:grpSpPr>
          <a:xfrm>
            <a:off x="2744723" y="1933194"/>
            <a:ext cx="18415" cy="89535"/>
            <a:chOff x="2744723" y="1933194"/>
            <a:chExt cx="18415" cy="89535"/>
          </a:xfrm>
        </p:grpSpPr>
        <p:sp>
          <p:nvSpPr>
            <p:cNvPr id="165" name="object 165"/>
            <p:cNvSpPr/>
            <p:nvPr/>
          </p:nvSpPr>
          <p:spPr>
            <a:xfrm>
              <a:off x="2746247" y="1937766"/>
              <a:ext cx="7620" cy="32384"/>
            </a:xfrm>
            <a:custGeom>
              <a:avLst/>
              <a:gdLst/>
              <a:ahLst/>
              <a:cxnLst/>
              <a:rect l="l" t="t" r="r" b="b"/>
              <a:pathLst>
                <a:path w="7619" h="32385">
                  <a:moveTo>
                    <a:pt x="0" y="32003"/>
                  </a:moveTo>
                  <a:lnTo>
                    <a:pt x="7619" y="32003"/>
                  </a:lnTo>
                </a:path>
                <a:path w="7619" h="32385">
                  <a:moveTo>
                    <a:pt x="0" y="20573"/>
                  </a:moveTo>
                  <a:lnTo>
                    <a:pt x="7619" y="20573"/>
                  </a:lnTo>
                </a:path>
                <a:path w="7619" h="32385">
                  <a:moveTo>
                    <a:pt x="0" y="27431"/>
                  </a:moveTo>
                  <a:lnTo>
                    <a:pt x="7619" y="27431"/>
                  </a:lnTo>
                </a:path>
                <a:path w="7619" h="32385">
                  <a:moveTo>
                    <a:pt x="0" y="22859"/>
                  </a:moveTo>
                  <a:lnTo>
                    <a:pt x="7619" y="22859"/>
                  </a:lnTo>
                </a:path>
                <a:path w="7619" h="32385">
                  <a:moveTo>
                    <a:pt x="0" y="22097"/>
                  </a:moveTo>
                  <a:lnTo>
                    <a:pt x="7619" y="22097"/>
                  </a:lnTo>
                </a:path>
                <a:path w="7619" h="32385">
                  <a:moveTo>
                    <a:pt x="0" y="21335"/>
                  </a:moveTo>
                  <a:lnTo>
                    <a:pt x="7619" y="21335"/>
                  </a:lnTo>
                </a:path>
                <a:path w="7619" h="32385">
                  <a:moveTo>
                    <a:pt x="0" y="22859"/>
                  </a:moveTo>
                  <a:lnTo>
                    <a:pt x="7619" y="22859"/>
                  </a:lnTo>
                </a:path>
                <a:path w="7619" h="32385">
                  <a:moveTo>
                    <a:pt x="0" y="26669"/>
                  </a:moveTo>
                  <a:lnTo>
                    <a:pt x="7619" y="26669"/>
                  </a:lnTo>
                </a:path>
                <a:path w="7619" h="32385">
                  <a:moveTo>
                    <a:pt x="0" y="16763"/>
                  </a:moveTo>
                  <a:lnTo>
                    <a:pt x="7619" y="16763"/>
                  </a:lnTo>
                </a:path>
                <a:path w="7619" h="32385">
                  <a:moveTo>
                    <a:pt x="0" y="0"/>
                  </a:moveTo>
                  <a:lnTo>
                    <a:pt x="7619" y="0"/>
                  </a:lnTo>
                </a:path>
                <a:path w="7619" h="32385">
                  <a:moveTo>
                    <a:pt x="0" y="3809"/>
                  </a:moveTo>
                  <a:lnTo>
                    <a:pt x="7619" y="3809"/>
                  </a:lnTo>
                </a:path>
                <a:path w="7619" h="32385">
                  <a:moveTo>
                    <a:pt x="0" y="9143"/>
                  </a:moveTo>
                  <a:lnTo>
                    <a:pt x="7619" y="9143"/>
                  </a:lnTo>
                </a:path>
                <a:path w="7619" h="32385">
                  <a:moveTo>
                    <a:pt x="0" y="9905"/>
                  </a:moveTo>
                  <a:lnTo>
                    <a:pt x="7619" y="9905"/>
                  </a:lnTo>
                </a:path>
                <a:path w="7619" h="32385">
                  <a:moveTo>
                    <a:pt x="0" y="10667"/>
                  </a:moveTo>
                  <a:lnTo>
                    <a:pt x="7619" y="10667"/>
                  </a:lnTo>
                </a:path>
                <a:path w="7619" h="32385">
                  <a:moveTo>
                    <a:pt x="0" y="9905"/>
                  </a:moveTo>
                  <a:lnTo>
                    <a:pt x="7619" y="9905"/>
                  </a:lnTo>
                </a:path>
                <a:path w="7619" h="32385">
                  <a:moveTo>
                    <a:pt x="0" y="11429"/>
                  </a:moveTo>
                  <a:lnTo>
                    <a:pt x="7619" y="1142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2753867" y="198882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h="24764">
                  <a:moveTo>
                    <a:pt x="0" y="24383"/>
                  </a:moveTo>
                  <a:lnTo>
                    <a:pt x="0" y="24383"/>
                  </a:lnTo>
                  <a:lnTo>
                    <a:pt x="0" y="2285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746247" y="1974342"/>
              <a:ext cx="7620" cy="17780"/>
            </a:xfrm>
            <a:custGeom>
              <a:avLst/>
              <a:gdLst/>
              <a:ahLst/>
              <a:cxnLst/>
              <a:rect l="l" t="t" r="r" b="b"/>
              <a:pathLst>
                <a:path w="7619" h="17780">
                  <a:moveTo>
                    <a:pt x="0" y="3047"/>
                  </a:moveTo>
                  <a:lnTo>
                    <a:pt x="7619" y="3047"/>
                  </a:lnTo>
                </a:path>
                <a:path w="7619" h="17780">
                  <a:moveTo>
                    <a:pt x="0" y="761"/>
                  </a:moveTo>
                  <a:lnTo>
                    <a:pt x="7619" y="761"/>
                  </a:lnTo>
                </a:path>
                <a:path w="7619" h="17780">
                  <a:moveTo>
                    <a:pt x="0" y="0"/>
                  </a:moveTo>
                  <a:lnTo>
                    <a:pt x="7619" y="0"/>
                  </a:lnTo>
                </a:path>
                <a:path w="7619" h="17780">
                  <a:moveTo>
                    <a:pt x="0" y="5333"/>
                  </a:moveTo>
                  <a:lnTo>
                    <a:pt x="7619" y="5333"/>
                  </a:lnTo>
                </a:path>
                <a:path w="7619" h="17780">
                  <a:moveTo>
                    <a:pt x="0" y="17525"/>
                  </a:moveTo>
                  <a:lnTo>
                    <a:pt x="7619" y="1752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746247" y="1991106"/>
              <a:ext cx="7620" cy="12700"/>
            </a:xfrm>
            <a:custGeom>
              <a:avLst/>
              <a:gdLst/>
              <a:ahLst/>
              <a:cxnLst/>
              <a:rect l="l" t="t" r="r" b="b"/>
              <a:pathLst>
                <a:path w="7619" h="12700">
                  <a:moveTo>
                    <a:pt x="0" y="0"/>
                  </a:moveTo>
                  <a:lnTo>
                    <a:pt x="7619" y="0"/>
                  </a:lnTo>
                </a:path>
                <a:path w="7619" h="12700">
                  <a:moveTo>
                    <a:pt x="0" y="1523"/>
                  </a:moveTo>
                  <a:lnTo>
                    <a:pt x="7619" y="1523"/>
                  </a:lnTo>
                </a:path>
                <a:path w="7619" h="12700">
                  <a:moveTo>
                    <a:pt x="0" y="12191"/>
                  </a:moveTo>
                  <a:lnTo>
                    <a:pt x="7619" y="1219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746247" y="2003298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746247" y="201320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2746247" y="1976628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69">
                  <a:moveTo>
                    <a:pt x="0" y="26669"/>
                  </a:moveTo>
                  <a:lnTo>
                    <a:pt x="7619" y="26669"/>
                  </a:lnTo>
                </a:path>
                <a:path w="7619" h="26669">
                  <a:moveTo>
                    <a:pt x="0" y="25145"/>
                  </a:moveTo>
                  <a:lnTo>
                    <a:pt x="7619" y="25145"/>
                  </a:lnTo>
                </a:path>
                <a:path w="7619" h="26669">
                  <a:moveTo>
                    <a:pt x="0" y="20573"/>
                  </a:moveTo>
                  <a:lnTo>
                    <a:pt x="7619" y="20573"/>
                  </a:lnTo>
                </a:path>
                <a:path w="7619" h="26669">
                  <a:moveTo>
                    <a:pt x="0" y="12191"/>
                  </a:moveTo>
                  <a:lnTo>
                    <a:pt x="7619" y="12191"/>
                  </a:lnTo>
                </a:path>
                <a:path w="7619" h="26669">
                  <a:moveTo>
                    <a:pt x="0" y="8381"/>
                  </a:moveTo>
                  <a:lnTo>
                    <a:pt x="7619" y="8381"/>
                  </a:lnTo>
                </a:path>
                <a:path w="7619" h="26669">
                  <a:moveTo>
                    <a:pt x="0" y="4571"/>
                  </a:moveTo>
                  <a:lnTo>
                    <a:pt x="7619" y="4571"/>
                  </a:lnTo>
                </a:path>
                <a:path w="7619" h="26669">
                  <a:moveTo>
                    <a:pt x="0" y="0"/>
                  </a:moveTo>
                  <a:lnTo>
                    <a:pt x="7619" y="0"/>
                  </a:lnTo>
                </a:path>
                <a:path w="7619" h="26669">
                  <a:moveTo>
                    <a:pt x="0" y="3809"/>
                  </a:moveTo>
                  <a:lnTo>
                    <a:pt x="7619" y="3809"/>
                  </a:lnTo>
                </a:path>
                <a:path w="7619" h="26669">
                  <a:moveTo>
                    <a:pt x="0" y="7619"/>
                  </a:moveTo>
                  <a:lnTo>
                    <a:pt x="7619" y="7619"/>
                  </a:lnTo>
                </a:path>
                <a:path w="7619" h="26669">
                  <a:moveTo>
                    <a:pt x="0" y="12191"/>
                  </a:moveTo>
                  <a:lnTo>
                    <a:pt x="7619" y="12191"/>
                  </a:lnTo>
                </a:path>
                <a:path w="7619" h="26669">
                  <a:moveTo>
                    <a:pt x="0" y="14477"/>
                  </a:moveTo>
                  <a:lnTo>
                    <a:pt x="7619" y="1447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2" name="object 172"/>
          <p:cNvGrpSpPr/>
          <p:nvPr/>
        </p:nvGrpSpPr>
        <p:grpSpPr>
          <a:xfrm>
            <a:off x="2744723" y="2090166"/>
            <a:ext cx="18415" cy="201295"/>
            <a:chOff x="2744723" y="2090166"/>
            <a:chExt cx="18415" cy="201295"/>
          </a:xfrm>
        </p:grpSpPr>
        <p:sp>
          <p:nvSpPr>
            <p:cNvPr id="173" name="object 173"/>
            <p:cNvSpPr/>
            <p:nvPr/>
          </p:nvSpPr>
          <p:spPr>
            <a:xfrm>
              <a:off x="2753867" y="2121408"/>
              <a:ext cx="0" cy="39370"/>
            </a:xfrm>
            <a:custGeom>
              <a:avLst/>
              <a:gdLst/>
              <a:ahLst/>
              <a:cxnLst/>
              <a:rect l="l" t="t" r="r" b="b"/>
              <a:pathLst>
                <a:path h="39369">
                  <a:moveTo>
                    <a:pt x="0" y="38861"/>
                  </a:moveTo>
                  <a:lnTo>
                    <a:pt x="0" y="38861"/>
                  </a:lnTo>
                  <a:lnTo>
                    <a:pt x="0" y="19049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2746247" y="2094738"/>
              <a:ext cx="7620" cy="35560"/>
            </a:xfrm>
            <a:custGeom>
              <a:avLst/>
              <a:gdLst/>
              <a:ahLst/>
              <a:cxnLst/>
              <a:rect l="l" t="t" r="r" b="b"/>
              <a:pathLst>
                <a:path w="7619" h="35560">
                  <a:moveTo>
                    <a:pt x="0" y="23621"/>
                  </a:moveTo>
                  <a:lnTo>
                    <a:pt x="7619" y="23621"/>
                  </a:lnTo>
                </a:path>
                <a:path w="7619" h="35560">
                  <a:moveTo>
                    <a:pt x="0" y="25145"/>
                  </a:moveTo>
                  <a:lnTo>
                    <a:pt x="7619" y="25145"/>
                  </a:lnTo>
                </a:path>
                <a:path w="7619" h="35560">
                  <a:moveTo>
                    <a:pt x="0" y="24383"/>
                  </a:moveTo>
                  <a:lnTo>
                    <a:pt x="7619" y="24383"/>
                  </a:lnTo>
                </a:path>
                <a:path w="7619" h="35560">
                  <a:moveTo>
                    <a:pt x="0" y="35051"/>
                  </a:moveTo>
                  <a:lnTo>
                    <a:pt x="7619" y="35051"/>
                  </a:lnTo>
                </a:path>
                <a:path w="7619" h="35560">
                  <a:moveTo>
                    <a:pt x="0" y="16001"/>
                  </a:moveTo>
                  <a:lnTo>
                    <a:pt x="7619" y="16001"/>
                  </a:lnTo>
                </a:path>
                <a:path w="7619" h="35560">
                  <a:moveTo>
                    <a:pt x="0" y="0"/>
                  </a:moveTo>
                  <a:lnTo>
                    <a:pt x="7619" y="0"/>
                  </a:lnTo>
                </a:path>
                <a:path w="7619" h="35560">
                  <a:moveTo>
                    <a:pt x="0" y="6857"/>
                  </a:moveTo>
                  <a:lnTo>
                    <a:pt x="7619" y="6857"/>
                  </a:lnTo>
                </a:path>
                <a:path w="7619" h="35560">
                  <a:moveTo>
                    <a:pt x="0" y="9143"/>
                  </a:moveTo>
                  <a:lnTo>
                    <a:pt x="7619" y="9143"/>
                  </a:lnTo>
                </a:path>
                <a:path w="7619" h="35560">
                  <a:moveTo>
                    <a:pt x="0" y="13715"/>
                  </a:moveTo>
                  <a:lnTo>
                    <a:pt x="7619" y="1371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746247" y="2140458"/>
              <a:ext cx="7620" cy="5080"/>
            </a:xfrm>
            <a:custGeom>
              <a:avLst/>
              <a:gdLst/>
              <a:ahLst/>
              <a:cxnLst/>
              <a:rect l="l" t="t" r="r" b="b"/>
              <a:pathLst>
                <a:path w="7619" h="5080">
                  <a:moveTo>
                    <a:pt x="0" y="0"/>
                  </a:moveTo>
                  <a:lnTo>
                    <a:pt x="7619" y="0"/>
                  </a:lnTo>
                </a:path>
                <a:path w="7619" h="5080">
                  <a:moveTo>
                    <a:pt x="0" y="4571"/>
                  </a:moveTo>
                  <a:lnTo>
                    <a:pt x="7619" y="457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2746247" y="2127504"/>
              <a:ext cx="7620" cy="64769"/>
            </a:xfrm>
            <a:custGeom>
              <a:avLst/>
              <a:gdLst/>
              <a:ahLst/>
              <a:cxnLst/>
              <a:rect l="l" t="t" r="r" b="b"/>
              <a:pathLst>
                <a:path w="7619" h="64769">
                  <a:moveTo>
                    <a:pt x="0" y="54101"/>
                  </a:moveTo>
                  <a:lnTo>
                    <a:pt x="7619" y="54101"/>
                  </a:lnTo>
                </a:path>
                <a:path w="7619" h="64769">
                  <a:moveTo>
                    <a:pt x="0" y="56387"/>
                  </a:moveTo>
                  <a:lnTo>
                    <a:pt x="7619" y="56387"/>
                  </a:lnTo>
                </a:path>
                <a:path w="7619" h="64769">
                  <a:moveTo>
                    <a:pt x="0" y="62483"/>
                  </a:moveTo>
                  <a:lnTo>
                    <a:pt x="7619" y="62483"/>
                  </a:lnTo>
                </a:path>
                <a:path w="7619" h="64769">
                  <a:moveTo>
                    <a:pt x="0" y="64769"/>
                  </a:moveTo>
                  <a:lnTo>
                    <a:pt x="7619" y="64769"/>
                  </a:lnTo>
                </a:path>
                <a:path w="7619" h="64769">
                  <a:moveTo>
                    <a:pt x="0" y="48005"/>
                  </a:moveTo>
                  <a:lnTo>
                    <a:pt x="7619" y="48005"/>
                  </a:lnTo>
                </a:path>
                <a:path w="7619" h="64769">
                  <a:moveTo>
                    <a:pt x="0" y="34289"/>
                  </a:moveTo>
                  <a:lnTo>
                    <a:pt x="7619" y="34289"/>
                  </a:lnTo>
                </a:path>
                <a:path w="7619" h="64769">
                  <a:moveTo>
                    <a:pt x="0" y="40385"/>
                  </a:moveTo>
                  <a:lnTo>
                    <a:pt x="7619" y="40385"/>
                  </a:lnTo>
                </a:path>
                <a:path w="7619" h="64769">
                  <a:moveTo>
                    <a:pt x="0" y="44195"/>
                  </a:moveTo>
                  <a:lnTo>
                    <a:pt x="7619" y="44195"/>
                  </a:lnTo>
                </a:path>
                <a:path w="7619" h="64769">
                  <a:moveTo>
                    <a:pt x="0" y="45719"/>
                  </a:moveTo>
                  <a:lnTo>
                    <a:pt x="7619" y="45719"/>
                  </a:lnTo>
                </a:path>
                <a:path w="7619" h="64769">
                  <a:moveTo>
                    <a:pt x="0" y="41147"/>
                  </a:moveTo>
                  <a:lnTo>
                    <a:pt x="7619" y="41147"/>
                  </a:lnTo>
                </a:path>
                <a:path w="7619" h="64769">
                  <a:moveTo>
                    <a:pt x="0" y="36575"/>
                  </a:moveTo>
                  <a:lnTo>
                    <a:pt x="7619" y="36575"/>
                  </a:lnTo>
                </a:path>
                <a:path w="7619" h="64769">
                  <a:moveTo>
                    <a:pt x="0" y="0"/>
                  </a:moveTo>
                  <a:lnTo>
                    <a:pt x="7619" y="0"/>
                  </a:lnTo>
                </a:path>
                <a:path w="7619" h="64769">
                  <a:moveTo>
                    <a:pt x="0" y="2285"/>
                  </a:moveTo>
                  <a:lnTo>
                    <a:pt x="7619" y="2285"/>
                  </a:lnTo>
                </a:path>
                <a:path w="7619" h="64769">
                  <a:moveTo>
                    <a:pt x="0" y="18287"/>
                  </a:moveTo>
                  <a:lnTo>
                    <a:pt x="7619" y="18287"/>
                  </a:lnTo>
                </a:path>
                <a:path w="7619" h="64769">
                  <a:moveTo>
                    <a:pt x="0" y="34289"/>
                  </a:moveTo>
                  <a:lnTo>
                    <a:pt x="7619" y="3428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2753867" y="2234946"/>
              <a:ext cx="0" cy="40640"/>
            </a:xfrm>
            <a:custGeom>
              <a:avLst/>
              <a:gdLst/>
              <a:ahLst/>
              <a:cxnLst/>
              <a:rect l="l" t="t" r="r" b="b"/>
              <a:pathLst>
                <a:path h="40639">
                  <a:moveTo>
                    <a:pt x="0" y="4571"/>
                  </a:moveTo>
                  <a:lnTo>
                    <a:pt x="0" y="3047"/>
                  </a:lnTo>
                  <a:lnTo>
                    <a:pt x="0" y="1523"/>
                  </a:lnTo>
                  <a:lnTo>
                    <a:pt x="0" y="0"/>
                  </a:lnTo>
                </a:path>
                <a:path h="40639">
                  <a:moveTo>
                    <a:pt x="0" y="40385"/>
                  </a:moveTo>
                  <a:lnTo>
                    <a:pt x="0" y="38861"/>
                  </a:lnTo>
                  <a:lnTo>
                    <a:pt x="0" y="3657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2746247" y="2231136"/>
              <a:ext cx="7620" cy="8890"/>
            </a:xfrm>
            <a:custGeom>
              <a:avLst/>
              <a:gdLst/>
              <a:ahLst/>
              <a:cxnLst/>
              <a:rect l="l" t="t" r="r" b="b"/>
              <a:pathLst>
                <a:path w="7619" h="8889">
                  <a:moveTo>
                    <a:pt x="0" y="8381"/>
                  </a:moveTo>
                  <a:lnTo>
                    <a:pt x="7619" y="8381"/>
                  </a:lnTo>
                </a:path>
                <a:path w="7619" h="8889">
                  <a:moveTo>
                    <a:pt x="7619" y="0"/>
                  </a:moveTo>
                  <a:lnTo>
                    <a:pt x="0" y="0"/>
                  </a:ln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746247" y="223799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746247" y="2232660"/>
              <a:ext cx="7620" cy="54610"/>
            </a:xfrm>
            <a:custGeom>
              <a:avLst/>
              <a:gdLst/>
              <a:ahLst/>
              <a:cxnLst/>
              <a:rect l="l" t="t" r="r" b="b"/>
              <a:pathLst>
                <a:path w="7619" h="54610">
                  <a:moveTo>
                    <a:pt x="0" y="22859"/>
                  </a:moveTo>
                  <a:lnTo>
                    <a:pt x="7619" y="22859"/>
                  </a:lnTo>
                </a:path>
                <a:path w="7619" h="54610">
                  <a:moveTo>
                    <a:pt x="0" y="38099"/>
                  </a:moveTo>
                  <a:lnTo>
                    <a:pt x="7619" y="38099"/>
                  </a:lnTo>
                </a:path>
                <a:path w="7619" h="54610">
                  <a:moveTo>
                    <a:pt x="0" y="49529"/>
                  </a:moveTo>
                  <a:lnTo>
                    <a:pt x="7619" y="49529"/>
                  </a:lnTo>
                </a:path>
                <a:path w="7619" h="54610">
                  <a:moveTo>
                    <a:pt x="0" y="54101"/>
                  </a:moveTo>
                  <a:lnTo>
                    <a:pt x="7619" y="54101"/>
                  </a:lnTo>
                </a:path>
                <a:path w="7619" h="54610">
                  <a:moveTo>
                    <a:pt x="0" y="45719"/>
                  </a:moveTo>
                  <a:lnTo>
                    <a:pt x="7619" y="45719"/>
                  </a:lnTo>
                </a:path>
                <a:path w="7619" h="54610">
                  <a:moveTo>
                    <a:pt x="0" y="25145"/>
                  </a:moveTo>
                  <a:lnTo>
                    <a:pt x="7619" y="25145"/>
                  </a:lnTo>
                </a:path>
                <a:path w="7619" h="54610">
                  <a:moveTo>
                    <a:pt x="0" y="12953"/>
                  </a:moveTo>
                  <a:lnTo>
                    <a:pt x="7619" y="12953"/>
                  </a:lnTo>
                </a:path>
                <a:path w="7619" h="54610">
                  <a:moveTo>
                    <a:pt x="0" y="2285"/>
                  </a:moveTo>
                  <a:lnTo>
                    <a:pt x="7619" y="2285"/>
                  </a:lnTo>
                </a:path>
                <a:path w="7619" h="54610">
                  <a:moveTo>
                    <a:pt x="0" y="0"/>
                  </a:moveTo>
                  <a:lnTo>
                    <a:pt x="7619" y="0"/>
                  </a:lnTo>
                </a:path>
                <a:path w="7619" h="54610">
                  <a:moveTo>
                    <a:pt x="0" y="1523"/>
                  </a:moveTo>
                  <a:lnTo>
                    <a:pt x="7619" y="1523"/>
                  </a:lnTo>
                </a:path>
                <a:path w="7619" h="54610">
                  <a:moveTo>
                    <a:pt x="0" y="9905"/>
                  </a:moveTo>
                  <a:lnTo>
                    <a:pt x="7619" y="9905"/>
                  </a:lnTo>
                </a:path>
                <a:path w="7619" h="54610">
                  <a:moveTo>
                    <a:pt x="0" y="19049"/>
                  </a:moveTo>
                  <a:lnTo>
                    <a:pt x="7619" y="19049"/>
                  </a:lnTo>
                </a:path>
                <a:path w="7619" h="54610">
                  <a:moveTo>
                    <a:pt x="0" y="35051"/>
                  </a:moveTo>
                  <a:lnTo>
                    <a:pt x="7619" y="35051"/>
                  </a:lnTo>
                </a:path>
                <a:path w="7619" h="54610">
                  <a:moveTo>
                    <a:pt x="0" y="41147"/>
                  </a:moveTo>
                  <a:lnTo>
                    <a:pt x="7619" y="41147"/>
                  </a:lnTo>
                </a:path>
                <a:path w="7619" h="54610">
                  <a:moveTo>
                    <a:pt x="0" y="25145"/>
                  </a:moveTo>
                  <a:lnTo>
                    <a:pt x="7619" y="25145"/>
                  </a:lnTo>
                </a:path>
                <a:path w="7619" h="54610">
                  <a:moveTo>
                    <a:pt x="0" y="37337"/>
                  </a:moveTo>
                  <a:lnTo>
                    <a:pt x="7619" y="37337"/>
                  </a:lnTo>
                </a:path>
                <a:path w="7619" h="54610">
                  <a:moveTo>
                    <a:pt x="0" y="17525"/>
                  </a:moveTo>
                  <a:lnTo>
                    <a:pt x="7619" y="17525"/>
                  </a:lnTo>
                </a:path>
                <a:path w="7619" h="54610">
                  <a:moveTo>
                    <a:pt x="0" y="12191"/>
                  </a:moveTo>
                  <a:lnTo>
                    <a:pt x="7619" y="12191"/>
                  </a:lnTo>
                </a:path>
                <a:path w="7619" h="54610">
                  <a:moveTo>
                    <a:pt x="0" y="9905"/>
                  </a:moveTo>
                  <a:lnTo>
                    <a:pt x="7619" y="9905"/>
                  </a:lnTo>
                </a:path>
                <a:path w="7619" h="54610">
                  <a:moveTo>
                    <a:pt x="0" y="19811"/>
                  </a:moveTo>
                  <a:lnTo>
                    <a:pt x="7619" y="19811"/>
                  </a:lnTo>
                </a:path>
                <a:path w="7619" h="54610">
                  <a:moveTo>
                    <a:pt x="0" y="41147"/>
                  </a:moveTo>
                  <a:lnTo>
                    <a:pt x="7619" y="4114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1" name="object 181"/>
          <p:cNvGrpSpPr/>
          <p:nvPr/>
        </p:nvGrpSpPr>
        <p:grpSpPr>
          <a:xfrm>
            <a:off x="2737103" y="2364486"/>
            <a:ext cx="26034" cy="45720"/>
            <a:chOff x="2737103" y="2364486"/>
            <a:chExt cx="26034" cy="45720"/>
          </a:xfrm>
        </p:grpSpPr>
        <p:sp>
          <p:nvSpPr>
            <p:cNvPr id="182" name="object 182"/>
            <p:cNvSpPr/>
            <p:nvPr/>
          </p:nvSpPr>
          <p:spPr>
            <a:xfrm>
              <a:off x="2746247" y="2397252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19" h="3810">
                  <a:moveTo>
                    <a:pt x="0" y="3809"/>
                  </a:moveTo>
                  <a:lnTo>
                    <a:pt x="7619" y="3809"/>
                  </a:ln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2746247" y="2369058"/>
              <a:ext cx="7620" cy="27940"/>
            </a:xfrm>
            <a:custGeom>
              <a:avLst/>
              <a:gdLst/>
              <a:ahLst/>
              <a:cxnLst/>
              <a:rect l="l" t="t" r="r" b="b"/>
              <a:pathLst>
                <a:path w="7619" h="27939">
                  <a:moveTo>
                    <a:pt x="0" y="20573"/>
                  </a:moveTo>
                  <a:lnTo>
                    <a:pt x="7619" y="20573"/>
                  </a:lnTo>
                </a:path>
                <a:path w="7619" h="27939">
                  <a:moveTo>
                    <a:pt x="0" y="27431"/>
                  </a:moveTo>
                  <a:lnTo>
                    <a:pt x="7619" y="27431"/>
                  </a:lnTo>
                </a:path>
                <a:path w="7619" h="27939">
                  <a:moveTo>
                    <a:pt x="0" y="22859"/>
                  </a:moveTo>
                  <a:lnTo>
                    <a:pt x="7619" y="22859"/>
                  </a:lnTo>
                </a:path>
                <a:path w="7619" h="27939">
                  <a:moveTo>
                    <a:pt x="0" y="22097"/>
                  </a:moveTo>
                  <a:lnTo>
                    <a:pt x="7619" y="22097"/>
                  </a:lnTo>
                </a:path>
                <a:path w="7619" h="27939">
                  <a:moveTo>
                    <a:pt x="0" y="21335"/>
                  </a:moveTo>
                  <a:lnTo>
                    <a:pt x="7619" y="21335"/>
                  </a:lnTo>
                </a:path>
                <a:path w="7619" h="27939">
                  <a:moveTo>
                    <a:pt x="0" y="22859"/>
                  </a:moveTo>
                  <a:lnTo>
                    <a:pt x="7619" y="22859"/>
                  </a:lnTo>
                </a:path>
                <a:path w="7619" h="27939">
                  <a:moveTo>
                    <a:pt x="0" y="26669"/>
                  </a:moveTo>
                  <a:lnTo>
                    <a:pt x="7619" y="26669"/>
                  </a:lnTo>
                </a:path>
                <a:path w="7619" h="27939">
                  <a:moveTo>
                    <a:pt x="0" y="16763"/>
                  </a:moveTo>
                  <a:lnTo>
                    <a:pt x="7619" y="16763"/>
                  </a:lnTo>
                </a:path>
                <a:path w="7619" h="27939">
                  <a:moveTo>
                    <a:pt x="0" y="0"/>
                  </a:moveTo>
                  <a:lnTo>
                    <a:pt x="7619" y="0"/>
                  </a:lnTo>
                </a:path>
                <a:path w="7619" h="27939">
                  <a:moveTo>
                    <a:pt x="0" y="4571"/>
                  </a:moveTo>
                  <a:lnTo>
                    <a:pt x="7619" y="4571"/>
                  </a:lnTo>
                </a:path>
                <a:path w="7619" h="27939">
                  <a:moveTo>
                    <a:pt x="0" y="9143"/>
                  </a:moveTo>
                  <a:lnTo>
                    <a:pt x="7619" y="9143"/>
                  </a:lnTo>
                </a:path>
                <a:path w="7619" h="27939">
                  <a:moveTo>
                    <a:pt x="0" y="9905"/>
                  </a:moveTo>
                  <a:lnTo>
                    <a:pt x="7619" y="9905"/>
                  </a:lnTo>
                </a:path>
                <a:path w="7619" h="27939">
                  <a:moveTo>
                    <a:pt x="0" y="10667"/>
                  </a:moveTo>
                  <a:lnTo>
                    <a:pt x="7619" y="10667"/>
                  </a:lnTo>
                </a:path>
                <a:path w="7619" h="27939">
                  <a:moveTo>
                    <a:pt x="0" y="9905"/>
                  </a:moveTo>
                  <a:lnTo>
                    <a:pt x="7619" y="9905"/>
                  </a:lnTo>
                </a:path>
                <a:path w="7619" h="27939">
                  <a:moveTo>
                    <a:pt x="0" y="11429"/>
                  </a:moveTo>
                  <a:lnTo>
                    <a:pt x="7619" y="1142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4" name="object 184"/>
          <p:cNvGrpSpPr/>
          <p:nvPr/>
        </p:nvGrpSpPr>
        <p:grpSpPr>
          <a:xfrm>
            <a:off x="2744723" y="2404110"/>
            <a:ext cx="18415" cy="80010"/>
            <a:chOff x="2744723" y="2404110"/>
            <a:chExt cx="18415" cy="80010"/>
          </a:xfrm>
        </p:grpSpPr>
        <p:sp>
          <p:nvSpPr>
            <p:cNvPr id="185" name="object 185"/>
            <p:cNvSpPr/>
            <p:nvPr/>
          </p:nvSpPr>
          <p:spPr>
            <a:xfrm>
              <a:off x="2753867" y="2466594"/>
              <a:ext cx="0" cy="8890"/>
            </a:xfrm>
            <a:custGeom>
              <a:avLst/>
              <a:gdLst/>
              <a:ahLst/>
              <a:cxnLst/>
              <a:rect l="l" t="t" r="r" b="b"/>
              <a:pathLst>
                <a:path h="8889">
                  <a:moveTo>
                    <a:pt x="0" y="8381"/>
                  </a:move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2746247" y="2408682"/>
              <a:ext cx="7620" cy="47625"/>
            </a:xfrm>
            <a:custGeom>
              <a:avLst/>
              <a:gdLst/>
              <a:ahLst/>
              <a:cxnLst/>
              <a:rect l="l" t="t" r="r" b="b"/>
              <a:pathLst>
                <a:path w="7619" h="47625">
                  <a:moveTo>
                    <a:pt x="0" y="14477"/>
                  </a:moveTo>
                  <a:lnTo>
                    <a:pt x="7619" y="14477"/>
                  </a:lnTo>
                </a:path>
                <a:path w="7619" h="47625">
                  <a:moveTo>
                    <a:pt x="0" y="32003"/>
                  </a:moveTo>
                  <a:lnTo>
                    <a:pt x="7619" y="32003"/>
                  </a:lnTo>
                </a:path>
                <a:path w="7619" h="47625">
                  <a:moveTo>
                    <a:pt x="0" y="12191"/>
                  </a:moveTo>
                  <a:lnTo>
                    <a:pt x="7619" y="12191"/>
                  </a:lnTo>
                </a:path>
                <a:path w="7619" h="47625">
                  <a:moveTo>
                    <a:pt x="0" y="7619"/>
                  </a:moveTo>
                  <a:lnTo>
                    <a:pt x="7619" y="7619"/>
                  </a:lnTo>
                </a:path>
                <a:path w="7619" h="47625">
                  <a:moveTo>
                    <a:pt x="0" y="8381"/>
                  </a:moveTo>
                  <a:lnTo>
                    <a:pt x="7619" y="8381"/>
                  </a:lnTo>
                </a:path>
                <a:path w="7619" h="47625">
                  <a:moveTo>
                    <a:pt x="0" y="11429"/>
                  </a:moveTo>
                  <a:lnTo>
                    <a:pt x="7619" y="11429"/>
                  </a:lnTo>
                </a:path>
                <a:path w="7619" h="47625">
                  <a:moveTo>
                    <a:pt x="0" y="13715"/>
                  </a:moveTo>
                  <a:lnTo>
                    <a:pt x="7619" y="13715"/>
                  </a:lnTo>
                </a:path>
                <a:path w="7619" h="47625">
                  <a:moveTo>
                    <a:pt x="0" y="33527"/>
                  </a:moveTo>
                  <a:lnTo>
                    <a:pt x="7619" y="33527"/>
                  </a:lnTo>
                </a:path>
                <a:path w="7619" h="47625">
                  <a:moveTo>
                    <a:pt x="0" y="41147"/>
                  </a:moveTo>
                  <a:lnTo>
                    <a:pt x="7619" y="41147"/>
                  </a:lnTo>
                </a:path>
                <a:path w="7619" h="47625">
                  <a:moveTo>
                    <a:pt x="0" y="40385"/>
                  </a:moveTo>
                  <a:lnTo>
                    <a:pt x="7619" y="40385"/>
                  </a:lnTo>
                </a:path>
                <a:path w="7619" h="47625">
                  <a:moveTo>
                    <a:pt x="0" y="25145"/>
                  </a:moveTo>
                  <a:lnTo>
                    <a:pt x="7619" y="25145"/>
                  </a:lnTo>
                </a:path>
                <a:path w="7619" h="47625">
                  <a:moveTo>
                    <a:pt x="0" y="7619"/>
                  </a:moveTo>
                  <a:lnTo>
                    <a:pt x="7619" y="7619"/>
                  </a:lnTo>
                </a:path>
                <a:path w="7619" h="47625">
                  <a:moveTo>
                    <a:pt x="0" y="6095"/>
                  </a:moveTo>
                  <a:lnTo>
                    <a:pt x="7619" y="6095"/>
                  </a:lnTo>
                </a:path>
                <a:path w="7619" h="47625">
                  <a:moveTo>
                    <a:pt x="0" y="2285"/>
                  </a:moveTo>
                  <a:lnTo>
                    <a:pt x="7619" y="2285"/>
                  </a:lnTo>
                </a:path>
                <a:path w="7619" h="47625">
                  <a:moveTo>
                    <a:pt x="0" y="0"/>
                  </a:moveTo>
                  <a:lnTo>
                    <a:pt x="7619" y="0"/>
                  </a:lnTo>
                </a:path>
                <a:path w="7619" h="47625">
                  <a:moveTo>
                    <a:pt x="0" y="10667"/>
                  </a:moveTo>
                  <a:lnTo>
                    <a:pt x="7619" y="10667"/>
                  </a:lnTo>
                </a:path>
                <a:path w="7619" h="47625">
                  <a:moveTo>
                    <a:pt x="0" y="47243"/>
                  </a:moveTo>
                  <a:lnTo>
                    <a:pt x="7619" y="4724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2746247" y="2474976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2746247" y="2436876"/>
              <a:ext cx="7620" cy="33655"/>
            </a:xfrm>
            <a:custGeom>
              <a:avLst/>
              <a:gdLst/>
              <a:ahLst/>
              <a:cxnLst/>
              <a:rect l="l" t="t" r="r" b="b"/>
              <a:pathLst>
                <a:path w="7619" h="33655">
                  <a:moveTo>
                    <a:pt x="0" y="33527"/>
                  </a:moveTo>
                  <a:lnTo>
                    <a:pt x="7619" y="33527"/>
                  </a:lnTo>
                </a:path>
                <a:path w="7619" h="33655">
                  <a:moveTo>
                    <a:pt x="0" y="26669"/>
                  </a:moveTo>
                  <a:lnTo>
                    <a:pt x="7619" y="26669"/>
                  </a:lnTo>
                </a:path>
                <a:path w="7619" h="33655">
                  <a:moveTo>
                    <a:pt x="0" y="25145"/>
                  </a:moveTo>
                  <a:lnTo>
                    <a:pt x="7619" y="25145"/>
                  </a:lnTo>
                </a:path>
                <a:path w="7619" h="33655">
                  <a:moveTo>
                    <a:pt x="0" y="26669"/>
                  </a:moveTo>
                  <a:lnTo>
                    <a:pt x="7619" y="26669"/>
                  </a:lnTo>
                </a:path>
                <a:path w="7619" h="33655">
                  <a:moveTo>
                    <a:pt x="0" y="33527"/>
                  </a:moveTo>
                  <a:lnTo>
                    <a:pt x="7619" y="33527"/>
                  </a:lnTo>
                </a:path>
                <a:path w="7619" h="33655">
                  <a:moveTo>
                    <a:pt x="0" y="19811"/>
                  </a:moveTo>
                  <a:lnTo>
                    <a:pt x="7619" y="19811"/>
                  </a:lnTo>
                </a:path>
                <a:path w="7619" h="33655">
                  <a:moveTo>
                    <a:pt x="0" y="0"/>
                  </a:moveTo>
                  <a:lnTo>
                    <a:pt x="7619" y="0"/>
                  </a:lnTo>
                </a:path>
                <a:path w="7619" h="33655">
                  <a:moveTo>
                    <a:pt x="0" y="4571"/>
                  </a:moveTo>
                  <a:lnTo>
                    <a:pt x="7619" y="4571"/>
                  </a:lnTo>
                </a:path>
                <a:path w="7619" h="33655">
                  <a:moveTo>
                    <a:pt x="0" y="11429"/>
                  </a:moveTo>
                  <a:lnTo>
                    <a:pt x="7619" y="1142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9" name="object 189"/>
          <p:cNvGrpSpPr/>
          <p:nvPr/>
        </p:nvGrpSpPr>
        <p:grpSpPr>
          <a:xfrm>
            <a:off x="2744723" y="1640586"/>
            <a:ext cx="18415" cy="73660"/>
            <a:chOff x="2744723" y="1640586"/>
            <a:chExt cx="18415" cy="73660"/>
          </a:xfrm>
        </p:grpSpPr>
        <p:sp>
          <p:nvSpPr>
            <p:cNvPr id="190" name="object 190"/>
            <p:cNvSpPr/>
            <p:nvPr/>
          </p:nvSpPr>
          <p:spPr>
            <a:xfrm>
              <a:off x="2753867" y="1649730"/>
              <a:ext cx="0" cy="55244"/>
            </a:xfrm>
            <a:custGeom>
              <a:avLst/>
              <a:gdLst/>
              <a:ahLst/>
              <a:cxnLst/>
              <a:rect l="l" t="t" r="r" b="b"/>
              <a:pathLst>
                <a:path h="55244">
                  <a:moveTo>
                    <a:pt x="0" y="54863"/>
                  </a:moveTo>
                  <a:lnTo>
                    <a:pt x="0" y="54863"/>
                  </a:lnTo>
                  <a:lnTo>
                    <a:pt x="0" y="761"/>
                  </a:lnTo>
                  <a:lnTo>
                    <a:pt x="0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2746247" y="164973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19" h="7619">
                  <a:moveTo>
                    <a:pt x="0" y="7619"/>
                  </a:moveTo>
                  <a:lnTo>
                    <a:pt x="7619" y="7619"/>
                  </a:lnTo>
                </a:path>
                <a:path w="7619" h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2746247" y="1649730"/>
              <a:ext cx="7620" cy="55244"/>
            </a:xfrm>
            <a:custGeom>
              <a:avLst/>
              <a:gdLst/>
              <a:ahLst/>
              <a:cxnLst/>
              <a:rect l="l" t="t" r="r" b="b"/>
              <a:pathLst>
                <a:path w="7619" h="55244">
                  <a:moveTo>
                    <a:pt x="0" y="0"/>
                  </a:moveTo>
                  <a:lnTo>
                    <a:pt x="7619" y="0"/>
                  </a:lnTo>
                </a:path>
                <a:path w="7619" h="55244">
                  <a:moveTo>
                    <a:pt x="0" y="6095"/>
                  </a:moveTo>
                  <a:lnTo>
                    <a:pt x="7619" y="6095"/>
                  </a:lnTo>
                </a:path>
                <a:path w="7619" h="55244">
                  <a:moveTo>
                    <a:pt x="0" y="24383"/>
                  </a:moveTo>
                  <a:lnTo>
                    <a:pt x="7619" y="24383"/>
                  </a:lnTo>
                </a:path>
                <a:path w="7619" h="55244">
                  <a:moveTo>
                    <a:pt x="0" y="39623"/>
                  </a:moveTo>
                  <a:lnTo>
                    <a:pt x="7619" y="39623"/>
                  </a:lnTo>
                </a:path>
                <a:path w="7619" h="55244">
                  <a:moveTo>
                    <a:pt x="0" y="50291"/>
                  </a:moveTo>
                  <a:lnTo>
                    <a:pt x="7619" y="50291"/>
                  </a:lnTo>
                </a:path>
                <a:path w="7619" h="55244">
                  <a:moveTo>
                    <a:pt x="0" y="54863"/>
                  </a:moveTo>
                  <a:lnTo>
                    <a:pt x="7619" y="5486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2746247" y="1651254"/>
              <a:ext cx="7620" cy="45720"/>
            </a:xfrm>
            <a:custGeom>
              <a:avLst/>
              <a:gdLst/>
              <a:ahLst/>
              <a:cxnLst/>
              <a:rect l="l" t="t" r="r" b="b"/>
              <a:pathLst>
                <a:path w="7619" h="45719">
                  <a:moveTo>
                    <a:pt x="0" y="45719"/>
                  </a:moveTo>
                  <a:lnTo>
                    <a:pt x="7619" y="45719"/>
                  </a:lnTo>
                </a:path>
                <a:path w="7619" h="45719">
                  <a:moveTo>
                    <a:pt x="0" y="24383"/>
                  </a:moveTo>
                  <a:lnTo>
                    <a:pt x="7619" y="24383"/>
                  </a:lnTo>
                </a:path>
                <a:path w="7619" h="45719">
                  <a:moveTo>
                    <a:pt x="0" y="12953"/>
                  </a:moveTo>
                  <a:lnTo>
                    <a:pt x="7619" y="12953"/>
                  </a:lnTo>
                </a:path>
                <a:path w="7619" h="45719">
                  <a:moveTo>
                    <a:pt x="0" y="2285"/>
                  </a:moveTo>
                  <a:lnTo>
                    <a:pt x="7619" y="2285"/>
                  </a:lnTo>
                </a:path>
                <a:path w="7619" h="45719">
                  <a:moveTo>
                    <a:pt x="0" y="0"/>
                  </a:moveTo>
                  <a:lnTo>
                    <a:pt x="7619" y="0"/>
                  </a:lnTo>
                </a:path>
                <a:path w="7619" h="45719">
                  <a:moveTo>
                    <a:pt x="0" y="761"/>
                  </a:moveTo>
                  <a:lnTo>
                    <a:pt x="7619" y="761"/>
                  </a:lnTo>
                </a:path>
                <a:path w="7619" h="45719">
                  <a:moveTo>
                    <a:pt x="0" y="9905"/>
                  </a:moveTo>
                  <a:lnTo>
                    <a:pt x="7619" y="9905"/>
                  </a:lnTo>
                </a:path>
                <a:path w="7619" h="45719">
                  <a:moveTo>
                    <a:pt x="0" y="19049"/>
                  </a:moveTo>
                  <a:lnTo>
                    <a:pt x="7619" y="19049"/>
                  </a:lnTo>
                </a:path>
                <a:path w="7619" h="45719">
                  <a:moveTo>
                    <a:pt x="0" y="35051"/>
                  </a:moveTo>
                  <a:lnTo>
                    <a:pt x="7619" y="35051"/>
                  </a:lnTo>
                </a:path>
                <a:path w="7619" h="45719">
                  <a:moveTo>
                    <a:pt x="0" y="41147"/>
                  </a:moveTo>
                  <a:lnTo>
                    <a:pt x="7619" y="41147"/>
                  </a:lnTo>
                </a:path>
                <a:path w="7619" h="45719">
                  <a:moveTo>
                    <a:pt x="0" y="25145"/>
                  </a:moveTo>
                  <a:lnTo>
                    <a:pt x="7619" y="25145"/>
                  </a:lnTo>
                </a:path>
                <a:path w="7619" h="45719">
                  <a:moveTo>
                    <a:pt x="0" y="36575"/>
                  </a:moveTo>
                  <a:lnTo>
                    <a:pt x="7619" y="36575"/>
                  </a:lnTo>
                </a:path>
                <a:path w="7619" h="45719">
                  <a:moveTo>
                    <a:pt x="0" y="17525"/>
                  </a:moveTo>
                  <a:lnTo>
                    <a:pt x="7619" y="17525"/>
                  </a:lnTo>
                </a:path>
                <a:path w="7619" h="45719">
                  <a:moveTo>
                    <a:pt x="0" y="12191"/>
                  </a:moveTo>
                  <a:lnTo>
                    <a:pt x="7619" y="12191"/>
                  </a:lnTo>
                </a:path>
                <a:path w="7619" h="45719">
                  <a:moveTo>
                    <a:pt x="0" y="9905"/>
                  </a:moveTo>
                  <a:lnTo>
                    <a:pt x="7619" y="9905"/>
                  </a:lnTo>
                </a:path>
                <a:path w="7619" h="45719">
                  <a:moveTo>
                    <a:pt x="0" y="19049"/>
                  </a:moveTo>
                  <a:lnTo>
                    <a:pt x="7619" y="19049"/>
                  </a:lnTo>
                </a:path>
                <a:path w="7619" h="45719">
                  <a:moveTo>
                    <a:pt x="0" y="41147"/>
                  </a:moveTo>
                  <a:lnTo>
                    <a:pt x="7619" y="4114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4" name="object 194"/>
          <p:cNvGrpSpPr/>
          <p:nvPr/>
        </p:nvGrpSpPr>
        <p:grpSpPr>
          <a:xfrm>
            <a:off x="2737103" y="1774698"/>
            <a:ext cx="26034" cy="66040"/>
            <a:chOff x="2737103" y="1774698"/>
            <a:chExt cx="26034" cy="66040"/>
          </a:xfrm>
        </p:grpSpPr>
        <p:sp>
          <p:nvSpPr>
            <p:cNvPr id="195" name="object 195"/>
            <p:cNvSpPr/>
            <p:nvPr/>
          </p:nvSpPr>
          <p:spPr>
            <a:xfrm>
              <a:off x="2746247" y="1783842"/>
              <a:ext cx="7620" cy="47625"/>
            </a:xfrm>
            <a:custGeom>
              <a:avLst/>
              <a:gdLst/>
              <a:ahLst/>
              <a:cxnLst/>
              <a:rect l="l" t="t" r="r" b="b"/>
              <a:pathLst>
                <a:path w="7619" h="47625">
                  <a:moveTo>
                    <a:pt x="7619" y="25145"/>
                  </a:moveTo>
                  <a:lnTo>
                    <a:pt x="7619" y="25907"/>
                  </a:lnTo>
                  <a:lnTo>
                    <a:pt x="7619" y="44195"/>
                  </a:lnTo>
                  <a:lnTo>
                    <a:pt x="7619" y="47243"/>
                  </a:lnTo>
                </a:path>
                <a:path w="7619" h="47625">
                  <a:moveTo>
                    <a:pt x="0" y="25145"/>
                  </a:moveTo>
                  <a:lnTo>
                    <a:pt x="7619" y="25145"/>
                  </a:lnTo>
                  <a:lnTo>
                    <a:pt x="7619" y="23621"/>
                  </a:lnTo>
                  <a:lnTo>
                    <a:pt x="7619" y="22097"/>
                  </a:lnTo>
                  <a:lnTo>
                    <a:pt x="7619" y="761"/>
                  </a:lnTo>
                  <a:lnTo>
                    <a:pt x="7619" y="0"/>
                  </a:lnTo>
                </a:path>
                <a:path w="7619" h="47625">
                  <a:moveTo>
                    <a:pt x="0" y="25907"/>
                  </a:moveTo>
                  <a:lnTo>
                    <a:pt x="7619" y="25907"/>
                  </a:lnTo>
                </a:path>
                <a:path w="7619" h="47625">
                  <a:moveTo>
                    <a:pt x="0" y="27431"/>
                  </a:moveTo>
                  <a:lnTo>
                    <a:pt x="7619" y="27431"/>
                  </a:lnTo>
                </a:path>
                <a:path w="7619" h="47625">
                  <a:moveTo>
                    <a:pt x="0" y="36575"/>
                  </a:moveTo>
                  <a:lnTo>
                    <a:pt x="7619" y="36575"/>
                  </a:lnTo>
                </a:path>
                <a:path w="7619" h="47625">
                  <a:moveTo>
                    <a:pt x="0" y="47243"/>
                  </a:moveTo>
                  <a:lnTo>
                    <a:pt x="7619" y="4724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2746247" y="1783842"/>
              <a:ext cx="7620" cy="41910"/>
            </a:xfrm>
            <a:custGeom>
              <a:avLst/>
              <a:gdLst/>
              <a:ahLst/>
              <a:cxnLst/>
              <a:rect l="l" t="t" r="r" b="b"/>
              <a:pathLst>
                <a:path w="7619" h="41910">
                  <a:moveTo>
                    <a:pt x="0" y="41909"/>
                  </a:moveTo>
                  <a:lnTo>
                    <a:pt x="7619" y="41909"/>
                  </a:lnTo>
                </a:path>
                <a:path w="7619" h="41910">
                  <a:moveTo>
                    <a:pt x="0" y="36575"/>
                  </a:moveTo>
                  <a:lnTo>
                    <a:pt x="7619" y="36575"/>
                  </a:lnTo>
                </a:path>
                <a:path w="7619" h="41910">
                  <a:moveTo>
                    <a:pt x="7619" y="35813"/>
                  </a:moveTo>
                  <a:lnTo>
                    <a:pt x="0" y="35813"/>
                  </a:lnTo>
                  <a:lnTo>
                    <a:pt x="7619" y="35813"/>
                  </a:lnTo>
                </a:path>
                <a:path w="7619" h="41910">
                  <a:moveTo>
                    <a:pt x="0" y="37337"/>
                  </a:moveTo>
                  <a:lnTo>
                    <a:pt x="7619" y="37337"/>
                  </a:lnTo>
                </a:path>
                <a:path w="7619" h="41910">
                  <a:moveTo>
                    <a:pt x="0" y="41147"/>
                  </a:moveTo>
                  <a:lnTo>
                    <a:pt x="7619" y="41147"/>
                  </a:lnTo>
                </a:path>
                <a:path w="7619" h="41910">
                  <a:moveTo>
                    <a:pt x="0" y="30479"/>
                  </a:moveTo>
                  <a:lnTo>
                    <a:pt x="7619" y="30479"/>
                  </a:lnTo>
                </a:path>
                <a:path w="7619" h="41910">
                  <a:moveTo>
                    <a:pt x="0" y="12191"/>
                  </a:moveTo>
                  <a:lnTo>
                    <a:pt x="7619" y="12191"/>
                  </a:lnTo>
                </a:path>
                <a:path w="7619" h="41910">
                  <a:moveTo>
                    <a:pt x="0" y="16001"/>
                  </a:moveTo>
                  <a:lnTo>
                    <a:pt x="7619" y="16001"/>
                  </a:lnTo>
                </a:path>
                <a:path w="7619" h="41910">
                  <a:moveTo>
                    <a:pt x="0" y="22859"/>
                  </a:moveTo>
                  <a:lnTo>
                    <a:pt x="7619" y="22859"/>
                  </a:lnTo>
                </a:path>
                <a:path w="7619" h="41910">
                  <a:moveTo>
                    <a:pt x="0" y="24383"/>
                  </a:moveTo>
                  <a:lnTo>
                    <a:pt x="7619" y="24383"/>
                  </a:lnTo>
                </a:path>
                <a:path w="7619" h="41910">
                  <a:moveTo>
                    <a:pt x="0" y="23621"/>
                  </a:moveTo>
                  <a:lnTo>
                    <a:pt x="7619" y="23621"/>
                  </a:lnTo>
                </a:path>
                <a:path w="7619" h="41910">
                  <a:moveTo>
                    <a:pt x="0" y="19811"/>
                  </a:moveTo>
                  <a:lnTo>
                    <a:pt x="7619" y="19811"/>
                  </a:lnTo>
                </a:path>
                <a:path w="7619" h="41910">
                  <a:moveTo>
                    <a:pt x="0" y="12191"/>
                  </a:moveTo>
                  <a:lnTo>
                    <a:pt x="7619" y="12191"/>
                  </a:lnTo>
                </a:path>
                <a:path w="7619" h="41910">
                  <a:moveTo>
                    <a:pt x="0" y="7619"/>
                  </a:moveTo>
                  <a:lnTo>
                    <a:pt x="7619" y="7619"/>
                  </a:lnTo>
                </a:path>
                <a:path w="7619" h="41910">
                  <a:moveTo>
                    <a:pt x="0" y="4571"/>
                  </a:moveTo>
                  <a:lnTo>
                    <a:pt x="7619" y="4571"/>
                  </a:lnTo>
                </a:path>
                <a:path w="7619" h="41910">
                  <a:moveTo>
                    <a:pt x="0" y="1523"/>
                  </a:moveTo>
                  <a:lnTo>
                    <a:pt x="7619" y="1523"/>
                  </a:lnTo>
                </a:path>
                <a:path w="7619" h="4191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2746247" y="1783842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19" h="13335">
                  <a:moveTo>
                    <a:pt x="0" y="0"/>
                  </a:moveTo>
                  <a:lnTo>
                    <a:pt x="7619" y="0"/>
                  </a:lnTo>
                </a:path>
                <a:path w="7619" h="13335">
                  <a:moveTo>
                    <a:pt x="0" y="761"/>
                  </a:moveTo>
                  <a:lnTo>
                    <a:pt x="7619" y="761"/>
                  </a:lnTo>
                </a:path>
                <a:path w="7619" h="13335">
                  <a:moveTo>
                    <a:pt x="0" y="6095"/>
                  </a:moveTo>
                  <a:lnTo>
                    <a:pt x="7619" y="6095"/>
                  </a:lnTo>
                </a:path>
                <a:path w="7619" h="13335">
                  <a:moveTo>
                    <a:pt x="0" y="12953"/>
                  </a:moveTo>
                  <a:lnTo>
                    <a:pt x="7619" y="1295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8" name="object 198"/>
          <p:cNvGrpSpPr/>
          <p:nvPr/>
        </p:nvGrpSpPr>
        <p:grpSpPr>
          <a:xfrm>
            <a:off x="2744723" y="1908048"/>
            <a:ext cx="18415" cy="90170"/>
            <a:chOff x="2744723" y="1908048"/>
            <a:chExt cx="18415" cy="90170"/>
          </a:xfrm>
        </p:grpSpPr>
        <p:sp>
          <p:nvSpPr>
            <p:cNvPr id="199" name="object 199"/>
            <p:cNvSpPr/>
            <p:nvPr/>
          </p:nvSpPr>
          <p:spPr>
            <a:xfrm>
              <a:off x="2746247" y="1917192"/>
              <a:ext cx="7620" cy="71755"/>
            </a:xfrm>
            <a:custGeom>
              <a:avLst/>
              <a:gdLst/>
              <a:ahLst/>
              <a:cxnLst/>
              <a:rect l="l" t="t" r="r" b="b"/>
              <a:pathLst>
                <a:path w="7619" h="71755">
                  <a:moveTo>
                    <a:pt x="7619" y="71627"/>
                  </a:moveTo>
                  <a:lnTo>
                    <a:pt x="7619" y="71627"/>
                  </a:lnTo>
                  <a:lnTo>
                    <a:pt x="7619" y="761"/>
                  </a:lnTo>
                  <a:lnTo>
                    <a:pt x="7619" y="0"/>
                  </a:lnTo>
                </a:path>
                <a:path w="7619" h="71755">
                  <a:moveTo>
                    <a:pt x="0" y="4571"/>
                  </a:moveTo>
                  <a:lnTo>
                    <a:pt x="7619" y="457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746247" y="1926336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2746247" y="1928622"/>
              <a:ext cx="7620" cy="60325"/>
            </a:xfrm>
            <a:custGeom>
              <a:avLst/>
              <a:gdLst/>
              <a:ahLst/>
              <a:cxnLst/>
              <a:rect l="l" t="t" r="r" b="b"/>
              <a:pathLst>
                <a:path w="7619" h="60325">
                  <a:moveTo>
                    <a:pt x="0" y="0"/>
                  </a:moveTo>
                  <a:lnTo>
                    <a:pt x="7619" y="0"/>
                  </a:lnTo>
                </a:path>
                <a:path w="7619" h="60325">
                  <a:moveTo>
                    <a:pt x="0" y="16763"/>
                  </a:moveTo>
                  <a:lnTo>
                    <a:pt x="7619" y="16763"/>
                  </a:lnTo>
                </a:path>
                <a:path w="7619" h="60325">
                  <a:moveTo>
                    <a:pt x="0" y="41909"/>
                  </a:moveTo>
                  <a:lnTo>
                    <a:pt x="7619" y="41909"/>
                  </a:lnTo>
                </a:path>
                <a:path w="7619" h="60325">
                  <a:moveTo>
                    <a:pt x="0" y="54863"/>
                  </a:moveTo>
                  <a:lnTo>
                    <a:pt x="7619" y="54863"/>
                  </a:lnTo>
                </a:path>
                <a:path w="7619" h="60325">
                  <a:moveTo>
                    <a:pt x="0" y="60197"/>
                  </a:moveTo>
                  <a:lnTo>
                    <a:pt x="7619" y="6019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2746247" y="1927860"/>
              <a:ext cx="7620" cy="55244"/>
            </a:xfrm>
            <a:custGeom>
              <a:avLst/>
              <a:gdLst/>
              <a:ahLst/>
              <a:cxnLst/>
              <a:rect l="l" t="t" r="r" b="b"/>
              <a:pathLst>
                <a:path w="7619" h="55244">
                  <a:moveTo>
                    <a:pt x="0" y="49529"/>
                  </a:moveTo>
                  <a:lnTo>
                    <a:pt x="7619" y="49529"/>
                  </a:lnTo>
                </a:path>
                <a:path w="7619" h="55244">
                  <a:moveTo>
                    <a:pt x="0" y="48767"/>
                  </a:moveTo>
                  <a:lnTo>
                    <a:pt x="7619" y="48767"/>
                  </a:lnTo>
                </a:path>
                <a:path w="7619" h="55244">
                  <a:moveTo>
                    <a:pt x="0" y="49529"/>
                  </a:moveTo>
                  <a:lnTo>
                    <a:pt x="7619" y="49529"/>
                  </a:lnTo>
                </a:path>
                <a:path w="7619" h="55244">
                  <a:moveTo>
                    <a:pt x="0" y="50291"/>
                  </a:moveTo>
                  <a:lnTo>
                    <a:pt x="7619" y="50291"/>
                  </a:lnTo>
                </a:path>
                <a:path w="7619" h="55244">
                  <a:moveTo>
                    <a:pt x="0" y="54863"/>
                  </a:moveTo>
                  <a:lnTo>
                    <a:pt x="7619" y="54863"/>
                  </a:lnTo>
                </a:path>
                <a:path w="7619" h="55244">
                  <a:moveTo>
                    <a:pt x="0" y="49529"/>
                  </a:moveTo>
                  <a:lnTo>
                    <a:pt x="7619" y="49529"/>
                  </a:lnTo>
                </a:path>
                <a:path w="7619" h="55244">
                  <a:moveTo>
                    <a:pt x="0" y="41909"/>
                  </a:moveTo>
                  <a:lnTo>
                    <a:pt x="7619" y="41909"/>
                  </a:lnTo>
                </a:path>
                <a:path w="7619" h="55244">
                  <a:moveTo>
                    <a:pt x="0" y="30479"/>
                  </a:moveTo>
                  <a:lnTo>
                    <a:pt x="7619" y="30479"/>
                  </a:lnTo>
                </a:path>
                <a:path w="7619" h="55244">
                  <a:moveTo>
                    <a:pt x="0" y="25907"/>
                  </a:moveTo>
                  <a:lnTo>
                    <a:pt x="7619" y="25907"/>
                  </a:lnTo>
                </a:path>
                <a:path w="7619" h="55244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2746247" y="1917192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2746247" y="1923288"/>
              <a:ext cx="7620" cy="41275"/>
            </a:xfrm>
            <a:custGeom>
              <a:avLst/>
              <a:gdLst/>
              <a:ahLst/>
              <a:cxnLst/>
              <a:rect l="l" t="t" r="r" b="b"/>
              <a:pathLst>
                <a:path w="7619" h="41275">
                  <a:moveTo>
                    <a:pt x="0" y="0"/>
                  </a:moveTo>
                  <a:lnTo>
                    <a:pt x="7619" y="0"/>
                  </a:lnTo>
                </a:path>
                <a:path w="7619" h="41275">
                  <a:moveTo>
                    <a:pt x="0" y="19811"/>
                  </a:moveTo>
                  <a:lnTo>
                    <a:pt x="7619" y="19811"/>
                  </a:lnTo>
                </a:path>
                <a:path w="7619" h="41275">
                  <a:moveTo>
                    <a:pt x="7619" y="41147"/>
                  </a:moveTo>
                  <a:lnTo>
                    <a:pt x="0" y="41147"/>
                  </a:lnTo>
                  <a:lnTo>
                    <a:pt x="7619" y="41147"/>
                  </a:lnTo>
                </a:path>
                <a:path w="7619" h="41275">
                  <a:moveTo>
                    <a:pt x="0" y="33527"/>
                  </a:moveTo>
                  <a:lnTo>
                    <a:pt x="7619" y="33527"/>
                  </a:lnTo>
                </a:path>
                <a:path w="7619" h="41275">
                  <a:moveTo>
                    <a:pt x="0" y="18287"/>
                  </a:moveTo>
                  <a:lnTo>
                    <a:pt x="7619" y="18287"/>
                  </a:lnTo>
                </a:path>
                <a:path w="7619" h="41275">
                  <a:moveTo>
                    <a:pt x="0" y="10667"/>
                  </a:moveTo>
                  <a:lnTo>
                    <a:pt x="7619" y="10667"/>
                  </a:lnTo>
                </a:path>
                <a:path w="7619" h="41275">
                  <a:moveTo>
                    <a:pt x="0" y="7619"/>
                  </a:moveTo>
                  <a:lnTo>
                    <a:pt x="7619" y="7619"/>
                  </a:lnTo>
                </a:path>
                <a:path w="7619" h="41275">
                  <a:moveTo>
                    <a:pt x="0" y="13715"/>
                  </a:moveTo>
                  <a:lnTo>
                    <a:pt x="7619" y="13715"/>
                  </a:lnTo>
                </a:path>
                <a:path w="7619" h="41275">
                  <a:moveTo>
                    <a:pt x="0" y="31241"/>
                  </a:moveTo>
                  <a:lnTo>
                    <a:pt x="7619" y="31241"/>
                  </a:lnTo>
                </a:path>
                <a:path w="7619" h="41275">
                  <a:moveTo>
                    <a:pt x="0" y="40385"/>
                  </a:moveTo>
                  <a:lnTo>
                    <a:pt x="7619" y="40385"/>
                  </a:lnTo>
                </a:path>
                <a:path w="7619" h="41275">
                  <a:moveTo>
                    <a:pt x="0" y="41147"/>
                  </a:moveTo>
                  <a:lnTo>
                    <a:pt x="7619" y="41147"/>
                  </a:lnTo>
                </a:path>
                <a:path w="7619" h="41275">
                  <a:moveTo>
                    <a:pt x="0" y="31241"/>
                  </a:moveTo>
                  <a:lnTo>
                    <a:pt x="7619" y="31241"/>
                  </a:lnTo>
                </a:path>
                <a:path w="7619" h="41275">
                  <a:moveTo>
                    <a:pt x="0" y="16001"/>
                  </a:moveTo>
                  <a:lnTo>
                    <a:pt x="7619" y="16001"/>
                  </a:lnTo>
                </a:path>
                <a:path w="7619" h="41275">
                  <a:moveTo>
                    <a:pt x="0" y="11429"/>
                  </a:moveTo>
                  <a:lnTo>
                    <a:pt x="7619" y="11429"/>
                  </a:lnTo>
                </a:path>
                <a:path w="7619" h="41275">
                  <a:moveTo>
                    <a:pt x="0" y="16763"/>
                  </a:moveTo>
                  <a:lnTo>
                    <a:pt x="7619" y="16763"/>
                  </a:lnTo>
                </a:path>
                <a:path w="7619" h="41275">
                  <a:moveTo>
                    <a:pt x="0" y="35051"/>
                  </a:moveTo>
                  <a:lnTo>
                    <a:pt x="7619" y="3505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5" name="object 205"/>
          <p:cNvGrpSpPr/>
          <p:nvPr/>
        </p:nvGrpSpPr>
        <p:grpSpPr>
          <a:xfrm>
            <a:off x="2737103" y="2151126"/>
            <a:ext cx="26034" cy="121285"/>
            <a:chOff x="2737103" y="2151126"/>
            <a:chExt cx="26034" cy="121285"/>
          </a:xfrm>
        </p:grpSpPr>
        <p:sp>
          <p:nvSpPr>
            <p:cNvPr id="206" name="object 206"/>
            <p:cNvSpPr/>
            <p:nvPr/>
          </p:nvSpPr>
          <p:spPr>
            <a:xfrm>
              <a:off x="2746247" y="2160270"/>
              <a:ext cx="7620" cy="74930"/>
            </a:xfrm>
            <a:custGeom>
              <a:avLst/>
              <a:gdLst/>
              <a:ahLst/>
              <a:cxnLst/>
              <a:rect l="l" t="t" r="r" b="b"/>
              <a:pathLst>
                <a:path w="7619" h="74930">
                  <a:moveTo>
                    <a:pt x="7619" y="74675"/>
                  </a:moveTo>
                  <a:lnTo>
                    <a:pt x="7619" y="74675"/>
                  </a:lnTo>
                  <a:lnTo>
                    <a:pt x="7619" y="54101"/>
                  </a:lnTo>
                  <a:lnTo>
                    <a:pt x="7619" y="53339"/>
                  </a:lnTo>
                </a:path>
                <a:path w="7619" h="74930">
                  <a:moveTo>
                    <a:pt x="0" y="53339"/>
                  </a:moveTo>
                  <a:lnTo>
                    <a:pt x="7619" y="53339"/>
                  </a:lnTo>
                  <a:lnTo>
                    <a:pt x="7619" y="43433"/>
                  </a:lnTo>
                  <a:lnTo>
                    <a:pt x="7619" y="42671"/>
                  </a:lnTo>
                  <a:lnTo>
                    <a:pt x="7619" y="4571"/>
                  </a:ln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746247" y="221361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746247" y="2214372"/>
              <a:ext cx="7620" cy="20955"/>
            </a:xfrm>
            <a:custGeom>
              <a:avLst/>
              <a:gdLst/>
              <a:ahLst/>
              <a:cxnLst/>
              <a:rect l="l" t="t" r="r" b="b"/>
              <a:pathLst>
                <a:path w="7619" h="20955">
                  <a:moveTo>
                    <a:pt x="0" y="0"/>
                  </a:moveTo>
                  <a:lnTo>
                    <a:pt x="7619" y="0"/>
                  </a:lnTo>
                </a:path>
                <a:path w="7619" h="20955">
                  <a:moveTo>
                    <a:pt x="0" y="10667"/>
                  </a:moveTo>
                  <a:lnTo>
                    <a:pt x="7619" y="10667"/>
                  </a:lnTo>
                </a:path>
                <a:path w="7619" h="20955">
                  <a:moveTo>
                    <a:pt x="0" y="20573"/>
                  </a:moveTo>
                  <a:lnTo>
                    <a:pt x="7619" y="2057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746247" y="2172462"/>
              <a:ext cx="7620" cy="58419"/>
            </a:xfrm>
            <a:custGeom>
              <a:avLst/>
              <a:gdLst/>
              <a:ahLst/>
              <a:cxnLst/>
              <a:rect l="l" t="t" r="r" b="b"/>
              <a:pathLst>
                <a:path w="7619" h="58419">
                  <a:moveTo>
                    <a:pt x="0" y="57911"/>
                  </a:moveTo>
                  <a:lnTo>
                    <a:pt x="7619" y="57911"/>
                  </a:lnTo>
                </a:path>
                <a:path w="7619" h="58419">
                  <a:moveTo>
                    <a:pt x="0" y="52577"/>
                  </a:moveTo>
                  <a:lnTo>
                    <a:pt x="7619" y="52577"/>
                  </a:lnTo>
                </a:path>
                <a:path w="7619" h="58419">
                  <a:moveTo>
                    <a:pt x="7619" y="51815"/>
                  </a:moveTo>
                  <a:lnTo>
                    <a:pt x="0" y="51815"/>
                  </a:lnTo>
                  <a:lnTo>
                    <a:pt x="7619" y="51815"/>
                  </a:lnTo>
                </a:path>
                <a:path w="7619" h="58419">
                  <a:moveTo>
                    <a:pt x="0" y="52577"/>
                  </a:moveTo>
                  <a:lnTo>
                    <a:pt x="7619" y="52577"/>
                  </a:lnTo>
                </a:path>
                <a:path w="7619" h="58419">
                  <a:moveTo>
                    <a:pt x="0" y="47243"/>
                  </a:moveTo>
                  <a:lnTo>
                    <a:pt x="7619" y="47243"/>
                  </a:lnTo>
                </a:path>
                <a:path w="7619" h="58419">
                  <a:moveTo>
                    <a:pt x="0" y="29717"/>
                  </a:moveTo>
                  <a:lnTo>
                    <a:pt x="7619" y="29717"/>
                  </a:lnTo>
                </a:path>
                <a:path w="7619" h="58419">
                  <a:moveTo>
                    <a:pt x="0" y="34289"/>
                  </a:moveTo>
                  <a:lnTo>
                    <a:pt x="7619" y="34289"/>
                  </a:lnTo>
                </a:path>
                <a:path w="7619" h="58419">
                  <a:moveTo>
                    <a:pt x="0" y="39623"/>
                  </a:moveTo>
                  <a:lnTo>
                    <a:pt x="7619" y="39623"/>
                  </a:lnTo>
                </a:path>
                <a:path w="7619" h="58419">
                  <a:moveTo>
                    <a:pt x="7619" y="40385"/>
                  </a:moveTo>
                  <a:lnTo>
                    <a:pt x="0" y="40385"/>
                  </a:lnTo>
                  <a:lnTo>
                    <a:pt x="7619" y="40385"/>
                  </a:lnTo>
                </a:path>
                <a:path w="7619" h="58419">
                  <a:moveTo>
                    <a:pt x="0" y="35051"/>
                  </a:moveTo>
                  <a:lnTo>
                    <a:pt x="7619" y="35051"/>
                  </a:lnTo>
                </a:path>
                <a:path w="7619" h="58419">
                  <a:moveTo>
                    <a:pt x="0" y="24383"/>
                  </a:moveTo>
                  <a:lnTo>
                    <a:pt x="7619" y="24383"/>
                  </a:lnTo>
                </a:path>
                <a:path w="7619" h="58419">
                  <a:moveTo>
                    <a:pt x="0" y="16001"/>
                  </a:moveTo>
                  <a:lnTo>
                    <a:pt x="7619" y="16001"/>
                  </a:lnTo>
                </a:path>
                <a:path w="7619" h="58419">
                  <a:moveTo>
                    <a:pt x="7619" y="10667"/>
                  </a:moveTo>
                  <a:lnTo>
                    <a:pt x="0" y="10667"/>
                  </a:lnTo>
                  <a:lnTo>
                    <a:pt x="7619" y="10667"/>
                  </a:lnTo>
                </a:path>
                <a:path w="7619" h="584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746247" y="2160270"/>
              <a:ext cx="7620" cy="43815"/>
            </a:xfrm>
            <a:custGeom>
              <a:avLst/>
              <a:gdLst/>
              <a:ahLst/>
              <a:cxnLst/>
              <a:rect l="l" t="t" r="r" b="b"/>
              <a:pathLst>
                <a:path w="7619" h="43814">
                  <a:moveTo>
                    <a:pt x="0" y="0"/>
                  </a:moveTo>
                  <a:lnTo>
                    <a:pt x="7619" y="0"/>
                  </a:lnTo>
                </a:path>
                <a:path w="7619" h="43814">
                  <a:moveTo>
                    <a:pt x="0" y="4571"/>
                  </a:moveTo>
                  <a:lnTo>
                    <a:pt x="7619" y="4571"/>
                  </a:lnTo>
                </a:path>
                <a:path w="7619" h="43814">
                  <a:moveTo>
                    <a:pt x="7619" y="9905"/>
                  </a:moveTo>
                  <a:lnTo>
                    <a:pt x="0" y="9905"/>
                  </a:lnTo>
                  <a:lnTo>
                    <a:pt x="7619" y="9905"/>
                  </a:lnTo>
                </a:path>
                <a:path w="7619" h="43814">
                  <a:moveTo>
                    <a:pt x="0" y="12191"/>
                  </a:moveTo>
                  <a:lnTo>
                    <a:pt x="7619" y="12191"/>
                  </a:lnTo>
                </a:path>
                <a:path w="7619" h="43814">
                  <a:moveTo>
                    <a:pt x="0" y="19811"/>
                  </a:moveTo>
                  <a:lnTo>
                    <a:pt x="7619" y="19811"/>
                  </a:lnTo>
                </a:path>
                <a:path w="7619" h="43814">
                  <a:moveTo>
                    <a:pt x="0" y="31241"/>
                  </a:moveTo>
                  <a:lnTo>
                    <a:pt x="7619" y="31241"/>
                  </a:lnTo>
                </a:path>
                <a:path w="7619" h="43814">
                  <a:moveTo>
                    <a:pt x="0" y="39623"/>
                  </a:moveTo>
                  <a:lnTo>
                    <a:pt x="7619" y="39623"/>
                  </a:lnTo>
                </a:path>
                <a:path w="7619" h="43814">
                  <a:moveTo>
                    <a:pt x="0" y="43433"/>
                  </a:moveTo>
                  <a:lnTo>
                    <a:pt x="7619" y="4343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2746247" y="221361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2746247" y="2248662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19" h="14605">
                  <a:moveTo>
                    <a:pt x="7619" y="14477"/>
                  </a:moveTo>
                  <a:lnTo>
                    <a:pt x="7619" y="13715"/>
                  </a:lnTo>
                  <a:lnTo>
                    <a:pt x="7619" y="12953"/>
                  </a:lnTo>
                  <a:lnTo>
                    <a:pt x="7619" y="12191"/>
                  </a:lnTo>
                </a:path>
                <a:path w="7619" h="14605">
                  <a:moveTo>
                    <a:pt x="7619" y="12191"/>
                  </a:moveTo>
                  <a:lnTo>
                    <a:pt x="7619" y="12191"/>
                  </a:lnTo>
                  <a:lnTo>
                    <a:pt x="7619" y="761"/>
                  </a:lnTo>
                  <a:lnTo>
                    <a:pt x="7619" y="0"/>
                  </a:lnTo>
                </a:path>
                <a:path w="7619" h="14605">
                  <a:moveTo>
                    <a:pt x="0" y="14477"/>
                  </a:moveTo>
                  <a:lnTo>
                    <a:pt x="7619" y="14477"/>
                  </a:lnTo>
                </a:path>
                <a:path w="7619" h="14605">
                  <a:moveTo>
                    <a:pt x="0" y="12191"/>
                  </a:moveTo>
                  <a:lnTo>
                    <a:pt x="7619" y="12191"/>
                  </a:lnTo>
                </a:path>
                <a:path w="7619" h="14605">
                  <a:moveTo>
                    <a:pt x="0" y="0"/>
                  </a:moveTo>
                  <a:lnTo>
                    <a:pt x="7619" y="0"/>
                  </a:lnTo>
                </a:path>
                <a:path w="7619" h="14605">
                  <a:moveTo>
                    <a:pt x="0" y="2285"/>
                  </a:moveTo>
                  <a:lnTo>
                    <a:pt x="7619" y="2285"/>
                  </a:lnTo>
                </a:path>
                <a:path w="7619" h="14605">
                  <a:moveTo>
                    <a:pt x="0" y="6857"/>
                  </a:moveTo>
                  <a:lnTo>
                    <a:pt x="7619" y="6857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3" name="object 213"/>
          <p:cNvGrpSpPr/>
          <p:nvPr/>
        </p:nvGrpSpPr>
        <p:grpSpPr>
          <a:xfrm>
            <a:off x="2737103" y="2340864"/>
            <a:ext cx="26034" cy="66040"/>
            <a:chOff x="2737103" y="2340864"/>
            <a:chExt cx="26034" cy="66040"/>
          </a:xfrm>
        </p:grpSpPr>
        <p:sp>
          <p:nvSpPr>
            <p:cNvPr id="214" name="object 214"/>
            <p:cNvSpPr/>
            <p:nvPr/>
          </p:nvSpPr>
          <p:spPr>
            <a:xfrm>
              <a:off x="2746247" y="2350008"/>
              <a:ext cx="7620" cy="47625"/>
            </a:xfrm>
            <a:custGeom>
              <a:avLst/>
              <a:gdLst/>
              <a:ahLst/>
              <a:cxnLst/>
              <a:rect l="l" t="t" r="r" b="b"/>
              <a:pathLst>
                <a:path w="7619" h="47625">
                  <a:moveTo>
                    <a:pt x="7619" y="25145"/>
                  </a:moveTo>
                  <a:lnTo>
                    <a:pt x="7619" y="25907"/>
                  </a:lnTo>
                  <a:lnTo>
                    <a:pt x="7619" y="44957"/>
                  </a:lnTo>
                  <a:lnTo>
                    <a:pt x="7619" y="47243"/>
                  </a:lnTo>
                </a:path>
                <a:path w="7619" h="47625">
                  <a:moveTo>
                    <a:pt x="0" y="25145"/>
                  </a:moveTo>
                  <a:lnTo>
                    <a:pt x="7619" y="25145"/>
                  </a:lnTo>
                  <a:lnTo>
                    <a:pt x="7619" y="23621"/>
                  </a:lnTo>
                  <a:lnTo>
                    <a:pt x="7619" y="22097"/>
                  </a:lnTo>
                  <a:lnTo>
                    <a:pt x="7619" y="761"/>
                  </a:lnTo>
                  <a:lnTo>
                    <a:pt x="7619" y="0"/>
                  </a:lnTo>
                </a:path>
                <a:path w="7619" h="47625">
                  <a:moveTo>
                    <a:pt x="0" y="26669"/>
                  </a:moveTo>
                  <a:lnTo>
                    <a:pt x="7619" y="26669"/>
                  </a:lnTo>
                </a:path>
                <a:path w="7619" h="47625">
                  <a:moveTo>
                    <a:pt x="0" y="27431"/>
                  </a:moveTo>
                  <a:lnTo>
                    <a:pt x="7619" y="27431"/>
                  </a:lnTo>
                </a:path>
                <a:path w="7619" h="47625">
                  <a:moveTo>
                    <a:pt x="0" y="36575"/>
                  </a:moveTo>
                  <a:lnTo>
                    <a:pt x="7619" y="36575"/>
                  </a:lnTo>
                </a:path>
                <a:path w="7619" h="47625">
                  <a:moveTo>
                    <a:pt x="0" y="47243"/>
                  </a:moveTo>
                  <a:lnTo>
                    <a:pt x="7619" y="4724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2746247" y="2350008"/>
              <a:ext cx="7620" cy="41910"/>
            </a:xfrm>
            <a:custGeom>
              <a:avLst/>
              <a:gdLst/>
              <a:ahLst/>
              <a:cxnLst/>
              <a:rect l="l" t="t" r="r" b="b"/>
              <a:pathLst>
                <a:path w="7619" h="41910">
                  <a:moveTo>
                    <a:pt x="0" y="41909"/>
                  </a:moveTo>
                  <a:lnTo>
                    <a:pt x="7619" y="41909"/>
                  </a:lnTo>
                </a:path>
                <a:path w="7619" h="41910">
                  <a:moveTo>
                    <a:pt x="0" y="36575"/>
                  </a:moveTo>
                  <a:lnTo>
                    <a:pt x="7619" y="36575"/>
                  </a:lnTo>
                </a:path>
                <a:path w="7619" h="41910">
                  <a:moveTo>
                    <a:pt x="7619" y="35813"/>
                  </a:moveTo>
                  <a:lnTo>
                    <a:pt x="0" y="35813"/>
                  </a:lnTo>
                  <a:lnTo>
                    <a:pt x="7619" y="35813"/>
                  </a:lnTo>
                </a:path>
                <a:path w="7619" h="41910">
                  <a:moveTo>
                    <a:pt x="0" y="37337"/>
                  </a:moveTo>
                  <a:lnTo>
                    <a:pt x="7619" y="37337"/>
                  </a:lnTo>
                </a:path>
                <a:path w="7619" h="41910">
                  <a:moveTo>
                    <a:pt x="0" y="41147"/>
                  </a:moveTo>
                  <a:lnTo>
                    <a:pt x="7619" y="41147"/>
                  </a:lnTo>
                </a:path>
                <a:path w="7619" h="41910">
                  <a:moveTo>
                    <a:pt x="0" y="30479"/>
                  </a:moveTo>
                  <a:lnTo>
                    <a:pt x="7619" y="30479"/>
                  </a:lnTo>
                </a:path>
                <a:path w="7619" h="41910">
                  <a:moveTo>
                    <a:pt x="0" y="12191"/>
                  </a:moveTo>
                  <a:lnTo>
                    <a:pt x="7619" y="12191"/>
                  </a:lnTo>
                </a:path>
                <a:path w="7619" h="41910">
                  <a:moveTo>
                    <a:pt x="0" y="16001"/>
                  </a:moveTo>
                  <a:lnTo>
                    <a:pt x="7619" y="16001"/>
                  </a:lnTo>
                </a:path>
                <a:path w="7619" h="41910">
                  <a:moveTo>
                    <a:pt x="0" y="22859"/>
                  </a:moveTo>
                  <a:lnTo>
                    <a:pt x="7619" y="22859"/>
                  </a:lnTo>
                </a:path>
                <a:path w="7619" h="41910">
                  <a:moveTo>
                    <a:pt x="7619" y="24383"/>
                  </a:moveTo>
                  <a:lnTo>
                    <a:pt x="0" y="24383"/>
                  </a:lnTo>
                  <a:lnTo>
                    <a:pt x="7619" y="24383"/>
                  </a:lnTo>
                </a:path>
                <a:path w="7619" h="41910">
                  <a:moveTo>
                    <a:pt x="0" y="19811"/>
                  </a:moveTo>
                  <a:lnTo>
                    <a:pt x="7619" y="19811"/>
                  </a:lnTo>
                </a:path>
                <a:path w="7619" h="41910">
                  <a:moveTo>
                    <a:pt x="0" y="12953"/>
                  </a:moveTo>
                  <a:lnTo>
                    <a:pt x="7619" y="12953"/>
                  </a:lnTo>
                </a:path>
                <a:path w="7619" h="41910">
                  <a:moveTo>
                    <a:pt x="0" y="7619"/>
                  </a:moveTo>
                  <a:lnTo>
                    <a:pt x="7619" y="7619"/>
                  </a:lnTo>
                </a:path>
                <a:path w="7619" h="41910">
                  <a:moveTo>
                    <a:pt x="0" y="4571"/>
                  </a:moveTo>
                  <a:lnTo>
                    <a:pt x="7619" y="4571"/>
                  </a:lnTo>
                </a:path>
                <a:path w="7619" h="41910">
                  <a:moveTo>
                    <a:pt x="0" y="1523"/>
                  </a:moveTo>
                  <a:lnTo>
                    <a:pt x="7619" y="1523"/>
                  </a:lnTo>
                </a:path>
                <a:path w="7619" h="41910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2746247" y="2350008"/>
              <a:ext cx="7620" cy="13335"/>
            </a:xfrm>
            <a:custGeom>
              <a:avLst/>
              <a:gdLst/>
              <a:ahLst/>
              <a:cxnLst/>
              <a:rect l="l" t="t" r="r" b="b"/>
              <a:pathLst>
                <a:path w="7619" h="13335">
                  <a:moveTo>
                    <a:pt x="0" y="0"/>
                  </a:moveTo>
                  <a:lnTo>
                    <a:pt x="7619" y="0"/>
                  </a:lnTo>
                </a:path>
                <a:path w="7619" h="13335">
                  <a:moveTo>
                    <a:pt x="0" y="1523"/>
                  </a:moveTo>
                  <a:lnTo>
                    <a:pt x="7619" y="1523"/>
                  </a:lnTo>
                </a:path>
                <a:path w="7619" h="13335">
                  <a:moveTo>
                    <a:pt x="0" y="6857"/>
                  </a:moveTo>
                  <a:lnTo>
                    <a:pt x="7619" y="6857"/>
                  </a:lnTo>
                </a:path>
                <a:path w="7619" h="13335">
                  <a:moveTo>
                    <a:pt x="0" y="12953"/>
                  </a:moveTo>
                  <a:lnTo>
                    <a:pt x="7619" y="12953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7" name="object 217"/>
          <p:cNvSpPr/>
          <p:nvPr/>
        </p:nvSpPr>
        <p:spPr>
          <a:xfrm>
            <a:off x="2619755" y="2424684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4">
                <a:moveTo>
                  <a:pt x="0" y="207263"/>
                </a:moveTo>
                <a:lnTo>
                  <a:pt x="0" y="207263"/>
                </a:lnTo>
                <a:lnTo>
                  <a:pt x="0" y="128777"/>
                </a:lnTo>
                <a:lnTo>
                  <a:pt x="0" y="124967"/>
                </a:lnTo>
              </a:path>
              <a:path h="207644">
                <a:moveTo>
                  <a:pt x="0" y="82295"/>
                </a:moveTo>
                <a:lnTo>
                  <a:pt x="0" y="82295"/>
                </a:lnTo>
                <a:lnTo>
                  <a:pt x="0" y="152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8" name="object 218"/>
          <p:cNvGrpSpPr/>
          <p:nvPr/>
        </p:nvGrpSpPr>
        <p:grpSpPr>
          <a:xfrm>
            <a:off x="2398013" y="1490472"/>
            <a:ext cx="357505" cy="1161415"/>
            <a:chOff x="2398013" y="1490472"/>
            <a:chExt cx="357505" cy="1161415"/>
          </a:xfrm>
        </p:grpSpPr>
        <p:sp>
          <p:nvSpPr>
            <p:cNvPr id="219" name="object 219"/>
            <p:cNvSpPr/>
            <p:nvPr/>
          </p:nvSpPr>
          <p:spPr>
            <a:xfrm>
              <a:off x="2619755" y="1510284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4">
                  <a:moveTo>
                    <a:pt x="0" y="207263"/>
                  </a:moveTo>
                  <a:lnTo>
                    <a:pt x="0" y="207263"/>
                  </a:lnTo>
                  <a:lnTo>
                    <a:pt x="0" y="128777"/>
                  </a:lnTo>
                  <a:lnTo>
                    <a:pt x="0" y="124967"/>
                  </a:lnTo>
                </a:path>
                <a:path h="207644">
                  <a:moveTo>
                    <a:pt x="0" y="82295"/>
                  </a:moveTo>
                  <a:lnTo>
                    <a:pt x="0" y="82295"/>
                  </a:lnTo>
                  <a:lnTo>
                    <a:pt x="0" y="1523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2407157" y="1499616"/>
              <a:ext cx="339090" cy="1143000"/>
            </a:xfrm>
            <a:custGeom>
              <a:avLst/>
              <a:gdLst/>
              <a:ahLst/>
              <a:cxnLst/>
              <a:rect l="l" t="t" r="r" b="b"/>
              <a:pathLst>
                <a:path w="339089" h="1143000">
                  <a:moveTo>
                    <a:pt x="339089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339089" y="1142999"/>
                  </a:lnTo>
                  <a:lnTo>
                    <a:pt x="33908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2746247" y="1636014"/>
              <a:ext cx="7620" cy="899160"/>
            </a:xfrm>
            <a:custGeom>
              <a:avLst/>
              <a:gdLst/>
              <a:ahLst/>
              <a:cxnLst/>
              <a:rect l="l" t="t" r="r" b="b"/>
              <a:pathLst>
                <a:path w="7619" h="899160">
                  <a:moveTo>
                    <a:pt x="0" y="211835"/>
                  </a:moveTo>
                  <a:lnTo>
                    <a:pt x="7619" y="211835"/>
                  </a:lnTo>
                </a:path>
                <a:path w="7619" h="899160">
                  <a:moveTo>
                    <a:pt x="7619" y="221741"/>
                  </a:moveTo>
                  <a:lnTo>
                    <a:pt x="0" y="221741"/>
                  </a:lnTo>
                  <a:lnTo>
                    <a:pt x="7619" y="221741"/>
                  </a:lnTo>
                </a:path>
                <a:path w="7619" h="899160">
                  <a:moveTo>
                    <a:pt x="0" y="252221"/>
                  </a:moveTo>
                  <a:lnTo>
                    <a:pt x="7619" y="252221"/>
                  </a:lnTo>
                </a:path>
                <a:path w="7619" h="899160">
                  <a:moveTo>
                    <a:pt x="0" y="263651"/>
                  </a:moveTo>
                  <a:lnTo>
                    <a:pt x="7619" y="263651"/>
                  </a:lnTo>
                </a:path>
                <a:path w="7619" h="899160">
                  <a:moveTo>
                    <a:pt x="7619" y="131825"/>
                  </a:moveTo>
                  <a:lnTo>
                    <a:pt x="0" y="131825"/>
                  </a:lnTo>
                  <a:lnTo>
                    <a:pt x="7619" y="131825"/>
                  </a:lnTo>
                </a:path>
                <a:path w="7619" h="899160">
                  <a:moveTo>
                    <a:pt x="0" y="121157"/>
                  </a:moveTo>
                  <a:lnTo>
                    <a:pt x="7619" y="121157"/>
                  </a:lnTo>
                </a:path>
                <a:path w="7619" h="899160">
                  <a:moveTo>
                    <a:pt x="0" y="0"/>
                  </a:moveTo>
                  <a:lnTo>
                    <a:pt x="7619" y="0"/>
                  </a:lnTo>
                </a:path>
                <a:path w="7619" h="899160">
                  <a:moveTo>
                    <a:pt x="0" y="717803"/>
                  </a:moveTo>
                  <a:lnTo>
                    <a:pt x="7619" y="717803"/>
                  </a:lnTo>
                </a:path>
                <a:path w="7619" h="899160">
                  <a:moveTo>
                    <a:pt x="0" y="707135"/>
                  </a:moveTo>
                  <a:lnTo>
                    <a:pt x="7619" y="707135"/>
                  </a:lnTo>
                </a:path>
                <a:path w="7619" h="899160">
                  <a:moveTo>
                    <a:pt x="0" y="675131"/>
                  </a:moveTo>
                  <a:lnTo>
                    <a:pt x="7619" y="675131"/>
                  </a:lnTo>
                </a:path>
                <a:path w="7619" h="899160">
                  <a:moveTo>
                    <a:pt x="0" y="664463"/>
                  </a:moveTo>
                  <a:lnTo>
                    <a:pt x="7619" y="664463"/>
                  </a:lnTo>
                </a:path>
                <a:path w="7619" h="899160">
                  <a:moveTo>
                    <a:pt x="0" y="195833"/>
                  </a:moveTo>
                  <a:lnTo>
                    <a:pt x="7619" y="195833"/>
                  </a:lnTo>
                </a:path>
                <a:path w="7619" h="899160">
                  <a:moveTo>
                    <a:pt x="7619" y="150113"/>
                  </a:moveTo>
                  <a:lnTo>
                    <a:pt x="0" y="150113"/>
                  </a:lnTo>
                  <a:lnTo>
                    <a:pt x="7619" y="150113"/>
                  </a:lnTo>
                </a:path>
                <a:path w="7619" h="899160">
                  <a:moveTo>
                    <a:pt x="7619" y="185165"/>
                  </a:moveTo>
                  <a:lnTo>
                    <a:pt x="0" y="185165"/>
                  </a:lnTo>
                  <a:lnTo>
                    <a:pt x="7619" y="185165"/>
                  </a:lnTo>
                </a:path>
                <a:path w="7619" h="899160">
                  <a:moveTo>
                    <a:pt x="0" y="443483"/>
                  </a:moveTo>
                  <a:lnTo>
                    <a:pt x="7619" y="443483"/>
                  </a:lnTo>
                </a:path>
                <a:path w="7619" h="899160">
                  <a:moveTo>
                    <a:pt x="0" y="432815"/>
                  </a:moveTo>
                  <a:lnTo>
                    <a:pt x="7619" y="432815"/>
                  </a:lnTo>
                </a:path>
                <a:path w="7619" h="899160">
                  <a:moveTo>
                    <a:pt x="0" y="401573"/>
                  </a:moveTo>
                  <a:lnTo>
                    <a:pt x="7619" y="401573"/>
                  </a:lnTo>
                </a:path>
                <a:path w="7619" h="899160">
                  <a:moveTo>
                    <a:pt x="0" y="390143"/>
                  </a:moveTo>
                  <a:lnTo>
                    <a:pt x="7619" y="390143"/>
                  </a:lnTo>
                </a:path>
                <a:path w="7619" h="899160">
                  <a:moveTo>
                    <a:pt x="0" y="248411"/>
                  </a:moveTo>
                  <a:lnTo>
                    <a:pt x="7619" y="248411"/>
                  </a:lnTo>
                </a:path>
                <a:path w="7619" h="899160">
                  <a:moveTo>
                    <a:pt x="7619" y="237743"/>
                  </a:moveTo>
                  <a:lnTo>
                    <a:pt x="0" y="237743"/>
                  </a:lnTo>
                  <a:lnTo>
                    <a:pt x="7619" y="237743"/>
                  </a:lnTo>
                </a:path>
                <a:path w="7619" h="899160">
                  <a:moveTo>
                    <a:pt x="0" y="726185"/>
                  </a:moveTo>
                  <a:lnTo>
                    <a:pt x="7619" y="726185"/>
                  </a:lnTo>
                </a:path>
                <a:path w="7619" h="899160">
                  <a:moveTo>
                    <a:pt x="0" y="679703"/>
                  </a:moveTo>
                  <a:lnTo>
                    <a:pt x="7619" y="679703"/>
                  </a:lnTo>
                </a:path>
                <a:path w="7619" h="899160">
                  <a:moveTo>
                    <a:pt x="0" y="358139"/>
                  </a:moveTo>
                  <a:lnTo>
                    <a:pt x="7619" y="358139"/>
                  </a:lnTo>
                </a:path>
                <a:path w="7619" h="899160">
                  <a:moveTo>
                    <a:pt x="0" y="368807"/>
                  </a:moveTo>
                  <a:lnTo>
                    <a:pt x="7619" y="368807"/>
                  </a:lnTo>
                </a:path>
                <a:path w="7619" h="899160">
                  <a:moveTo>
                    <a:pt x="0" y="369569"/>
                  </a:moveTo>
                  <a:lnTo>
                    <a:pt x="7619" y="369569"/>
                  </a:lnTo>
                </a:path>
                <a:path w="7619" h="899160">
                  <a:moveTo>
                    <a:pt x="0" y="218693"/>
                  </a:moveTo>
                  <a:lnTo>
                    <a:pt x="7619" y="218693"/>
                  </a:lnTo>
                </a:path>
                <a:path w="7619" h="899160">
                  <a:moveTo>
                    <a:pt x="0" y="229361"/>
                  </a:moveTo>
                  <a:lnTo>
                    <a:pt x="7619" y="229361"/>
                  </a:lnTo>
                </a:path>
                <a:path w="7619" h="899160">
                  <a:moveTo>
                    <a:pt x="0" y="899159"/>
                  </a:moveTo>
                  <a:lnTo>
                    <a:pt x="7619" y="899159"/>
                  </a:lnTo>
                </a:path>
                <a:path w="7619" h="899160">
                  <a:moveTo>
                    <a:pt x="0" y="614933"/>
                  </a:moveTo>
                  <a:lnTo>
                    <a:pt x="7619" y="614933"/>
                  </a:lnTo>
                </a:path>
                <a:path w="7619" h="899160">
                  <a:moveTo>
                    <a:pt x="0" y="604265"/>
                  </a:moveTo>
                  <a:lnTo>
                    <a:pt x="7619" y="604265"/>
                  </a:lnTo>
                </a:path>
                <a:path w="7619" h="899160">
                  <a:moveTo>
                    <a:pt x="0" y="572261"/>
                  </a:moveTo>
                  <a:lnTo>
                    <a:pt x="7619" y="572261"/>
                  </a:lnTo>
                </a:path>
                <a:path w="7619" h="899160">
                  <a:moveTo>
                    <a:pt x="0" y="561593"/>
                  </a:moveTo>
                  <a:lnTo>
                    <a:pt x="7619" y="561593"/>
                  </a:lnTo>
                </a:path>
                <a:path w="7619" h="899160">
                  <a:moveTo>
                    <a:pt x="0" y="73913"/>
                  </a:moveTo>
                  <a:lnTo>
                    <a:pt x="7619" y="73913"/>
                  </a:lnTo>
                </a:path>
                <a:path w="7619" h="899160">
                  <a:moveTo>
                    <a:pt x="0" y="160781"/>
                  </a:moveTo>
                  <a:lnTo>
                    <a:pt x="7619" y="160781"/>
                  </a:lnTo>
                </a:path>
                <a:path w="7619" h="899160">
                  <a:moveTo>
                    <a:pt x="7619" y="170687"/>
                  </a:moveTo>
                  <a:lnTo>
                    <a:pt x="0" y="170687"/>
                  </a:lnTo>
                  <a:lnTo>
                    <a:pt x="7619" y="170687"/>
                  </a:lnTo>
                </a:path>
                <a:path w="7619" h="899160">
                  <a:moveTo>
                    <a:pt x="0" y="201929"/>
                  </a:moveTo>
                  <a:lnTo>
                    <a:pt x="7619" y="201929"/>
                  </a:lnTo>
                </a:path>
                <a:path w="7619" h="899160">
                  <a:moveTo>
                    <a:pt x="0" y="212597"/>
                  </a:moveTo>
                  <a:lnTo>
                    <a:pt x="7619" y="212597"/>
                  </a:lnTo>
                </a:path>
                <a:path w="7619" h="899160">
                  <a:moveTo>
                    <a:pt x="0" y="355853"/>
                  </a:moveTo>
                  <a:lnTo>
                    <a:pt x="7619" y="355853"/>
                  </a:lnTo>
                </a:path>
                <a:path w="7619" h="899160">
                  <a:moveTo>
                    <a:pt x="0" y="784859"/>
                  </a:moveTo>
                  <a:lnTo>
                    <a:pt x="7619" y="784859"/>
                  </a:lnTo>
                </a:path>
                <a:path w="7619" h="899160">
                  <a:moveTo>
                    <a:pt x="7619" y="826007"/>
                  </a:moveTo>
                  <a:lnTo>
                    <a:pt x="0" y="826007"/>
                  </a:lnTo>
                  <a:lnTo>
                    <a:pt x="7619" y="826007"/>
                  </a:lnTo>
                </a:path>
                <a:path w="7619" h="899160">
                  <a:moveTo>
                    <a:pt x="0" y="813815"/>
                  </a:moveTo>
                  <a:lnTo>
                    <a:pt x="7619" y="81381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2746247" y="1808988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2746247" y="1808988"/>
              <a:ext cx="7620" cy="415290"/>
            </a:xfrm>
            <a:custGeom>
              <a:avLst/>
              <a:gdLst/>
              <a:ahLst/>
              <a:cxnLst/>
              <a:rect l="l" t="t" r="r" b="b"/>
              <a:pathLst>
                <a:path w="7619" h="415289">
                  <a:moveTo>
                    <a:pt x="0" y="9905"/>
                  </a:moveTo>
                  <a:lnTo>
                    <a:pt x="7619" y="9905"/>
                  </a:lnTo>
                </a:path>
                <a:path w="7619" h="415289">
                  <a:moveTo>
                    <a:pt x="0" y="0"/>
                  </a:moveTo>
                  <a:lnTo>
                    <a:pt x="7619" y="0"/>
                  </a:lnTo>
                </a:path>
                <a:path w="7619" h="415289">
                  <a:moveTo>
                    <a:pt x="0" y="167639"/>
                  </a:moveTo>
                  <a:lnTo>
                    <a:pt x="7619" y="167639"/>
                  </a:lnTo>
                </a:path>
                <a:path w="7619" h="415289">
                  <a:moveTo>
                    <a:pt x="0" y="415289"/>
                  </a:moveTo>
                  <a:lnTo>
                    <a:pt x="7619" y="415289"/>
                  </a:lnTo>
                </a:path>
                <a:path w="7619" h="415289">
                  <a:moveTo>
                    <a:pt x="0" y="404621"/>
                  </a:moveTo>
                  <a:lnTo>
                    <a:pt x="7619" y="404621"/>
                  </a:lnTo>
                </a:path>
                <a:path w="7619" h="415289">
                  <a:moveTo>
                    <a:pt x="0" y="372617"/>
                  </a:moveTo>
                  <a:lnTo>
                    <a:pt x="7619" y="372617"/>
                  </a:lnTo>
                </a:path>
                <a:path w="7619" h="415289">
                  <a:moveTo>
                    <a:pt x="0" y="361949"/>
                  </a:moveTo>
                  <a:lnTo>
                    <a:pt x="7619" y="36194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2746247" y="2375154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>
                  <a:moveTo>
                    <a:pt x="0" y="0"/>
                  </a:moveTo>
                  <a:lnTo>
                    <a:pt x="761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2407157" y="1510284"/>
              <a:ext cx="346710" cy="1122045"/>
            </a:xfrm>
            <a:custGeom>
              <a:avLst/>
              <a:gdLst/>
              <a:ahLst/>
              <a:cxnLst/>
              <a:rect l="l" t="t" r="r" b="b"/>
              <a:pathLst>
                <a:path w="346710" h="1122045">
                  <a:moveTo>
                    <a:pt x="339089" y="875537"/>
                  </a:moveTo>
                  <a:lnTo>
                    <a:pt x="346709" y="875537"/>
                  </a:lnTo>
                </a:path>
                <a:path w="346710" h="1122045">
                  <a:moveTo>
                    <a:pt x="339089" y="864869"/>
                  </a:moveTo>
                  <a:lnTo>
                    <a:pt x="346709" y="864869"/>
                  </a:lnTo>
                </a:path>
                <a:path w="346710" h="1122045">
                  <a:moveTo>
                    <a:pt x="339089" y="1121663"/>
                  </a:moveTo>
                  <a:lnTo>
                    <a:pt x="212597" y="1121663"/>
                  </a:lnTo>
                </a:path>
                <a:path w="346710" h="1122045">
                  <a:moveTo>
                    <a:pt x="339089" y="914399"/>
                  </a:moveTo>
                  <a:lnTo>
                    <a:pt x="212597" y="914399"/>
                  </a:lnTo>
                </a:path>
                <a:path w="346710" h="1122045">
                  <a:moveTo>
                    <a:pt x="212597" y="1077467"/>
                  </a:moveTo>
                  <a:lnTo>
                    <a:pt x="128015" y="1077467"/>
                  </a:lnTo>
                </a:path>
                <a:path w="346710" h="1122045">
                  <a:moveTo>
                    <a:pt x="84581" y="1077467"/>
                  </a:moveTo>
                  <a:lnTo>
                    <a:pt x="0" y="1077467"/>
                  </a:lnTo>
                </a:path>
                <a:path w="346710" h="1122045">
                  <a:moveTo>
                    <a:pt x="212597" y="958595"/>
                  </a:moveTo>
                  <a:lnTo>
                    <a:pt x="128015" y="958595"/>
                  </a:lnTo>
                </a:path>
                <a:path w="346710" h="1122045">
                  <a:moveTo>
                    <a:pt x="84581" y="958595"/>
                  </a:moveTo>
                  <a:lnTo>
                    <a:pt x="0" y="958595"/>
                  </a:lnTo>
                </a:path>
                <a:path w="346710" h="1122045">
                  <a:moveTo>
                    <a:pt x="339089" y="207263"/>
                  </a:moveTo>
                  <a:lnTo>
                    <a:pt x="212597" y="207263"/>
                  </a:lnTo>
                </a:path>
                <a:path w="346710" h="1122045">
                  <a:moveTo>
                    <a:pt x="339089" y="0"/>
                  </a:moveTo>
                  <a:lnTo>
                    <a:pt x="212597" y="0"/>
                  </a:lnTo>
                </a:path>
                <a:path w="346710" h="1122045">
                  <a:moveTo>
                    <a:pt x="212597" y="163067"/>
                  </a:moveTo>
                  <a:lnTo>
                    <a:pt x="128015" y="163067"/>
                  </a:lnTo>
                </a:path>
                <a:path w="346710" h="1122045">
                  <a:moveTo>
                    <a:pt x="84581" y="163067"/>
                  </a:moveTo>
                  <a:lnTo>
                    <a:pt x="0" y="163067"/>
                  </a:lnTo>
                </a:path>
                <a:path w="346710" h="1122045">
                  <a:moveTo>
                    <a:pt x="212597" y="44195"/>
                  </a:moveTo>
                  <a:lnTo>
                    <a:pt x="128015" y="44195"/>
                  </a:lnTo>
                </a:path>
                <a:path w="346710" h="1122045">
                  <a:moveTo>
                    <a:pt x="84581" y="44195"/>
                  </a:moveTo>
                  <a:lnTo>
                    <a:pt x="0" y="4419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6" name="object 226"/>
          <p:cNvGrpSpPr/>
          <p:nvPr/>
        </p:nvGrpSpPr>
        <p:grpSpPr>
          <a:xfrm>
            <a:off x="6235445" y="962406"/>
            <a:ext cx="1066800" cy="2117090"/>
            <a:chOff x="6235445" y="962406"/>
            <a:chExt cx="1066800" cy="2117090"/>
          </a:xfrm>
        </p:grpSpPr>
        <p:pic>
          <p:nvPicPr>
            <p:cNvPr id="227" name="object 2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4589" y="970026"/>
              <a:ext cx="1049273" cy="2100072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3539" y="1517843"/>
              <a:ext cx="811405" cy="1093590"/>
            </a:xfrm>
            <a:prstGeom prst="rect">
              <a:avLst/>
            </a:prstGeom>
          </p:spPr>
        </p:pic>
        <p:pic>
          <p:nvPicPr>
            <p:cNvPr id="229" name="object 2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0477" y="1145987"/>
              <a:ext cx="164467" cy="206622"/>
            </a:xfrm>
            <a:prstGeom prst="rect">
              <a:avLst/>
            </a:prstGeom>
          </p:spPr>
        </p:pic>
        <p:pic>
          <p:nvPicPr>
            <p:cNvPr id="230" name="object 2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83539" y="2777429"/>
              <a:ext cx="164467" cy="206622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6244589" y="971550"/>
              <a:ext cx="1049020" cy="2098675"/>
            </a:xfrm>
            <a:custGeom>
              <a:avLst/>
              <a:gdLst/>
              <a:ahLst/>
              <a:cxnLst/>
              <a:rect l="l" t="t" r="r" b="b"/>
              <a:pathLst>
                <a:path w="1049020" h="2098675">
                  <a:moveTo>
                    <a:pt x="1048511" y="137921"/>
                  </a:moveTo>
                  <a:lnTo>
                    <a:pt x="809243" y="0"/>
                  </a:lnTo>
                  <a:lnTo>
                    <a:pt x="0" y="465581"/>
                  </a:lnTo>
                  <a:lnTo>
                    <a:pt x="239267" y="603503"/>
                  </a:lnTo>
                  <a:lnTo>
                    <a:pt x="1048511" y="137921"/>
                  </a:lnTo>
                  <a:lnTo>
                    <a:pt x="1048511" y="1632965"/>
                  </a:lnTo>
                  <a:lnTo>
                    <a:pt x="239267" y="2098547"/>
                  </a:lnTo>
                  <a:lnTo>
                    <a:pt x="0" y="1960625"/>
                  </a:lnTo>
                  <a:lnTo>
                    <a:pt x="0" y="465581"/>
                  </a:lnTo>
                </a:path>
                <a:path w="1049020" h="2098675">
                  <a:moveTo>
                    <a:pt x="239267" y="603503"/>
                  </a:moveTo>
                  <a:lnTo>
                    <a:pt x="239267" y="2098547"/>
                  </a:lnTo>
                </a:path>
                <a:path w="1049020" h="2098675">
                  <a:moveTo>
                    <a:pt x="455675" y="1155191"/>
                  </a:moveTo>
                  <a:lnTo>
                    <a:pt x="461009" y="1158239"/>
                  </a:lnTo>
                </a:path>
                <a:path w="1049020" h="2098675">
                  <a:moveTo>
                    <a:pt x="493775" y="1104899"/>
                  </a:moveTo>
                  <a:lnTo>
                    <a:pt x="499109" y="1107947"/>
                  </a:lnTo>
                </a:path>
                <a:path w="1049020" h="2098675">
                  <a:moveTo>
                    <a:pt x="803147" y="880871"/>
                  </a:moveTo>
                  <a:lnTo>
                    <a:pt x="808481" y="883919"/>
                  </a:lnTo>
                </a:path>
                <a:path w="1049020" h="2098675">
                  <a:moveTo>
                    <a:pt x="774191" y="897635"/>
                  </a:moveTo>
                  <a:lnTo>
                    <a:pt x="779525" y="900683"/>
                  </a:lnTo>
                </a:path>
                <a:path w="1049020" h="2098675">
                  <a:moveTo>
                    <a:pt x="768095" y="947927"/>
                  </a:moveTo>
                  <a:lnTo>
                    <a:pt x="773429" y="950975"/>
                  </a:lnTo>
                </a:path>
                <a:path w="1049020" h="2098675">
                  <a:moveTo>
                    <a:pt x="882395" y="876299"/>
                  </a:moveTo>
                  <a:lnTo>
                    <a:pt x="887729" y="879347"/>
                  </a:lnTo>
                </a:path>
                <a:path w="1049020" h="2098675">
                  <a:moveTo>
                    <a:pt x="866393" y="816101"/>
                  </a:moveTo>
                  <a:lnTo>
                    <a:pt x="871727" y="819149"/>
                  </a:lnTo>
                </a:path>
                <a:path w="1049020" h="2098675">
                  <a:moveTo>
                    <a:pt x="948689" y="845819"/>
                  </a:moveTo>
                  <a:lnTo>
                    <a:pt x="954023" y="848867"/>
                  </a:lnTo>
                </a:path>
                <a:path w="1049020" h="2098675">
                  <a:moveTo>
                    <a:pt x="978407" y="805433"/>
                  </a:moveTo>
                  <a:lnTo>
                    <a:pt x="983741" y="808481"/>
                  </a:lnTo>
                </a:path>
                <a:path w="1049020" h="2098675">
                  <a:moveTo>
                    <a:pt x="951737" y="819149"/>
                  </a:moveTo>
                  <a:lnTo>
                    <a:pt x="957071" y="822197"/>
                  </a:lnTo>
                </a:path>
                <a:path w="1049020" h="2098675">
                  <a:moveTo>
                    <a:pt x="451103" y="1216151"/>
                  </a:moveTo>
                  <a:lnTo>
                    <a:pt x="456437" y="1219199"/>
                  </a:lnTo>
                </a:path>
                <a:path w="1049020" h="2098675">
                  <a:moveTo>
                    <a:pt x="477773" y="1205483"/>
                  </a:moveTo>
                  <a:lnTo>
                    <a:pt x="483869" y="1208531"/>
                  </a:lnTo>
                </a:path>
                <a:path w="1049020" h="2098675">
                  <a:moveTo>
                    <a:pt x="846581" y="1102613"/>
                  </a:moveTo>
                  <a:lnTo>
                    <a:pt x="851915" y="1105661"/>
                  </a:lnTo>
                </a:path>
                <a:path w="1049020" h="2098675">
                  <a:moveTo>
                    <a:pt x="645413" y="1104899"/>
                  </a:moveTo>
                  <a:lnTo>
                    <a:pt x="650747" y="1107947"/>
                  </a:lnTo>
                </a:path>
                <a:path w="1049020" h="2098675">
                  <a:moveTo>
                    <a:pt x="672083" y="1093469"/>
                  </a:moveTo>
                  <a:lnTo>
                    <a:pt x="677417" y="1097279"/>
                  </a:lnTo>
                </a:path>
                <a:path w="1049020" h="2098675">
                  <a:moveTo>
                    <a:pt x="437387" y="1368551"/>
                  </a:moveTo>
                  <a:lnTo>
                    <a:pt x="442721" y="1372361"/>
                  </a:lnTo>
                </a:path>
                <a:path w="1049020" h="2098675">
                  <a:moveTo>
                    <a:pt x="475487" y="1349501"/>
                  </a:moveTo>
                  <a:lnTo>
                    <a:pt x="480821" y="1352549"/>
                  </a:lnTo>
                </a:path>
                <a:path w="1049020" h="2098675">
                  <a:moveTo>
                    <a:pt x="569213" y="1326641"/>
                  </a:moveTo>
                  <a:lnTo>
                    <a:pt x="574547" y="1329689"/>
                  </a:lnTo>
                </a:path>
                <a:path w="1049020" h="2098675">
                  <a:moveTo>
                    <a:pt x="674369" y="1213865"/>
                  </a:moveTo>
                  <a:lnTo>
                    <a:pt x="679703" y="1216913"/>
                  </a:lnTo>
                </a:path>
                <a:path w="1049020" h="2098675">
                  <a:moveTo>
                    <a:pt x="350519" y="1121663"/>
                  </a:moveTo>
                  <a:lnTo>
                    <a:pt x="355853" y="1124711"/>
                  </a:lnTo>
                </a:path>
                <a:path w="1049020" h="2098675">
                  <a:moveTo>
                    <a:pt x="524255" y="1307591"/>
                  </a:moveTo>
                  <a:lnTo>
                    <a:pt x="529589" y="1310639"/>
                  </a:lnTo>
                </a:path>
                <a:path w="1049020" h="2098675">
                  <a:moveTo>
                    <a:pt x="550925" y="1296923"/>
                  </a:moveTo>
                  <a:lnTo>
                    <a:pt x="556259" y="1299971"/>
                  </a:lnTo>
                </a:path>
                <a:path w="1049020" h="2098675">
                  <a:moveTo>
                    <a:pt x="896111" y="1008887"/>
                  </a:moveTo>
                  <a:lnTo>
                    <a:pt x="901445" y="1012697"/>
                  </a:lnTo>
                </a:path>
                <a:path w="1049020" h="2098675">
                  <a:moveTo>
                    <a:pt x="926591" y="968501"/>
                  </a:moveTo>
                  <a:lnTo>
                    <a:pt x="931925" y="971549"/>
                  </a:lnTo>
                </a:path>
                <a:path w="1049020" h="2098675">
                  <a:moveTo>
                    <a:pt x="899159" y="982217"/>
                  </a:moveTo>
                  <a:lnTo>
                    <a:pt x="904493" y="985265"/>
                  </a:lnTo>
                </a:path>
                <a:path w="1049020" h="2098675">
                  <a:moveTo>
                    <a:pt x="838961" y="992885"/>
                  </a:moveTo>
                  <a:lnTo>
                    <a:pt x="844295" y="995933"/>
                  </a:lnTo>
                </a:path>
                <a:path w="1049020" h="2098675">
                  <a:moveTo>
                    <a:pt x="810005" y="1009649"/>
                  </a:moveTo>
                  <a:lnTo>
                    <a:pt x="815339" y="1012697"/>
                  </a:lnTo>
                </a:path>
                <a:path w="1049020" h="2098675">
                  <a:moveTo>
                    <a:pt x="804671" y="1060703"/>
                  </a:moveTo>
                  <a:lnTo>
                    <a:pt x="810005" y="1063751"/>
                  </a:lnTo>
                </a:path>
                <a:path w="1049020" h="2098675">
                  <a:moveTo>
                    <a:pt x="694181" y="1124711"/>
                  </a:moveTo>
                  <a:lnTo>
                    <a:pt x="699515" y="1127759"/>
                  </a:lnTo>
                </a:path>
                <a:path w="1049020" h="2098675">
                  <a:moveTo>
                    <a:pt x="846581" y="855725"/>
                  </a:moveTo>
                  <a:lnTo>
                    <a:pt x="852677" y="859535"/>
                  </a:lnTo>
                </a:path>
                <a:path w="1049020" h="2098675">
                  <a:moveTo>
                    <a:pt x="745997" y="893825"/>
                  </a:moveTo>
                  <a:lnTo>
                    <a:pt x="751331" y="896873"/>
                  </a:lnTo>
                </a:path>
                <a:path w="1049020" h="2098675">
                  <a:moveTo>
                    <a:pt x="543305" y="1030223"/>
                  </a:moveTo>
                  <a:lnTo>
                    <a:pt x="548639" y="1033271"/>
                  </a:lnTo>
                </a:path>
                <a:path w="1049020" h="2098675">
                  <a:moveTo>
                    <a:pt x="569975" y="1019555"/>
                  </a:moveTo>
                  <a:lnTo>
                    <a:pt x="575309" y="1022603"/>
                  </a:lnTo>
                </a:path>
                <a:path w="1049020" h="2098675">
                  <a:moveTo>
                    <a:pt x="445769" y="1086611"/>
                  </a:moveTo>
                  <a:lnTo>
                    <a:pt x="451865" y="108965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2" name="object 2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3713" y="3941064"/>
            <a:ext cx="1161287" cy="1847849"/>
          </a:xfrm>
          <a:prstGeom prst="rect">
            <a:avLst/>
          </a:prstGeom>
        </p:spPr>
      </p:pic>
      <p:sp>
        <p:nvSpPr>
          <p:cNvPr id="233" name="object 233"/>
          <p:cNvSpPr/>
          <p:nvPr/>
        </p:nvSpPr>
        <p:spPr>
          <a:xfrm>
            <a:off x="0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9600438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0" y="1524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0" y="7315961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4949189" y="7425690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137159"/>
                </a:moveTo>
                <a:lnTo>
                  <a:pt x="0" y="137159"/>
                </a:lnTo>
              </a:path>
              <a:path w="158750" h="228600">
                <a:moveTo>
                  <a:pt x="158495" y="137159"/>
                </a:moveTo>
                <a:lnTo>
                  <a:pt x="79247" y="0"/>
                </a:lnTo>
                <a:lnTo>
                  <a:pt x="79247" y="228599"/>
                </a:lnTo>
              </a:path>
              <a:path w="158750" h="228600">
                <a:moveTo>
                  <a:pt x="79247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9829038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137159" y="0"/>
                </a:moveTo>
                <a:lnTo>
                  <a:pt x="137159" y="158495"/>
                </a:lnTo>
              </a:path>
              <a:path w="227965" h="158750">
                <a:moveTo>
                  <a:pt x="137159" y="0"/>
                </a:moveTo>
                <a:lnTo>
                  <a:pt x="0" y="79247"/>
                </a:lnTo>
                <a:lnTo>
                  <a:pt x="227837" y="79247"/>
                </a:lnTo>
              </a:path>
              <a:path w="227965" h="158750">
                <a:moveTo>
                  <a:pt x="0" y="79247"/>
                </a:moveTo>
                <a:lnTo>
                  <a:pt x="137159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9" name="object 239"/>
          <p:cNvGrpSpPr/>
          <p:nvPr/>
        </p:nvGrpSpPr>
        <p:grpSpPr>
          <a:xfrm>
            <a:off x="6098285" y="3548634"/>
            <a:ext cx="383540" cy="356235"/>
            <a:chOff x="6098285" y="3548634"/>
            <a:chExt cx="383540" cy="356235"/>
          </a:xfrm>
        </p:grpSpPr>
        <p:sp>
          <p:nvSpPr>
            <p:cNvPr id="240" name="object 240"/>
            <p:cNvSpPr/>
            <p:nvPr/>
          </p:nvSpPr>
          <p:spPr>
            <a:xfrm>
              <a:off x="6102857" y="3548634"/>
              <a:ext cx="379095" cy="356235"/>
            </a:xfrm>
            <a:custGeom>
              <a:avLst/>
              <a:gdLst/>
              <a:ahLst/>
              <a:cxnLst/>
              <a:rect l="l" t="t" r="r" b="b"/>
              <a:pathLst>
                <a:path w="379095" h="356235">
                  <a:moveTo>
                    <a:pt x="0" y="355853"/>
                  </a:moveTo>
                  <a:lnTo>
                    <a:pt x="0" y="0"/>
                  </a:lnTo>
                </a:path>
                <a:path w="379095" h="356235">
                  <a:moveTo>
                    <a:pt x="109727" y="91439"/>
                  </a:moveTo>
                  <a:lnTo>
                    <a:pt x="378713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6102857" y="362178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6102857" y="362178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3" name="object 243"/>
          <p:cNvGrpSpPr/>
          <p:nvPr/>
        </p:nvGrpSpPr>
        <p:grpSpPr>
          <a:xfrm>
            <a:off x="6867143" y="3548634"/>
            <a:ext cx="1113790" cy="406400"/>
            <a:chOff x="6867143" y="3548634"/>
            <a:chExt cx="1113790" cy="406400"/>
          </a:xfrm>
        </p:grpSpPr>
        <p:sp>
          <p:nvSpPr>
            <p:cNvPr id="244" name="object 244"/>
            <p:cNvSpPr/>
            <p:nvPr/>
          </p:nvSpPr>
          <p:spPr>
            <a:xfrm>
              <a:off x="6867143" y="3548634"/>
              <a:ext cx="379095" cy="356235"/>
            </a:xfrm>
            <a:custGeom>
              <a:avLst/>
              <a:gdLst/>
              <a:ahLst/>
              <a:cxnLst/>
              <a:rect l="l" t="t" r="r" b="b"/>
              <a:pathLst>
                <a:path w="379095" h="356235">
                  <a:moveTo>
                    <a:pt x="378713" y="355853"/>
                  </a:moveTo>
                  <a:lnTo>
                    <a:pt x="378713" y="0"/>
                  </a:lnTo>
                </a:path>
                <a:path w="379095" h="356235">
                  <a:moveTo>
                    <a:pt x="268985" y="91439"/>
                  </a:moveTo>
                  <a:lnTo>
                    <a:pt x="0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7136129" y="362178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7136129" y="362178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7291577" y="3730752"/>
              <a:ext cx="684530" cy="219710"/>
            </a:xfrm>
            <a:custGeom>
              <a:avLst/>
              <a:gdLst/>
              <a:ahLst/>
              <a:cxnLst/>
              <a:rect l="l" t="t" r="r" b="b"/>
              <a:pathLst>
                <a:path w="684529" h="219710">
                  <a:moveTo>
                    <a:pt x="0" y="219455"/>
                  </a:moveTo>
                  <a:lnTo>
                    <a:pt x="665987" y="219455"/>
                  </a:lnTo>
                </a:path>
                <a:path w="684529" h="219710">
                  <a:moveTo>
                    <a:pt x="574547" y="109727"/>
                  </a:moveTo>
                  <a:lnTo>
                    <a:pt x="574547" y="0"/>
                  </a:lnTo>
                  <a:lnTo>
                    <a:pt x="684275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7847837" y="384048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7847837" y="384048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0" name="object 250"/>
          <p:cNvSpPr/>
          <p:nvPr/>
        </p:nvSpPr>
        <p:spPr>
          <a:xfrm>
            <a:off x="8608314" y="5371338"/>
            <a:ext cx="109855" cy="109855"/>
          </a:xfrm>
          <a:custGeom>
            <a:avLst/>
            <a:gdLst/>
            <a:ahLst/>
            <a:cxnLst/>
            <a:rect l="l" t="t" r="r" b="b"/>
            <a:pathLst>
              <a:path w="109854" h="109854">
                <a:moveTo>
                  <a:pt x="0" y="0"/>
                </a:moveTo>
                <a:lnTo>
                  <a:pt x="109727" y="0"/>
                </a:lnTo>
              </a:path>
              <a:path w="109854" h="109854">
                <a:moveTo>
                  <a:pt x="54863" y="0"/>
                </a:moveTo>
                <a:lnTo>
                  <a:pt x="54863" y="109727"/>
                </a:lnTo>
                <a:lnTo>
                  <a:pt x="17525" y="43433"/>
                </a:lnTo>
              </a:path>
              <a:path w="109854" h="109854">
                <a:moveTo>
                  <a:pt x="54863" y="109727"/>
                </a:moveTo>
                <a:lnTo>
                  <a:pt x="92201" y="4343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1" name="object 251"/>
          <p:cNvGraphicFramePr>
            <a:graphicFrameLocks noGrp="1"/>
          </p:cNvGraphicFramePr>
          <p:nvPr/>
        </p:nvGraphicFramePr>
        <p:xfrm>
          <a:off x="221360" y="341757"/>
          <a:ext cx="9601199" cy="71600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3407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68905">
                        <a:lnSpc>
                          <a:spcPct val="100000"/>
                        </a:lnSpc>
                        <a:tabLst>
                          <a:tab pos="6291580" algn="l"/>
                          <a:tab pos="7788909" algn="l"/>
                        </a:tabLst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.37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1.25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800" spc="-30" baseline="-32407" dirty="0">
                          <a:latin typeface="Arial MT"/>
                          <a:cs typeface="Arial MT"/>
                        </a:rPr>
                        <a:t>.125</a:t>
                      </a:r>
                      <a:endParaRPr sz="1800" baseline="-32407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28800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909559" marR="751205" indent="-283210">
                        <a:lnSpc>
                          <a:spcPct val="102099"/>
                        </a:lnSpc>
                        <a:tabLst>
                          <a:tab pos="8543290" algn="l"/>
                        </a:tabLst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4X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Ø.13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THRU Ø.226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.138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278370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.125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3061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1.125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65">
                <a:tc rowSpan="4">
                  <a:txBody>
                    <a:bodyPr/>
                    <a:lstStyle/>
                    <a:p>
                      <a:pPr marL="1050290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.020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0502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.010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0502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X.XXX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.005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9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3930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Walton</a:t>
                      </a:r>
                      <a:r>
                        <a:rPr sz="15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School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Engineering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  <a:spcBef>
                          <a:spcPts val="17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DATE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114300">
                        <a:lnSpc>
                          <a:spcPts val="12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3/17/2024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9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marL="45720">
                        <a:lnSpc>
                          <a:spcPts val="1650"/>
                        </a:lnSpc>
                        <a:tabLst>
                          <a:tab pos="795020" algn="l"/>
                        </a:tabLst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Arbor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Press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9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SIZE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 marR="664845" indent="-6350">
                        <a:lnSpc>
                          <a:spcPts val="1070"/>
                        </a:lnSpc>
                        <a:spcBef>
                          <a:spcPts val="32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CLASS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IED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ts val="1019"/>
                        </a:lnSpc>
                        <a:spcBef>
                          <a:spcPts val="17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TITLE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7150">
                        <a:lnSpc>
                          <a:spcPts val="126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Cover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Plate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Multiview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marR="139700" indent="-10160">
                        <a:lnSpc>
                          <a:spcPts val="1030"/>
                        </a:lnSpc>
                        <a:spcBef>
                          <a:spcPts val="30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PER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9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baseline="2777" dirty="0">
                          <a:latin typeface="Arial MT"/>
                          <a:cs typeface="Arial MT"/>
                        </a:rPr>
                        <a:t>SCALE</a:t>
                      </a:r>
                      <a:r>
                        <a:rPr sz="1500" spc="517" baseline="2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1:1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500" baseline="8333" dirty="0">
                          <a:latin typeface="Arial MT"/>
                          <a:cs typeface="Arial MT"/>
                        </a:rPr>
                        <a:t>AUTHOR</a:t>
                      </a:r>
                      <a:r>
                        <a:rPr sz="1500" spc="615" baseline="8333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Siddharth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Gupta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SHEET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1/1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2" name="object 252"/>
          <p:cNvSpPr/>
          <p:nvPr/>
        </p:nvSpPr>
        <p:spPr>
          <a:xfrm>
            <a:off x="4949189" y="21107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4949189" y="119634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91439"/>
                </a:moveTo>
                <a:lnTo>
                  <a:pt x="79247" y="228599"/>
                </a:lnTo>
                <a:lnTo>
                  <a:pt x="79247" y="0"/>
                </a:lnTo>
              </a:path>
              <a:path w="158750" h="228600">
                <a:moveTo>
                  <a:pt x="79247" y="228599"/>
                </a:moveTo>
                <a:lnTo>
                  <a:pt x="0" y="9143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0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90677" y="0"/>
                </a:moveTo>
                <a:lnTo>
                  <a:pt x="90677" y="158495"/>
                </a:lnTo>
              </a:path>
              <a:path w="227965" h="158750">
                <a:moveTo>
                  <a:pt x="90677" y="0"/>
                </a:moveTo>
                <a:lnTo>
                  <a:pt x="227837" y="79247"/>
                </a:lnTo>
                <a:lnTo>
                  <a:pt x="0" y="79247"/>
                </a:lnTo>
              </a:path>
              <a:path w="227965" h="158750">
                <a:moveTo>
                  <a:pt x="227837" y="79247"/>
                </a:moveTo>
                <a:lnTo>
                  <a:pt x="90677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5" name="object 25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56453" y="6289547"/>
            <a:ext cx="327660" cy="326897"/>
          </a:xfrm>
          <a:prstGeom prst="rect">
            <a:avLst/>
          </a:prstGeom>
        </p:spPr>
      </p:pic>
      <p:sp>
        <p:nvSpPr>
          <p:cNvPr id="256" name="object 256"/>
          <p:cNvSpPr/>
          <p:nvPr/>
        </p:nvSpPr>
        <p:spPr>
          <a:xfrm>
            <a:off x="6185153" y="4032504"/>
            <a:ext cx="64135" cy="64769"/>
          </a:xfrm>
          <a:custGeom>
            <a:avLst/>
            <a:gdLst/>
            <a:ahLst/>
            <a:cxnLst/>
            <a:rect l="l" t="t" r="r" b="b"/>
            <a:pathLst>
              <a:path w="64135" h="64770">
                <a:moveTo>
                  <a:pt x="0" y="32003"/>
                </a:moveTo>
                <a:lnTo>
                  <a:pt x="64007" y="32003"/>
                </a:lnTo>
              </a:path>
              <a:path w="64135" h="64770">
                <a:moveTo>
                  <a:pt x="32003" y="64769"/>
                </a:moveTo>
                <a:lnTo>
                  <a:pt x="3200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6003797" y="4064508"/>
            <a:ext cx="116839" cy="0"/>
          </a:xfrm>
          <a:custGeom>
            <a:avLst/>
            <a:gdLst/>
            <a:ahLst/>
            <a:cxnLst/>
            <a:rect l="l" t="t" r="r" b="b"/>
            <a:pathLst>
              <a:path w="116839">
                <a:moveTo>
                  <a:pt x="0" y="0"/>
                </a:moveTo>
                <a:lnTo>
                  <a:pt x="11658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6313932" y="4064508"/>
            <a:ext cx="116839" cy="0"/>
          </a:xfrm>
          <a:custGeom>
            <a:avLst/>
            <a:gdLst/>
            <a:ahLst/>
            <a:cxnLst/>
            <a:rect l="l" t="t" r="r" b="b"/>
            <a:pathLst>
              <a:path w="116839">
                <a:moveTo>
                  <a:pt x="0" y="0"/>
                </a:moveTo>
                <a:lnTo>
                  <a:pt x="11658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6217157" y="4161282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116585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6217157" y="3851910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116585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6918197" y="4064508"/>
            <a:ext cx="116839" cy="0"/>
          </a:xfrm>
          <a:custGeom>
            <a:avLst/>
            <a:gdLst/>
            <a:ahLst/>
            <a:cxnLst/>
            <a:rect l="l" t="t" r="r" b="b"/>
            <a:pathLst>
              <a:path w="116840">
                <a:moveTo>
                  <a:pt x="0" y="0"/>
                </a:moveTo>
                <a:lnTo>
                  <a:pt x="11658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7131557" y="4161282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116585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7131557" y="3851910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116585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6918197" y="5604510"/>
            <a:ext cx="116839" cy="0"/>
          </a:xfrm>
          <a:custGeom>
            <a:avLst/>
            <a:gdLst/>
            <a:ahLst/>
            <a:cxnLst/>
            <a:rect l="l" t="t" r="r" b="b"/>
            <a:pathLst>
              <a:path w="116840">
                <a:moveTo>
                  <a:pt x="0" y="0"/>
                </a:moveTo>
                <a:lnTo>
                  <a:pt x="11658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7131557" y="5391911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116585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6003797" y="5604510"/>
            <a:ext cx="116839" cy="0"/>
          </a:xfrm>
          <a:custGeom>
            <a:avLst/>
            <a:gdLst/>
            <a:ahLst/>
            <a:cxnLst/>
            <a:rect l="l" t="t" r="r" b="b"/>
            <a:pathLst>
              <a:path w="116839">
                <a:moveTo>
                  <a:pt x="0" y="0"/>
                </a:moveTo>
                <a:lnTo>
                  <a:pt x="11658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6313932" y="5604510"/>
            <a:ext cx="116839" cy="0"/>
          </a:xfrm>
          <a:custGeom>
            <a:avLst/>
            <a:gdLst/>
            <a:ahLst/>
            <a:cxnLst/>
            <a:rect l="l" t="t" r="r" b="b"/>
            <a:pathLst>
              <a:path w="116839">
                <a:moveTo>
                  <a:pt x="0" y="0"/>
                </a:moveTo>
                <a:lnTo>
                  <a:pt x="11658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6217157" y="5391911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116585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9" name="object 269"/>
          <p:cNvGrpSpPr/>
          <p:nvPr/>
        </p:nvGrpSpPr>
        <p:grpSpPr>
          <a:xfrm>
            <a:off x="2006345" y="4975097"/>
            <a:ext cx="356235" cy="808990"/>
            <a:chOff x="2006345" y="4975097"/>
            <a:chExt cx="356235" cy="808990"/>
          </a:xfrm>
        </p:grpSpPr>
        <p:sp>
          <p:nvSpPr>
            <p:cNvPr id="270" name="object 270"/>
            <p:cNvSpPr/>
            <p:nvPr/>
          </p:nvSpPr>
          <p:spPr>
            <a:xfrm>
              <a:off x="2006345" y="4975097"/>
              <a:ext cx="356235" cy="803910"/>
            </a:xfrm>
            <a:custGeom>
              <a:avLst/>
              <a:gdLst/>
              <a:ahLst/>
              <a:cxnLst/>
              <a:rect l="l" t="t" r="r" b="b"/>
              <a:pathLst>
                <a:path w="356235" h="803910">
                  <a:moveTo>
                    <a:pt x="355853" y="803909"/>
                  </a:moveTo>
                  <a:lnTo>
                    <a:pt x="0" y="803909"/>
                  </a:lnTo>
                </a:path>
                <a:path w="356235" h="803910">
                  <a:moveTo>
                    <a:pt x="91439" y="694181"/>
                  </a:moveTo>
                  <a:lnTo>
                    <a:pt x="9143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2079497" y="5669279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2079497" y="5669279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3" name="object 273"/>
          <p:cNvGrpSpPr/>
          <p:nvPr/>
        </p:nvGrpSpPr>
        <p:grpSpPr>
          <a:xfrm>
            <a:off x="2006345" y="3548634"/>
            <a:ext cx="849630" cy="1206500"/>
            <a:chOff x="2006345" y="3548634"/>
            <a:chExt cx="849630" cy="1206500"/>
          </a:xfrm>
        </p:grpSpPr>
        <p:sp>
          <p:nvSpPr>
            <p:cNvPr id="274" name="object 274"/>
            <p:cNvSpPr/>
            <p:nvPr/>
          </p:nvSpPr>
          <p:spPr>
            <a:xfrm>
              <a:off x="2006345" y="3950208"/>
              <a:ext cx="356235" cy="805180"/>
            </a:xfrm>
            <a:custGeom>
              <a:avLst/>
              <a:gdLst/>
              <a:ahLst/>
              <a:cxnLst/>
              <a:rect l="l" t="t" r="r" b="b"/>
              <a:pathLst>
                <a:path w="356235" h="805179">
                  <a:moveTo>
                    <a:pt x="355853" y="0"/>
                  </a:moveTo>
                  <a:lnTo>
                    <a:pt x="0" y="0"/>
                  </a:lnTo>
                </a:path>
                <a:path w="356235" h="805179">
                  <a:moveTo>
                    <a:pt x="91439" y="109727"/>
                  </a:moveTo>
                  <a:lnTo>
                    <a:pt x="91439" y="80467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2079497" y="395020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2079497" y="395020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2407919" y="3548634"/>
              <a:ext cx="448309" cy="356235"/>
            </a:xfrm>
            <a:custGeom>
              <a:avLst/>
              <a:gdLst/>
              <a:ahLst/>
              <a:cxnLst/>
              <a:rect l="l" t="t" r="r" b="b"/>
              <a:pathLst>
                <a:path w="448310" h="356235">
                  <a:moveTo>
                    <a:pt x="0" y="355853"/>
                  </a:moveTo>
                  <a:lnTo>
                    <a:pt x="0" y="0"/>
                  </a:lnTo>
                </a:path>
                <a:path w="448310" h="356235">
                  <a:moveTo>
                    <a:pt x="338327" y="355853"/>
                  </a:moveTo>
                  <a:lnTo>
                    <a:pt x="338327" y="0"/>
                  </a:lnTo>
                </a:path>
                <a:path w="448310" h="356235">
                  <a:moveTo>
                    <a:pt x="109727" y="91439"/>
                  </a:moveTo>
                  <a:lnTo>
                    <a:pt x="228599" y="91439"/>
                  </a:lnTo>
                </a:path>
                <a:path w="448310" h="356235">
                  <a:moveTo>
                    <a:pt x="338327" y="91439"/>
                  </a:moveTo>
                  <a:lnTo>
                    <a:pt x="448055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2407919" y="362178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2407919" y="362178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2636519" y="362178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2636519" y="3621786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2" name="object 282"/>
          <p:cNvGrpSpPr/>
          <p:nvPr/>
        </p:nvGrpSpPr>
        <p:grpSpPr>
          <a:xfrm>
            <a:off x="7099553" y="4032504"/>
            <a:ext cx="858519" cy="251460"/>
            <a:chOff x="7099553" y="4032504"/>
            <a:chExt cx="858519" cy="251460"/>
          </a:xfrm>
        </p:grpSpPr>
        <p:sp>
          <p:nvSpPr>
            <p:cNvPr id="283" name="object 283"/>
            <p:cNvSpPr/>
            <p:nvPr/>
          </p:nvSpPr>
          <p:spPr>
            <a:xfrm>
              <a:off x="7099553" y="4032504"/>
              <a:ext cx="858519" cy="251460"/>
            </a:xfrm>
            <a:custGeom>
              <a:avLst/>
              <a:gdLst/>
              <a:ahLst/>
              <a:cxnLst/>
              <a:rect l="l" t="t" r="r" b="b"/>
              <a:pathLst>
                <a:path w="858520" h="251460">
                  <a:moveTo>
                    <a:pt x="0" y="32003"/>
                  </a:moveTo>
                  <a:lnTo>
                    <a:pt x="64007" y="32003"/>
                  </a:lnTo>
                </a:path>
                <a:path w="858520" h="251460">
                  <a:moveTo>
                    <a:pt x="32003" y="64769"/>
                  </a:moveTo>
                  <a:lnTo>
                    <a:pt x="32003" y="0"/>
                  </a:lnTo>
                </a:path>
                <a:path w="858520" h="251460">
                  <a:moveTo>
                    <a:pt x="128777" y="32003"/>
                  </a:moveTo>
                  <a:lnTo>
                    <a:pt x="245363" y="32003"/>
                  </a:lnTo>
                </a:path>
                <a:path w="858520" h="251460">
                  <a:moveTo>
                    <a:pt x="77723" y="32003"/>
                  </a:moveTo>
                  <a:lnTo>
                    <a:pt x="858011" y="32003"/>
                  </a:lnTo>
                </a:path>
                <a:path w="858520" h="251460">
                  <a:moveTo>
                    <a:pt x="766571" y="141731"/>
                  </a:moveTo>
                  <a:lnTo>
                    <a:pt x="766571" y="25145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7847837" y="406450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7847837" y="406450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6" name="object 286"/>
          <p:cNvSpPr/>
          <p:nvPr/>
        </p:nvSpPr>
        <p:spPr>
          <a:xfrm>
            <a:off x="7865364" y="5371338"/>
            <a:ext cx="219710" cy="109855"/>
          </a:xfrm>
          <a:custGeom>
            <a:avLst/>
            <a:gdLst/>
            <a:ahLst/>
            <a:cxnLst/>
            <a:rect l="l" t="t" r="r" b="b"/>
            <a:pathLst>
              <a:path w="219709" h="109854">
                <a:moveTo>
                  <a:pt x="0" y="0"/>
                </a:moveTo>
                <a:lnTo>
                  <a:pt x="0" y="109727"/>
                </a:lnTo>
                <a:lnTo>
                  <a:pt x="219455" y="109727"/>
                </a:lnTo>
                <a:lnTo>
                  <a:pt x="21945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7" name="object 287"/>
          <p:cNvGrpSpPr/>
          <p:nvPr/>
        </p:nvGrpSpPr>
        <p:grpSpPr>
          <a:xfrm>
            <a:off x="6185153" y="5572505"/>
            <a:ext cx="311150" cy="608330"/>
            <a:chOff x="6185153" y="5572505"/>
            <a:chExt cx="311150" cy="608330"/>
          </a:xfrm>
        </p:grpSpPr>
        <p:sp>
          <p:nvSpPr>
            <p:cNvPr id="288" name="object 288"/>
            <p:cNvSpPr/>
            <p:nvPr/>
          </p:nvSpPr>
          <p:spPr>
            <a:xfrm>
              <a:off x="6185153" y="5572505"/>
              <a:ext cx="311150" cy="608330"/>
            </a:xfrm>
            <a:custGeom>
              <a:avLst/>
              <a:gdLst/>
              <a:ahLst/>
              <a:cxnLst/>
              <a:rect l="l" t="t" r="r" b="b"/>
              <a:pathLst>
                <a:path w="311150" h="608329">
                  <a:moveTo>
                    <a:pt x="0" y="32003"/>
                  </a:moveTo>
                  <a:lnTo>
                    <a:pt x="64007" y="32003"/>
                  </a:lnTo>
                </a:path>
                <a:path w="311150" h="608329">
                  <a:moveTo>
                    <a:pt x="32003" y="64007"/>
                  </a:moveTo>
                  <a:lnTo>
                    <a:pt x="32003" y="0"/>
                  </a:lnTo>
                </a:path>
                <a:path w="311150" h="608329">
                  <a:moveTo>
                    <a:pt x="32003" y="245363"/>
                  </a:moveTo>
                  <a:lnTo>
                    <a:pt x="32003" y="128777"/>
                  </a:lnTo>
                </a:path>
                <a:path w="311150" h="608329">
                  <a:moveTo>
                    <a:pt x="32003" y="77723"/>
                  </a:moveTo>
                  <a:lnTo>
                    <a:pt x="32003" y="608075"/>
                  </a:lnTo>
                </a:path>
                <a:path w="311150" h="608329">
                  <a:moveTo>
                    <a:pt x="141731" y="516635"/>
                  </a:moveTo>
                  <a:lnTo>
                    <a:pt x="310895" y="51663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6217157" y="6070853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6217157" y="6070853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1" name="object 291"/>
          <p:cNvGrpSpPr/>
          <p:nvPr/>
        </p:nvGrpSpPr>
        <p:grpSpPr>
          <a:xfrm>
            <a:off x="6912102" y="5232654"/>
            <a:ext cx="892810" cy="948055"/>
            <a:chOff x="6912102" y="5232654"/>
            <a:chExt cx="892810" cy="948055"/>
          </a:xfrm>
        </p:grpSpPr>
        <p:sp>
          <p:nvSpPr>
            <p:cNvPr id="292" name="object 292"/>
            <p:cNvSpPr/>
            <p:nvPr/>
          </p:nvSpPr>
          <p:spPr>
            <a:xfrm>
              <a:off x="7099554" y="5572506"/>
              <a:ext cx="245745" cy="245745"/>
            </a:xfrm>
            <a:custGeom>
              <a:avLst/>
              <a:gdLst/>
              <a:ahLst/>
              <a:cxnLst/>
              <a:rect l="l" t="t" r="r" b="b"/>
              <a:pathLst>
                <a:path w="245745" h="245745">
                  <a:moveTo>
                    <a:pt x="0" y="32003"/>
                  </a:moveTo>
                  <a:lnTo>
                    <a:pt x="64007" y="32003"/>
                  </a:lnTo>
                </a:path>
                <a:path w="245745" h="245745">
                  <a:moveTo>
                    <a:pt x="32003" y="64007"/>
                  </a:moveTo>
                  <a:lnTo>
                    <a:pt x="32003" y="0"/>
                  </a:lnTo>
                </a:path>
                <a:path w="245745" h="245745">
                  <a:moveTo>
                    <a:pt x="128777" y="32003"/>
                  </a:moveTo>
                  <a:lnTo>
                    <a:pt x="245363" y="32003"/>
                  </a:lnTo>
                </a:path>
                <a:path w="245745" h="245745">
                  <a:moveTo>
                    <a:pt x="32003" y="245363"/>
                  </a:moveTo>
                  <a:lnTo>
                    <a:pt x="32003" y="12877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3" name="object 29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7278" y="5610606"/>
              <a:ext cx="93725" cy="86867"/>
            </a:xfrm>
            <a:prstGeom prst="rect">
              <a:avLst/>
            </a:prstGeom>
          </p:spPr>
        </p:pic>
        <p:sp>
          <p:nvSpPr>
            <p:cNvPr id="294" name="object 294"/>
            <p:cNvSpPr/>
            <p:nvPr/>
          </p:nvSpPr>
          <p:spPr>
            <a:xfrm>
              <a:off x="6966966" y="5237226"/>
              <a:ext cx="833119" cy="943610"/>
            </a:xfrm>
            <a:custGeom>
              <a:avLst/>
              <a:gdLst/>
              <a:ahLst/>
              <a:cxnLst/>
              <a:rect l="l" t="t" r="r" b="b"/>
              <a:pathLst>
                <a:path w="833120" h="943610">
                  <a:moveTo>
                    <a:pt x="291845" y="386333"/>
                  </a:moveTo>
                  <a:lnTo>
                    <a:pt x="723137" y="0"/>
                  </a:lnTo>
                  <a:lnTo>
                    <a:pt x="832865" y="0"/>
                  </a:lnTo>
                </a:path>
                <a:path w="833120" h="943610">
                  <a:moveTo>
                    <a:pt x="278891" y="587501"/>
                  </a:moveTo>
                  <a:lnTo>
                    <a:pt x="278891" y="943355"/>
                  </a:lnTo>
                </a:path>
                <a:path w="833120" h="943610">
                  <a:moveTo>
                    <a:pt x="169163" y="851915"/>
                  </a:moveTo>
                  <a:lnTo>
                    <a:pt x="0" y="85191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7136130" y="6070854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7136130" y="6070854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6912102" y="5650230"/>
              <a:ext cx="553720" cy="334645"/>
            </a:xfrm>
            <a:custGeom>
              <a:avLst/>
              <a:gdLst/>
              <a:ahLst/>
              <a:cxnLst/>
              <a:rect l="l" t="t" r="r" b="b"/>
              <a:pathLst>
                <a:path w="553720" h="334645">
                  <a:moveTo>
                    <a:pt x="219455" y="0"/>
                  </a:moveTo>
                  <a:lnTo>
                    <a:pt x="219455" y="334517"/>
                  </a:lnTo>
                </a:path>
                <a:path w="553720" h="334645">
                  <a:moveTo>
                    <a:pt x="333755" y="174497"/>
                  </a:moveTo>
                  <a:lnTo>
                    <a:pt x="333755" y="334517"/>
                  </a:lnTo>
                </a:path>
                <a:path w="553720" h="334645">
                  <a:moveTo>
                    <a:pt x="109727" y="243077"/>
                  </a:moveTo>
                  <a:lnTo>
                    <a:pt x="0" y="243077"/>
                  </a:lnTo>
                </a:path>
                <a:path w="553720" h="334645">
                  <a:moveTo>
                    <a:pt x="443483" y="243077"/>
                  </a:moveTo>
                  <a:lnTo>
                    <a:pt x="553211" y="24307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7021830" y="587502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7021830" y="587502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7245858" y="587502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7245858" y="587502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2" name="TextBox 301">
            <a:extLst>
              <a:ext uri="{FF2B5EF4-FFF2-40B4-BE49-F238E27FC236}">
                <a16:creationId xmlns:a16="http://schemas.microsoft.com/office/drawing/2014/main" id="{7E50CD17-85DA-B35E-93D6-0EC458E6D4DB}"/>
              </a:ext>
            </a:extLst>
          </p:cNvPr>
          <p:cNvSpPr txBox="1"/>
          <p:nvPr/>
        </p:nvSpPr>
        <p:spPr>
          <a:xfrm>
            <a:off x="4966039" y="6208763"/>
            <a:ext cx="4843484" cy="12908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75966" y="4928616"/>
            <a:ext cx="117475" cy="170815"/>
          </a:xfrm>
          <a:custGeom>
            <a:avLst/>
            <a:gdLst/>
            <a:ahLst/>
            <a:cxnLst/>
            <a:rect l="l" t="t" r="r" b="b"/>
            <a:pathLst>
              <a:path w="117475" h="170814">
                <a:moveTo>
                  <a:pt x="117347" y="170687"/>
                </a:moveTo>
                <a:lnTo>
                  <a:pt x="116585" y="169163"/>
                </a:lnTo>
                <a:lnTo>
                  <a:pt x="114299" y="166115"/>
                </a:lnTo>
                <a:lnTo>
                  <a:pt x="109727" y="160019"/>
                </a:lnTo>
                <a:lnTo>
                  <a:pt x="104393" y="152399"/>
                </a:lnTo>
                <a:lnTo>
                  <a:pt x="98297" y="143255"/>
                </a:lnTo>
                <a:lnTo>
                  <a:pt x="90677" y="131825"/>
                </a:lnTo>
                <a:lnTo>
                  <a:pt x="82295" y="119633"/>
                </a:lnTo>
                <a:lnTo>
                  <a:pt x="73151" y="105917"/>
                </a:lnTo>
                <a:lnTo>
                  <a:pt x="70865" y="102869"/>
                </a:lnTo>
              </a:path>
              <a:path w="117475" h="170814">
                <a:moveTo>
                  <a:pt x="46481" y="67817"/>
                </a:moveTo>
                <a:lnTo>
                  <a:pt x="44195" y="64007"/>
                </a:lnTo>
                <a:lnTo>
                  <a:pt x="35051" y="51053"/>
                </a:lnTo>
                <a:lnTo>
                  <a:pt x="26669" y="38861"/>
                </a:lnTo>
                <a:lnTo>
                  <a:pt x="19049" y="27431"/>
                </a:lnTo>
                <a:lnTo>
                  <a:pt x="12191" y="18287"/>
                </a:lnTo>
                <a:lnTo>
                  <a:pt x="6857" y="9905"/>
                </a:lnTo>
                <a:lnTo>
                  <a:pt x="3047" y="4571"/>
                </a:lnTo>
                <a:lnTo>
                  <a:pt x="761" y="152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36291" y="4287011"/>
            <a:ext cx="117475" cy="170815"/>
          </a:xfrm>
          <a:custGeom>
            <a:avLst/>
            <a:gdLst/>
            <a:ahLst/>
            <a:cxnLst/>
            <a:rect l="l" t="t" r="r" b="b"/>
            <a:pathLst>
              <a:path w="117475" h="170814">
                <a:moveTo>
                  <a:pt x="117347" y="170687"/>
                </a:moveTo>
                <a:lnTo>
                  <a:pt x="98297" y="143255"/>
                </a:lnTo>
                <a:lnTo>
                  <a:pt x="90677" y="132587"/>
                </a:lnTo>
                <a:lnTo>
                  <a:pt x="82295" y="119633"/>
                </a:lnTo>
                <a:lnTo>
                  <a:pt x="73151" y="106679"/>
                </a:lnTo>
                <a:lnTo>
                  <a:pt x="70865" y="103631"/>
                </a:lnTo>
              </a:path>
              <a:path w="117475" h="170814">
                <a:moveTo>
                  <a:pt x="46481" y="67817"/>
                </a:moveTo>
                <a:lnTo>
                  <a:pt x="44195" y="64769"/>
                </a:lnTo>
                <a:lnTo>
                  <a:pt x="35051" y="51053"/>
                </a:lnTo>
                <a:lnTo>
                  <a:pt x="26669" y="38861"/>
                </a:lnTo>
                <a:lnTo>
                  <a:pt x="19049" y="28193"/>
                </a:lnTo>
                <a:lnTo>
                  <a:pt x="12191" y="18287"/>
                </a:lnTo>
                <a:lnTo>
                  <a:pt x="6857" y="10667"/>
                </a:lnTo>
                <a:lnTo>
                  <a:pt x="3047" y="5333"/>
                </a:lnTo>
                <a:lnTo>
                  <a:pt x="761" y="152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43555" y="4588764"/>
            <a:ext cx="116839" cy="170815"/>
          </a:xfrm>
          <a:custGeom>
            <a:avLst/>
            <a:gdLst/>
            <a:ahLst/>
            <a:cxnLst/>
            <a:rect l="l" t="t" r="r" b="b"/>
            <a:pathLst>
              <a:path w="116839" h="170814">
                <a:moveTo>
                  <a:pt x="116585" y="170687"/>
                </a:moveTo>
                <a:lnTo>
                  <a:pt x="115823" y="169925"/>
                </a:lnTo>
                <a:lnTo>
                  <a:pt x="113537" y="166115"/>
                </a:lnTo>
                <a:lnTo>
                  <a:pt x="109727" y="160781"/>
                </a:lnTo>
                <a:lnTo>
                  <a:pt x="104393" y="153161"/>
                </a:lnTo>
                <a:lnTo>
                  <a:pt x="97535" y="143255"/>
                </a:lnTo>
                <a:lnTo>
                  <a:pt x="89915" y="132587"/>
                </a:lnTo>
                <a:lnTo>
                  <a:pt x="81533" y="119633"/>
                </a:lnTo>
                <a:lnTo>
                  <a:pt x="72389" y="106679"/>
                </a:lnTo>
                <a:lnTo>
                  <a:pt x="70103" y="103631"/>
                </a:lnTo>
              </a:path>
              <a:path w="116839" h="170814">
                <a:moveTo>
                  <a:pt x="46481" y="67817"/>
                </a:moveTo>
                <a:lnTo>
                  <a:pt x="44195" y="64769"/>
                </a:lnTo>
                <a:lnTo>
                  <a:pt x="35051" y="51053"/>
                </a:lnTo>
                <a:lnTo>
                  <a:pt x="25907" y="38861"/>
                </a:lnTo>
                <a:lnTo>
                  <a:pt x="18287" y="28193"/>
                </a:lnTo>
                <a:lnTo>
                  <a:pt x="12191" y="18287"/>
                </a:lnTo>
                <a:lnTo>
                  <a:pt x="6857" y="10667"/>
                </a:lnTo>
                <a:lnTo>
                  <a:pt x="3047" y="5333"/>
                </a:lnTo>
                <a:lnTo>
                  <a:pt x="761" y="152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201417" y="3928872"/>
            <a:ext cx="1390650" cy="1847850"/>
            <a:chOff x="2201417" y="3928872"/>
            <a:chExt cx="1390650" cy="1847850"/>
          </a:xfrm>
        </p:grpSpPr>
        <p:sp>
          <p:nvSpPr>
            <p:cNvPr id="6" name="object 6"/>
            <p:cNvSpPr/>
            <p:nvPr/>
          </p:nvSpPr>
          <p:spPr>
            <a:xfrm>
              <a:off x="3060953" y="5343144"/>
              <a:ext cx="116839" cy="170815"/>
            </a:xfrm>
            <a:custGeom>
              <a:avLst/>
              <a:gdLst/>
              <a:ahLst/>
              <a:cxnLst/>
              <a:rect l="l" t="t" r="r" b="b"/>
              <a:pathLst>
                <a:path w="116839" h="170814">
                  <a:moveTo>
                    <a:pt x="116585" y="170687"/>
                  </a:moveTo>
                  <a:lnTo>
                    <a:pt x="115823" y="169925"/>
                  </a:lnTo>
                  <a:lnTo>
                    <a:pt x="113537" y="166115"/>
                  </a:lnTo>
                  <a:lnTo>
                    <a:pt x="109727" y="160781"/>
                  </a:lnTo>
                  <a:lnTo>
                    <a:pt x="104393" y="153161"/>
                  </a:lnTo>
                  <a:lnTo>
                    <a:pt x="97535" y="143255"/>
                  </a:lnTo>
                  <a:lnTo>
                    <a:pt x="89915" y="132587"/>
                  </a:lnTo>
                  <a:lnTo>
                    <a:pt x="81533" y="119633"/>
                  </a:lnTo>
                  <a:lnTo>
                    <a:pt x="72389" y="106679"/>
                  </a:lnTo>
                  <a:lnTo>
                    <a:pt x="70103" y="103631"/>
                  </a:lnTo>
                </a:path>
                <a:path w="116839" h="170814">
                  <a:moveTo>
                    <a:pt x="45719" y="67817"/>
                  </a:moveTo>
                  <a:lnTo>
                    <a:pt x="44195" y="64769"/>
                  </a:lnTo>
                  <a:lnTo>
                    <a:pt x="35051" y="51053"/>
                  </a:lnTo>
                  <a:lnTo>
                    <a:pt x="25907" y="38861"/>
                  </a:lnTo>
                  <a:lnTo>
                    <a:pt x="18287" y="28193"/>
                  </a:lnTo>
                  <a:lnTo>
                    <a:pt x="12191" y="18287"/>
                  </a:lnTo>
                  <a:lnTo>
                    <a:pt x="6857" y="10667"/>
                  </a:lnTo>
                  <a:lnTo>
                    <a:pt x="3047" y="5333"/>
                  </a:lnTo>
                  <a:lnTo>
                    <a:pt x="761" y="1523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84881" y="3938016"/>
              <a:ext cx="1098550" cy="1830070"/>
            </a:xfrm>
            <a:custGeom>
              <a:avLst/>
              <a:gdLst/>
              <a:ahLst/>
              <a:cxnLst/>
              <a:rect l="l" t="t" r="r" b="b"/>
              <a:pathLst>
                <a:path w="1098550" h="1830070">
                  <a:moveTo>
                    <a:pt x="1098041" y="1829561"/>
                  </a:moveTo>
                  <a:lnTo>
                    <a:pt x="1098041" y="1600961"/>
                  </a:lnTo>
                  <a:lnTo>
                    <a:pt x="0" y="0"/>
                  </a:lnTo>
                </a:path>
                <a:path w="1098550" h="1830070">
                  <a:moveTo>
                    <a:pt x="208025" y="995171"/>
                  </a:moveTo>
                  <a:lnTo>
                    <a:pt x="823721" y="182956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5738" y="4874518"/>
              <a:ext cx="226907" cy="1329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10561" y="3938016"/>
              <a:ext cx="1372870" cy="1830070"/>
            </a:xfrm>
            <a:custGeom>
              <a:avLst/>
              <a:gdLst/>
              <a:ahLst/>
              <a:cxnLst/>
              <a:rect l="l" t="t" r="r" b="b"/>
              <a:pathLst>
                <a:path w="1372870" h="1830070">
                  <a:moveTo>
                    <a:pt x="274319" y="1829561"/>
                  </a:moveTo>
                  <a:lnTo>
                    <a:pt x="274319" y="1060703"/>
                  </a:lnTo>
                </a:path>
                <a:path w="1372870" h="1830070">
                  <a:moveTo>
                    <a:pt x="1098041" y="1829561"/>
                  </a:moveTo>
                  <a:lnTo>
                    <a:pt x="1372361" y="1829561"/>
                  </a:lnTo>
                </a:path>
                <a:path w="1372870" h="1830070">
                  <a:moveTo>
                    <a:pt x="0" y="1829561"/>
                  </a:moveTo>
                  <a:lnTo>
                    <a:pt x="274319" y="1829561"/>
                  </a:lnTo>
                </a:path>
                <a:path w="1372870" h="1830070">
                  <a:moveTo>
                    <a:pt x="274319" y="0"/>
                  </a:moveTo>
                  <a:lnTo>
                    <a:pt x="0" y="0"/>
                  </a:lnTo>
                  <a:lnTo>
                    <a:pt x="0" y="182956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10561" y="4000500"/>
              <a:ext cx="1231900" cy="1704975"/>
            </a:xfrm>
            <a:custGeom>
              <a:avLst/>
              <a:gdLst/>
              <a:ahLst/>
              <a:cxnLst/>
              <a:rect l="l" t="t" r="r" b="b"/>
              <a:pathLst>
                <a:path w="1231900" h="1704975">
                  <a:moveTo>
                    <a:pt x="0" y="1568195"/>
                  </a:moveTo>
                  <a:lnTo>
                    <a:pt x="51815" y="1568195"/>
                  </a:lnTo>
                </a:path>
                <a:path w="1231900" h="1704975">
                  <a:moveTo>
                    <a:pt x="94487" y="1568195"/>
                  </a:moveTo>
                  <a:lnTo>
                    <a:pt x="179831" y="1568195"/>
                  </a:lnTo>
                </a:path>
                <a:path w="1231900" h="1704975">
                  <a:moveTo>
                    <a:pt x="223265" y="1568195"/>
                  </a:moveTo>
                  <a:lnTo>
                    <a:pt x="274319" y="1568195"/>
                  </a:lnTo>
                </a:path>
                <a:path w="1231900" h="1704975">
                  <a:moveTo>
                    <a:pt x="0" y="1691639"/>
                  </a:moveTo>
                  <a:lnTo>
                    <a:pt x="51815" y="1691639"/>
                  </a:lnTo>
                </a:path>
                <a:path w="1231900" h="1704975">
                  <a:moveTo>
                    <a:pt x="94487" y="1691639"/>
                  </a:moveTo>
                  <a:lnTo>
                    <a:pt x="179831" y="1691639"/>
                  </a:lnTo>
                </a:path>
                <a:path w="1231900" h="1704975">
                  <a:moveTo>
                    <a:pt x="223265" y="1691639"/>
                  </a:moveTo>
                  <a:lnTo>
                    <a:pt x="274319" y="1691639"/>
                  </a:lnTo>
                </a:path>
                <a:path w="1231900" h="1704975">
                  <a:moveTo>
                    <a:pt x="274319" y="12953"/>
                  </a:moveTo>
                  <a:lnTo>
                    <a:pt x="311657" y="74675"/>
                  </a:lnTo>
                  <a:lnTo>
                    <a:pt x="274319" y="136397"/>
                  </a:lnTo>
                </a:path>
                <a:path w="1231900" h="1704975">
                  <a:moveTo>
                    <a:pt x="0" y="12953"/>
                  </a:moveTo>
                  <a:lnTo>
                    <a:pt x="51815" y="12953"/>
                  </a:lnTo>
                </a:path>
                <a:path w="1231900" h="1704975">
                  <a:moveTo>
                    <a:pt x="94487" y="12953"/>
                  </a:moveTo>
                  <a:lnTo>
                    <a:pt x="179831" y="12953"/>
                  </a:lnTo>
                </a:path>
                <a:path w="1231900" h="1704975">
                  <a:moveTo>
                    <a:pt x="223265" y="12953"/>
                  </a:moveTo>
                  <a:lnTo>
                    <a:pt x="274319" y="12953"/>
                  </a:lnTo>
                </a:path>
                <a:path w="1231900" h="1704975">
                  <a:moveTo>
                    <a:pt x="0" y="136397"/>
                  </a:moveTo>
                  <a:lnTo>
                    <a:pt x="51815" y="136397"/>
                  </a:lnTo>
                </a:path>
                <a:path w="1231900" h="1704975">
                  <a:moveTo>
                    <a:pt x="94487" y="136397"/>
                  </a:moveTo>
                  <a:lnTo>
                    <a:pt x="179831" y="136397"/>
                  </a:lnTo>
                </a:path>
                <a:path w="1231900" h="1704975">
                  <a:moveTo>
                    <a:pt x="223265" y="136397"/>
                  </a:moveTo>
                  <a:lnTo>
                    <a:pt x="274319" y="136397"/>
                  </a:lnTo>
                </a:path>
                <a:path w="1231900" h="1704975">
                  <a:moveTo>
                    <a:pt x="946403" y="917447"/>
                  </a:moveTo>
                  <a:lnTo>
                    <a:pt x="885443" y="959357"/>
                  </a:lnTo>
                </a:path>
                <a:path w="1231900" h="1704975">
                  <a:moveTo>
                    <a:pt x="849629" y="983741"/>
                  </a:moveTo>
                  <a:lnTo>
                    <a:pt x="779525" y="1032509"/>
                  </a:lnTo>
                </a:path>
                <a:path w="1231900" h="1704975">
                  <a:moveTo>
                    <a:pt x="743711" y="1056893"/>
                  </a:moveTo>
                  <a:lnTo>
                    <a:pt x="682751" y="1098803"/>
                  </a:lnTo>
                </a:path>
                <a:path w="1231900" h="1704975">
                  <a:moveTo>
                    <a:pt x="829817" y="746759"/>
                  </a:moveTo>
                  <a:lnTo>
                    <a:pt x="768095" y="789431"/>
                  </a:lnTo>
                </a:path>
                <a:path w="1231900" h="1704975">
                  <a:moveTo>
                    <a:pt x="733043" y="813053"/>
                  </a:moveTo>
                  <a:lnTo>
                    <a:pt x="662177" y="861821"/>
                  </a:lnTo>
                </a:path>
                <a:path w="1231900" h="1704975">
                  <a:moveTo>
                    <a:pt x="627125" y="886205"/>
                  </a:moveTo>
                  <a:lnTo>
                    <a:pt x="565403" y="928115"/>
                  </a:lnTo>
                </a:path>
                <a:path w="1231900" h="1704975">
                  <a:moveTo>
                    <a:pt x="506729" y="276605"/>
                  </a:moveTo>
                  <a:lnTo>
                    <a:pt x="445769" y="318515"/>
                  </a:lnTo>
                </a:path>
                <a:path w="1231900" h="1704975">
                  <a:moveTo>
                    <a:pt x="409955" y="342899"/>
                  </a:moveTo>
                  <a:lnTo>
                    <a:pt x="339089" y="390905"/>
                  </a:lnTo>
                </a:path>
                <a:path w="1231900" h="1704975">
                  <a:moveTo>
                    <a:pt x="304037" y="415289"/>
                  </a:moveTo>
                  <a:lnTo>
                    <a:pt x="243077" y="457199"/>
                  </a:lnTo>
                </a:path>
                <a:path w="1231900" h="1704975">
                  <a:moveTo>
                    <a:pt x="390143" y="105917"/>
                  </a:moveTo>
                  <a:lnTo>
                    <a:pt x="328421" y="147827"/>
                  </a:lnTo>
                </a:path>
                <a:path w="1231900" h="1704975">
                  <a:moveTo>
                    <a:pt x="293369" y="172211"/>
                  </a:moveTo>
                  <a:lnTo>
                    <a:pt x="222503" y="220217"/>
                  </a:lnTo>
                </a:path>
                <a:path w="1231900" h="1704975">
                  <a:moveTo>
                    <a:pt x="187451" y="244601"/>
                  </a:moveTo>
                  <a:lnTo>
                    <a:pt x="125729" y="286511"/>
                  </a:lnTo>
                </a:path>
                <a:path w="1231900" h="1704975">
                  <a:moveTo>
                    <a:pt x="713993" y="578357"/>
                  </a:moveTo>
                  <a:lnTo>
                    <a:pt x="652271" y="620267"/>
                  </a:lnTo>
                </a:path>
                <a:path w="1231900" h="1704975">
                  <a:moveTo>
                    <a:pt x="617219" y="644651"/>
                  </a:moveTo>
                  <a:lnTo>
                    <a:pt x="546353" y="692657"/>
                  </a:lnTo>
                </a:path>
                <a:path w="1231900" h="1704975">
                  <a:moveTo>
                    <a:pt x="511301" y="717041"/>
                  </a:moveTo>
                  <a:lnTo>
                    <a:pt x="449579" y="758951"/>
                  </a:lnTo>
                </a:path>
                <a:path w="1231900" h="1704975">
                  <a:moveTo>
                    <a:pt x="596645" y="407669"/>
                  </a:moveTo>
                  <a:lnTo>
                    <a:pt x="535685" y="449579"/>
                  </a:lnTo>
                </a:path>
                <a:path w="1231900" h="1704975">
                  <a:moveTo>
                    <a:pt x="499871" y="473963"/>
                  </a:moveTo>
                  <a:lnTo>
                    <a:pt x="429767" y="521969"/>
                  </a:lnTo>
                </a:path>
                <a:path w="1231900" h="1704975">
                  <a:moveTo>
                    <a:pt x="393953" y="546353"/>
                  </a:moveTo>
                  <a:lnTo>
                    <a:pt x="332993" y="588263"/>
                  </a:lnTo>
                </a:path>
                <a:path w="1231900" h="1704975">
                  <a:moveTo>
                    <a:pt x="1231391" y="1332737"/>
                  </a:moveTo>
                  <a:lnTo>
                    <a:pt x="1169669" y="1374647"/>
                  </a:lnTo>
                </a:path>
                <a:path w="1231900" h="1704975">
                  <a:moveTo>
                    <a:pt x="1134617" y="1399031"/>
                  </a:moveTo>
                  <a:lnTo>
                    <a:pt x="1063751" y="1447037"/>
                  </a:lnTo>
                </a:path>
                <a:path w="1231900" h="1704975">
                  <a:moveTo>
                    <a:pt x="1028699" y="1471421"/>
                  </a:moveTo>
                  <a:lnTo>
                    <a:pt x="966977" y="1513331"/>
                  </a:lnTo>
                </a:path>
                <a:path w="1231900" h="1704975">
                  <a:moveTo>
                    <a:pt x="1114043" y="1162049"/>
                  </a:moveTo>
                  <a:lnTo>
                    <a:pt x="1053083" y="1203959"/>
                  </a:lnTo>
                </a:path>
                <a:path w="1231900" h="1704975">
                  <a:moveTo>
                    <a:pt x="1017269" y="1228343"/>
                  </a:moveTo>
                  <a:lnTo>
                    <a:pt x="946403" y="1277111"/>
                  </a:lnTo>
                </a:path>
                <a:path w="1231900" h="1704975">
                  <a:moveTo>
                    <a:pt x="911351" y="1300733"/>
                  </a:moveTo>
                  <a:lnTo>
                    <a:pt x="850391" y="1342643"/>
                  </a:lnTo>
                </a:path>
                <a:path w="1231900" h="1704975">
                  <a:moveTo>
                    <a:pt x="274319" y="1554479"/>
                  </a:moveTo>
                  <a:lnTo>
                    <a:pt x="223265" y="1554479"/>
                  </a:lnTo>
                </a:path>
                <a:path w="1231900" h="1704975">
                  <a:moveTo>
                    <a:pt x="179831" y="1554479"/>
                  </a:moveTo>
                  <a:lnTo>
                    <a:pt x="94487" y="1554479"/>
                  </a:lnTo>
                </a:path>
                <a:path w="1231900" h="1704975">
                  <a:moveTo>
                    <a:pt x="51815" y="1554479"/>
                  </a:moveTo>
                  <a:lnTo>
                    <a:pt x="0" y="1554479"/>
                  </a:lnTo>
                </a:path>
                <a:path w="1231900" h="1704975">
                  <a:moveTo>
                    <a:pt x="0" y="1704593"/>
                  </a:moveTo>
                  <a:lnTo>
                    <a:pt x="51815" y="1704593"/>
                  </a:lnTo>
                </a:path>
                <a:path w="1231900" h="1704975">
                  <a:moveTo>
                    <a:pt x="94487" y="1704593"/>
                  </a:moveTo>
                  <a:lnTo>
                    <a:pt x="179831" y="1704593"/>
                  </a:lnTo>
                </a:path>
                <a:path w="1231900" h="1704975">
                  <a:moveTo>
                    <a:pt x="223265" y="1704593"/>
                  </a:moveTo>
                  <a:lnTo>
                    <a:pt x="274319" y="1704593"/>
                  </a:lnTo>
                </a:path>
                <a:path w="1231900" h="1704975">
                  <a:moveTo>
                    <a:pt x="274319" y="0"/>
                  </a:moveTo>
                  <a:lnTo>
                    <a:pt x="223265" y="0"/>
                  </a:lnTo>
                </a:path>
                <a:path w="1231900" h="1704975">
                  <a:moveTo>
                    <a:pt x="179831" y="0"/>
                  </a:moveTo>
                  <a:lnTo>
                    <a:pt x="94487" y="0"/>
                  </a:lnTo>
                </a:path>
                <a:path w="1231900" h="1704975">
                  <a:moveTo>
                    <a:pt x="51815" y="0"/>
                  </a:moveTo>
                  <a:lnTo>
                    <a:pt x="0" y="0"/>
                  </a:lnTo>
                </a:path>
                <a:path w="1231900" h="1704975">
                  <a:moveTo>
                    <a:pt x="0" y="150113"/>
                  </a:moveTo>
                  <a:lnTo>
                    <a:pt x="51815" y="150113"/>
                  </a:lnTo>
                </a:path>
                <a:path w="1231900" h="1704975">
                  <a:moveTo>
                    <a:pt x="94487" y="150113"/>
                  </a:moveTo>
                  <a:lnTo>
                    <a:pt x="179831" y="150113"/>
                  </a:lnTo>
                </a:path>
                <a:path w="1231900" h="1704975">
                  <a:moveTo>
                    <a:pt x="223265" y="150113"/>
                  </a:moveTo>
                  <a:lnTo>
                    <a:pt x="274319" y="150113"/>
                  </a:lnTo>
                </a:path>
                <a:path w="1231900" h="1704975">
                  <a:moveTo>
                    <a:pt x="274319" y="0"/>
                  </a:moveTo>
                  <a:lnTo>
                    <a:pt x="274319" y="0"/>
                  </a:lnTo>
                  <a:lnTo>
                    <a:pt x="274319" y="41147"/>
                  </a:lnTo>
                  <a:lnTo>
                    <a:pt x="274319" y="53339"/>
                  </a:lnTo>
                </a:path>
                <a:path w="1231900" h="1704975">
                  <a:moveTo>
                    <a:pt x="274319" y="96011"/>
                  </a:moveTo>
                  <a:lnTo>
                    <a:pt x="274319" y="96011"/>
                  </a:lnTo>
                  <a:lnTo>
                    <a:pt x="274319" y="148589"/>
                  </a:lnTo>
                  <a:lnTo>
                    <a:pt x="274319" y="15011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236969" y="990600"/>
            <a:ext cx="1312545" cy="2258695"/>
            <a:chOff x="6236969" y="990600"/>
            <a:chExt cx="1312545" cy="225869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5351" y="998220"/>
              <a:ext cx="1296161" cy="224256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49846" y="2522301"/>
              <a:ext cx="105004" cy="13013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4276" y="2068142"/>
              <a:ext cx="184636" cy="22311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3380" y="1364816"/>
              <a:ext cx="184636" cy="2231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89684" y="1695524"/>
              <a:ext cx="184636" cy="2231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55444" y="2523056"/>
              <a:ext cx="184636" cy="22311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440423" y="999744"/>
              <a:ext cx="1099820" cy="2240280"/>
            </a:xfrm>
            <a:custGeom>
              <a:avLst/>
              <a:gdLst/>
              <a:ahLst/>
              <a:cxnLst/>
              <a:rect l="l" t="t" r="r" b="b"/>
              <a:pathLst>
                <a:path w="1099820" h="2240280">
                  <a:moveTo>
                    <a:pt x="323087" y="112013"/>
                  </a:moveTo>
                  <a:lnTo>
                    <a:pt x="1099565" y="1866899"/>
                  </a:lnTo>
                  <a:lnTo>
                    <a:pt x="775715" y="2053589"/>
                  </a:lnTo>
                  <a:lnTo>
                    <a:pt x="0" y="297941"/>
                  </a:lnTo>
                  <a:lnTo>
                    <a:pt x="323087" y="112013"/>
                  </a:lnTo>
                </a:path>
                <a:path w="1099820" h="2240280">
                  <a:moveTo>
                    <a:pt x="1099565" y="1866899"/>
                  </a:moveTo>
                  <a:lnTo>
                    <a:pt x="1099565" y="2054351"/>
                  </a:lnTo>
                </a:path>
                <a:path w="1099820" h="2240280">
                  <a:moveTo>
                    <a:pt x="323087" y="1574291"/>
                  </a:moveTo>
                  <a:lnTo>
                    <a:pt x="323087" y="1607057"/>
                  </a:lnTo>
                </a:path>
                <a:path w="1099820" h="2240280">
                  <a:moveTo>
                    <a:pt x="129539" y="0"/>
                  </a:moveTo>
                  <a:lnTo>
                    <a:pt x="323087" y="112013"/>
                  </a:lnTo>
                </a:path>
                <a:path w="1099820" h="2240280">
                  <a:moveTo>
                    <a:pt x="1099565" y="2054351"/>
                  </a:moveTo>
                  <a:lnTo>
                    <a:pt x="775715" y="2240279"/>
                  </a:lnTo>
                  <a:lnTo>
                    <a:pt x="775715" y="2053589"/>
                  </a:lnTo>
                </a:path>
                <a:path w="1099820" h="2240280">
                  <a:moveTo>
                    <a:pt x="147065" y="1196339"/>
                  </a:moveTo>
                  <a:lnTo>
                    <a:pt x="582167" y="212826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1574" y="2098427"/>
              <a:ext cx="165243" cy="10631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246113" y="999744"/>
              <a:ext cx="970280" cy="2240280"/>
            </a:xfrm>
            <a:custGeom>
              <a:avLst/>
              <a:gdLst/>
              <a:ahLst/>
              <a:cxnLst/>
              <a:rect l="l" t="t" r="r" b="b"/>
              <a:pathLst>
                <a:path w="970279" h="2240280">
                  <a:moveTo>
                    <a:pt x="517397" y="1607057"/>
                  </a:moveTo>
                  <a:lnTo>
                    <a:pt x="194309" y="1792985"/>
                  </a:lnTo>
                  <a:lnTo>
                    <a:pt x="194309" y="1165097"/>
                  </a:lnTo>
                </a:path>
                <a:path w="970279" h="2240280">
                  <a:moveTo>
                    <a:pt x="776477" y="2128265"/>
                  </a:moveTo>
                  <a:lnTo>
                    <a:pt x="970025" y="2240279"/>
                  </a:lnTo>
                </a:path>
                <a:path w="970279" h="2240280">
                  <a:moveTo>
                    <a:pt x="0" y="1681733"/>
                  </a:moveTo>
                  <a:lnTo>
                    <a:pt x="194309" y="1792985"/>
                  </a:lnTo>
                </a:path>
                <a:path w="970279" h="2240280">
                  <a:moveTo>
                    <a:pt x="194309" y="297941"/>
                  </a:moveTo>
                  <a:lnTo>
                    <a:pt x="0" y="185927"/>
                  </a:lnTo>
                  <a:lnTo>
                    <a:pt x="0" y="1681733"/>
                  </a:lnTo>
                </a:path>
                <a:path w="970279" h="2240280">
                  <a:moveTo>
                    <a:pt x="0" y="185927"/>
                  </a:moveTo>
                  <a:lnTo>
                    <a:pt x="32384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4367021" y="4245864"/>
            <a:ext cx="115570" cy="106680"/>
          </a:xfrm>
          <a:custGeom>
            <a:avLst/>
            <a:gdLst/>
            <a:ahLst/>
            <a:cxnLst/>
            <a:rect l="l" t="t" r="r" b="b"/>
            <a:pathLst>
              <a:path w="115570" h="106679">
                <a:moveTo>
                  <a:pt x="108965" y="19049"/>
                </a:moveTo>
                <a:lnTo>
                  <a:pt x="102869" y="12191"/>
                </a:lnTo>
                <a:lnTo>
                  <a:pt x="95249" y="6095"/>
                </a:lnTo>
                <a:lnTo>
                  <a:pt x="86105" y="2285"/>
                </a:lnTo>
                <a:lnTo>
                  <a:pt x="75437" y="0"/>
                </a:lnTo>
                <a:lnTo>
                  <a:pt x="64769" y="0"/>
                </a:lnTo>
                <a:lnTo>
                  <a:pt x="53339" y="1523"/>
                </a:lnTo>
                <a:lnTo>
                  <a:pt x="42671" y="5333"/>
                </a:lnTo>
                <a:lnTo>
                  <a:pt x="38099" y="7619"/>
                </a:lnTo>
              </a:path>
              <a:path w="115570" h="106679">
                <a:moveTo>
                  <a:pt x="9905" y="33527"/>
                </a:moveTo>
                <a:lnTo>
                  <a:pt x="8381" y="35051"/>
                </a:lnTo>
                <a:lnTo>
                  <a:pt x="3809" y="44957"/>
                </a:lnTo>
                <a:lnTo>
                  <a:pt x="761" y="55625"/>
                </a:lnTo>
                <a:lnTo>
                  <a:pt x="0" y="65531"/>
                </a:lnTo>
                <a:lnTo>
                  <a:pt x="1523" y="75437"/>
                </a:lnTo>
                <a:lnTo>
                  <a:pt x="5333" y="84581"/>
                </a:lnTo>
                <a:lnTo>
                  <a:pt x="10667" y="92201"/>
                </a:lnTo>
                <a:lnTo>
                  <a:pt x="18287" y="99059"/>
                </a:lnTo>
                <a:lnTo>
                  <a:pt x="22859" y="102107"/>
                </a:lnTo>
              </a:path>
              <a:path w="115570" h="106679">
                <a:moveTo>
                  <a:pt x="60959" y="106679"/>
                </a:moveTo>
                <a:lnTo>
                  <a:pt x="98297" y="86105"/>
                </a:lnTo>
                <a:lnTo>
                  <a:pt x="115061" y="57911"/>
                </a:lnTo>
                <a:lnTo>
                  <a:pt x="115061" y="5638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79391" y="4117848"/>
            <a:ext cx="115570" cy="106680"/>
          </a:xfrm>
          <a:custGeom>
            <a:avLst/>
            <a:gdLst/>
            <a:ahLst/>
            <a:cxnLst/>
            <a:rect l="l" t="t" r="r" b="b"/>
            <a:pathLst>
              <a:path w="115570" h="106679">
                <a:moveTo>
                  <a:pt x="108965" y="19049"/>
                </a:moveTo>
                <a:lnTo>
                  <a:pt x="102869" y="12191"/>
                </a:lnTo>
                <a:lnTo>
                  <a:pt x="95249" y="6095"/>
                </a:lnTo>
                <a:lnTo>
                  <a:pt x="85343" y="2285"/>
                </a:lnTo>
                <a:lnTo>
                  <a:pt x="75437" y="0"/>
                </a:lnTo>
                <a:lnTo>
                  <a:pt x="64769" y="0"/>
                </a:lnTo>
                <a:lnTo>
                  <a:pt x="53339" y="1523"/>
                </a:lnTo>
                <a:lnTo>
                  <a:pt x="42671" y="5333"/>
                </a:lnTo>
                <a:lnTo>
                  <a:pt x="38099" y="7619"/>
                </a:lnTo>
              </a:path>
              <a:path w="115570" h="106679">
                <a:moveTo>
                  <a:pt x="9143" y="33527"/>
                </a:moveTo>
                <a:lnTo>
                  <a:pt x="8381" y="35051"/>
                </a:lnTo>
                <a:lnTo>
                  <a:pt x="3809" y="44957"/>
                </a:lnTo>
                <a:lnTo>
                  <a:pt x="761" y="55625"/>
                </a:lnTo>
                <a:lnTo>
                  <a:pt x="0" y="65531"/>
                </a:lnTo>
                <a:lnTo>
                  <a:pt x="1523" y="75437"/>
                </a:lnTo>
                <a:lnTo>
                  <a:pt x="5333" y="84581"/>
                </a:lnTo>
                <a:lnTo>
                  <a:pt x="10667" y="92963"/>
                </a:lnTo>
                <a:lnTo>
                  <a:pt x="17525" y="99059"/>
                </a:lnTo>
                <a:lnTo>
                  <a:pt x="22859" y="102107"/>
                </a:lnTo>
              </a:path>
              <a:path w="115570" h="106679">
                <a:moveTo>
                  <a:pt x="60197" y="106679"/>
                </a:moveTo>
                <a:lnTo>
                  <a:pt x="98297" y="86105"/>
                </a:lnTo>
                <a:lnTo>
                  <a:pt x="115061" y="57911"/>
                </a:lnTo>
                <a:lnTo>
                  <a:pt x="115061" y="5638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42359" y="3188208"/>
            <a:ext cx="115570" cy="107950"/>
          </a:xfrm>
          <a:custGeom>
            <a:avLst/>
            <a:gdLst/>
            <a:ahLst/>
            <a:cxnLst/>
            <a:rect l="l" t="t" r="r" b="b"/>
            <a:pathLst>
              <a:path w="115570" h="107950">
                <a:moveTo>
                  <a:pt x="108965" y="19049"/>
                </a:moveTo>
                <a:lnTo>
                  <a:pt x="102107" y="12191"/>
                </a:lnTo>
                <a:lnTo>
                  <a:pt x="94487" y="6095"/>
                </a:lnTo>
                <a:lnTo>
                  <a:pt x="85343" y="2285"/>
                </a:lnTo>
                <a:lnTo>
                  <a:pt x="74675" y="0"/>
                </a:lnTo>
                <a:lnTo>
                  <a:pt x="64007" y="0"/>
                </a:lnTo>
                <a:lnTo>
                  <a:pt x="52577" y="1523"/>
                </a:lnTo>
                <a:lnTo>
                  <a:pt x="41909" y="5333"/>
                </a:lnTo>
                <a:lnTo>
                  <a:pt x="37337" y="7619"/>
                </a:lnTo>
              </a:path>
              <a:path w="115570" h="107950">
                <a:moveTo>
                  <a:pt x="9143" y="33527"/>
                </a:moveTo>
                <a:lnTo>
                  <a:pt x="7619" y="35051"/>
                </a:lnTo>
                <a:lnTo>
                  <a:pt x="3047" y="44957"/>
                </a:lnTo>
                <a:lnTo>
                  <a:pt x="0" y="55625"/>
                </a:lnTo>
                <a:lnTo>
                  <a:pt x="0" y="65531"/>
                </a:lnTo>
                <a:lnTo>
                  <a:pt x="1523" y="75437"/>
                </a:lnTo>
                <a:lnTo>
                  <a:pt x="4571" y="84581"/>
                </a:lnTo>
                <a:lnTo>
                  <a:pt x="9905" y="92963"/>
                </a:lnTo>
                <a:lnTo>
                  <a:pt x="17525" y="99059"/>
                </a:lnTo>
                <a:lnTo>
                  <a:pt x="22097" y="102107"/>
                </a:lnTo>
              </a:path>
              <a:path w="115570" h="107950">
                <a:moveTo>
                  <a:pt x="60197" y="107441"/>
                </a:moveTo>
                <a:lnTo>
                  <a:pt x="97535" y="86867"/>
                </a:lnTo>
                <a:lnTo>
                  <a:pt x="114299" y="57911"/>
                </a:lnTo>
                <a:lnTo>
                  <a:pt x="115061" y="5638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53967" y="3060192"/>
            <a:ext cx="115570" cy="107950"/>
          </a:xfrm>
          <a:custGeom>
            <a:avLst/>
            <a:gdLst/>
            <a:ahLst/>
            <a:cxnLst/>
            <a:rect l="l" t="t" r="r" b="b"/>
            <a:pathLst>
              <a:path w="115570" h="107950">
                <a:moveTo>
                  <a:pt x="108965" y="19049"/>
                </a:moveTo>
                <a:lnTo>
                  <a:pt x="102869" y="12191"/>
                </a:lnTo>
                <a:lnTo>
                  <a:pt x="95249" y="6095"/>
                </a:lnTo>
                <a:lnTo>
                  <a:pt x="86105" y="2285"/>
                </a:lnTo>
                <a:lnTo>
                  <a:pt x="75437" y="0"/>
                </a:lnTo>
                <a:lnTo>
                  <a:pt x="64769" y="0"/>
                </a:lnTo>
                <a:lnTo>
                  <a:pt x="53339" y="1523"/>
                </a:lnTo>
                <a:lnTo>
                  <a:pt x="42671" y="5333"/>
                </a:lnTo>
                <a:lnTo>
                  <a:pt x="38099" y="7619"/>
                </a:lnTo>
              </a:path>
              <a:path w="115570" h="107950">
                <a:moveTo>
                  <a:pt x="9905" y="33527"/>
                </a:moveTo>
                <a:lnTo>
                  <a:pt x="8381" y="35051"/>
                </a:lnTo>
                <a:lnTo>
                  <a:pt x="3809" y="44957"/>
                </a:lnTo>
                <a:lnTo>
                  <a:pt x="761" y="55625"/>
                </a:lnTo>
                <a:lnTo>
                  <a:pt x="0" y="65531"/>
                </a:lnTo>
                <a:lnTo>
                  <a:pt x="1523" y="75437"/>
                </a:lnTo>
                <a:lnTo>
                  <a:pt x="5333" y="84581"/>
                </a:lnTo>
                <a:lnTo>
                  <a:pt x="10667" y="92963"/>
                </a:lnTo>
                <a:lnTo>
                  <a:pt x="18287" y="99059"/>
                </a:lnTo>
                <a:lnTo>
                  <a:pt x="22859" y="102107"/>
                </a:lnTo>
              </a:path>
              <a:path w="115570" h="107950">
                <a:moveTo>
                  <a:pt x="60959" y="107441"/>
                </a:moveTo>
                <a:lnTo>
                  <a:pt x="98297" y="86867"/>
                </a:lnTo>
                <a:lnTo>
                  <a:pt x="115061" y="57911"/>
                </a:lnTo>
                <a:lnTo>
                  <a:pt x="115061" y="5638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60746" y="393367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6344" y="159888"/>
                </a:moveTo>
                <a:lnTo>
                  <a:pt x="45763" y="188446"/>
                </a:lnTo>
                <a:lnTo>
                  <a:pt x="82572" y="203001"/>
                </a:lnTo>
                <a:lnTo>
                  <a:pt x="122153" y="202691"/>
                </a:lnTo>
                <a:lnTo>
                  <a:pt x="159888" y="186656"/>
                </a:lnTo>
                <a:lnTo>
                  <a:pt x="188446" y="157237"/>
                </a:lnTo>
                <a:lnTo>
                  <a:pt x="203001" y="120429"/>
                </a:lnTo>
                <a:lnTo>
                  <a:pt x="202691" y="80848"/>
                </a:lnTo>
                <a:lnTo>
                  <a:pt x="186656" y="43113"/>
                </a:lnTo>
                <a:lnTo>
                  <a:pt x="157237" y="14555"/>
                </a:lnTo>
                <a:lnTo>
                  <a:pt x="120429" y="0"/>
                </a:lnTo>
                <a:lnTo>
                  <a:pt x="80848" y="309"/>
                </a:lnTo>
                <a:lnTo>
                  <a:pt x="43113" y="16344"/>
                </a:lnTo>
                <a:lnTo>
                  <a:pt x="14555" y="45763"/>
                </a:lnTo>
                <a:lnTo>
                  <a:pt x="0" y="82572"/>
                </a:lnTo>
                <a:lnTo>
                  <a:pt x="309" y="122153"/>
                </a:lnTo>
                <a:lnTo>
                  <a:pt x="16344" y="159888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21072" y="329206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6344" y="159888"/>
                </a:moveTo>
                <a:lnTo>
                  <a:pt x="45763" y="188446"/>
                </a:lnTo>
                <a:lnTo>
                  <a:pt x="82572" y="203001"/>
                </a:lnTo>
                <a:lnTo>
                  <a:pt x="122153" y="202691"/>
                </a:lnTo>
                <a:lnTo>
                  <a:pt x="159888" y="186656"/>
                </a:lnTo>
                <a:lnTo>
                  <a:pt x="188446" y="157237"/>
                </a:lnTo>
                <a:lnTo>
                  <a:pt x="203001" y="120429"/>
                </a:lnTo>
                <a:lnTo>
                  <a:pt x="202691" y="80848"/>
                </a:lnTo>
                <a:lnTo>
                  <a:pt x="186656" y="43113"/>
                </a:lnTo>
                <a:lnTo>
                  <a:pt x="157237" y="14555"/>
                </a:lnTo>
                <a:lnTo>
                  <a:pt x="120429" y="0"/>
                </a:lnTo>
                <a:lnTo>
                  <a:pt x="80848" y="309"/>
                </a:lnTo>
                <a:lnTo>
                  <a:pt x="43113" y="16344"/>
                </a:lnTo>
                <a:lnTo>
                  <a:pt x="14555" y="45763"/>
                </a:lnTo>
                <a:lnTo>
                  <a:pt x="0" y="82572"/>
                </a:lnTo>
                <a:lnTo>
                  <a:pt x="309" y="122153"/>
                </a:lnTo>
                <a:lnTo>
                  <a:pt x="16344" y="159888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18430" y="3584674"/>
            <a:ext cx="221289" cy="221289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3350514" y="2882646"/>
            <a:ext cx="1687830" cy="2161540"/>
            <a:chOff x="3350514" y="2882646"/>
            <a:chExt cx="1687830" cy="2161540"/>
          </a:xfrm>
        </p:grpSpPr>
        <p:sp>
          <p:nvSpPr>
            <p:cNvPr id="29" name="object 29"/>
            <p:cNvSpPr/>
            <p:nvPr/>
          </p:nvSpPr>
          <p:spPr>
            <a:xfrm>
              <a:off x="4444972" y="4348198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6344" y="159888"/>
                  </a:moveTo>
                  <a:lnTo>
                    <a:pt x="45763" y="188446"/>
                  </a:lnTo>
                  <a:lnTo>
                    <a:pt x="82572" y="203001"/>
                  </a:lnTo>
                  <a:lnTo>
                    <a:pt x="122153" y="202691"/>
                  </a:lnTo>
                  <a:lnTo>
                    <a:pt x="159888" y="186656"/>
                  </a:lnTo>
                  <a:lnTo>
                    <a:pt x="188446" y="157237"/>
                  </a:lnTo>
                  <a:lnTo>
                    <a:pt x="203001" y="120429"/>
                  </a:lnTo>
                  <a:lnTo>
                    <a:pt x="202691" y="80848"/>
                  </a:lnTo>
                  <a:lnTo>
                    <a:pt x="186656" y="43113"/>
                  </a:lnTo>
                  <a:lnTo>
                    <a:pt x="157237" y="14555"/>
                  </a:lnTo>
                  <a:lnTo>
                    <a:pt x="120429" y="0"/>
                  </a:lnTo>
                  <a:lnTo>
                    <a:pt x="80848" y="309"/>
                  </a:lnTo>
                  <a:lnTo>
                    <a:pt x="43113" y="16344"/>
                  </a:lnTo>
                  <a:lnTo>
                    <a:pt x="14555" y="45763"/>
                  </a:lnTo>
                  <a:lnTo>
                    <a:pt x="0" y="82572"/>
                  </a:lnTo>
                  <a:lnTo>
                    <a:pt x="309" y="122153"/>
                  </a:lnTo>
                  <a:lnTo>
                    <a:pt x="16344" y="159888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47288" y="2891790"/>
              <a:ext cx="1582420" cy="2143125"/>
            </a:xfrm>
            <a:custGeom>
              <a:avLst/>
              <a:gdLst/>
              <a:ahLst/>
              <a:cxnLst/>
              <a:rect l="l" t="t" r="r" b="b"/>
              <a:pathLst>
                <a:path w="1582420" h="2143125">
                  <a:moveTo>
                    <a:pt x="377189" y="128015"/>
                  </a:moveTo>
                  <a:lnTo>
                    <a:pt x="1475231" y="1728215"/>
                  </a:lnTo>
                  <a:lnTo>
                    <a:pt x="1098041" y="1987295"/>
                  </a:lnTo>
                  <a:lnTo>
                    <a:pt x="0" y="386333"/>
                  </a:lnTo>
                  <a:lnTo>
                    <a:pt x="377189" y="128015"/>
                  </a:lnTo>
                </a:path>
                <a:path w="1582420" h="2143125">
                  <a:moveTo>
                    <a:pt x="1475231" y="1728215"/>
                  </a:moveTo>
                  <a:lnTo>
                    <a:pt x="1581911" y="1884425"/>
                  </a:lnTo>
                </a:path>
                <a:path w="1582420" h="2143125">
                  <a:moveTo>
                    <a:pt x="289559" y="0"/>
                  </a:moveTo>
                  <a:lnTo>
                    <a:pt x="377189" y="128015"/>
                  </a:lnTo>
                </a:path>
                <a:path w="1582420" h="2143125">
                  <a:moveTo>
                    <a:pt x="1581911" y="1884425"/>
                  </a:moveTo>
                  <a:lnTo>
                    <a:pt x="1204721" y="2142743"/>
                  </a:lnTo>
                  <a:lnTo>
                    <a:pt x="1098041" y="1987295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78402" y="3793236"/>
              <a:ext cx="963294" cy="1113790"/>
            </a:xfrm>
            <a:custGeom>
              <a:avLst/>
              <a:gdLst/>
              <a:ahLst/>
              <a:cxnLst/>
              <a:rect l="l" t="t" r="r" b="b"/>
              <a:pathLst>
                <a:path w="963295" h="1113789">
                  <a:moveTo>
                    <a:pt x="0" y="259079"/>
                  </a:moveTo>
                  <a:lnTo>
                    <a:pt x="64769" y="214121"/>
                  </a:lnTo>
                </a:path>
                <a:path w="963295" h="1113789">
                  <a:moveTo>
                    <a:pt x="99821" y="190499"/>
                  </a:moveTo>
                  <a:lnTo>
                    <a:pt x="170687" y="141731"/>
                  </a:lnTo>
                </a:path>
                <a:path w="963295" h="1113789">
                  <a:moveTo>
                    <a:pt x="205739" y="117347"/>
                  </a:moveTo>
                  <a:lnTo>
                    <a:pt x="276605" y="69341"/>
                  </a:lnTo>
                </a:path>
                <a:path w="963295" h="1113789">
                  <a:moveTo>
                    <a:pt x="312419" y="44957"/>
                  </a:moveTo>
                  <a:lnTo>
                    <a:pt x="377189" y="0"/>
                  </a:lnTo>
                </a:path>
                <a:path w="963295" h="1113789">
                  <a:moveTo>
                    <a:pt x="585977" y="1113281"/>
                  </a:moveTo>
                  <a:lnTo>
                    <a:pt x="650747" y="1069085"/>
                  </a:lnTo>
                </a:path>
                <a:path w="963295" h="1113789">
                  <a:moveTo>
                    <a:pt x="685799" y="1044701"/>
                  </a:moveTo>
                  <a:lnTo>
                    <a:pt x="756665" y="995933"/>
                  </a:lnTo>
                </a:path>
                <a:path w="963295" h="1113789">
                  <a:moveTo>
                    <a:pt x="791717" y="971549"/>
                  </a:moveTo>
                  <a:lnTo>
                    <a:pt x="862583" y="923543"/>
                  </a:lnTo>
                </a:path>
                <a:path w="963295" h="1113789">
                  <a:moveTo>
                    <a:pt x="898397" y="899159"/>
                  </a:moveTo>
                  <a:lnTo>
                    <a:pt x="963167" y="854963"/>
                  </a:lnTo>
                </a:path>
                <a:path w="963295" h="1113789">
                  <a:moveTo>
                    <a:pt x="699515" y="470915"/>
                  </a:moveTo>
                  <a:lnTo>
                    <a:pt x="634745" y="515111"/>
                  </a:lnTo>
                </a:path>
                <a:path w="963295" h="1113789">
                  <a:moveTo>
                    <a:pt x="599693" y="539495"/>
                  </a:moveTo>
                  <a:lnTo>
                    <a:pt x="528827" y="588263"/>
                  </a:lnTo>
                </a:path>
                <a:path w="963295" h="1113789">
                  <a:moveTo>
                    <a:pt x="493013" y="611885"/>
                  </a:moveTo>
                  <a:lnTo>
                    <a:pt x="422909" y="660653"/>
                  </a:lnTo>
                </a:path>
                <a:path w="963295" h="1113789">
                  <a:moveTo>
                    <a:pt x="387095" y="685037"/>
                  </a:moveTo>
                  <a:lnTo>
                    <a:pt x="322325" y="729233"/>
                  </a:lnTo>
                </a:path>
                <a:path w="963295" h="1113789">
                  <a:moveTo>
                    <a:pt x="234695" y="601217"/>
                  </a:moveTo>
                  <a:lnTo>
                    <a:pt x="299465" y="557021"/>
                  </a:lnTo>
                </a:path>
                <a:path w="963295" h="1113789">
                  <a:moveTo>
                    <a:pt x="334517" y="532637"/>
                  </a:moveTo>
                  <a:lnTo>
                    <a:pt x="405383" y="483869"/>
                  </a:lnTo>
                </a:path>
                <a:path w="963295" h="1113789">
                  <a:moveTo>
                    <a:pt x="441197" y="460247"/>
                  </a:moveTo>
                  <a:lnTo>
                    <a:pt x="511301" y="411479"/>
                  </a:lnTo>
                </a:path>
                <a:path w="963295" h="1113789">
                  <a:moveTo>
                    <a:pt x="547115" y="387095"/>
                  </a:moveTo>
                  <a:lnTo>
                    <a:pt x="611885" y="34289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59658" y="2891790"/>
              <a:ext cx="377190" cy="386715"/>
            </a:xfrm>
            <a:custGeom>
              <a:avLst/>
              <a:gdLst/>
              <a:ahLst/>
              <a:cxnLst/>
              <a:rect l="l" t="t" r="r" b="b"/>
              <a:pathLst>
                <a:path w="377189" h="386714">
                  <a:moveTo>
                    <a:pt x="87629" y="386333"/>
                  </a:moveTo>
                  <a:lnTo>
                    <a:pt x="0" y="258317"/>
                  </a:lnTo>
                  <a:lnTo>
                    <a:pt x="377189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61588" y="3079242"/>
              <a:ext cx="914400" cy="1255395"/>
            </a:xfrm>
            <a:custGeom>
              <a:avLst/>
              <a:gdLst/>
              <a:ahLst/>
              <a:cxnLst/>
              <a:rect l="l" t="t" r="r" b="b"/>
              <a:pathLst>
                <a:path w="914400" h="1255395">
                  <a:moveTo>
                    <a:pt x="826769" y="1057655"/>
                  </a:moveTo>
                  <a:lnTo>
                    <a:pt x="858773" y="1104137"/>
                  </a:lnTo>
                </a:path>
                <a:path w="914400" h="1255395">
                  <a:moveTo>
                    <a:pt x="883157" y="1139189"/>
                  </a:moveTo>
                  <a:lnTo>
                    <a:pt x="914399" y="1185671"/>
                  </a:lnTo>
                </a:path>
                <a:path w="914400" h="1255395">
                  <a:moveTo>
                    <a:pt x="725423" y="1127759"/>
                  </a:moveTo>
                  <a:lnTo>
                    <a:pt x="757427" y="1173479"/>
                  </a:lnTo>
                </a:path>
                <a:path w="914400" h="1255395">
                  <a:moveTo>
                    <a:pt x="781811" y="1209293"/>
                  </a:moveTo>
                  <a:lnTo>
                    <a:pt x="813053" y="1255013"/>
                  </a:lnTo>
                </a:path>
                <a:path w="914400" h="1255395">
                  <a:moveTo>
                    <a:pt x="101345" y="0"/>
                  </a:moveTo>
                  <a:lnTo>
                    <a:pt x="133349" y="46481"/>
                  </a:lnTo>
                </a:path>
                <a:path w="914400" h="1255395">
                  <a:moveTo>
                    <a:pt x="157733" y="82295"/>
                  </a:moveTo>
                  <a:lnTo>
                    <a:pt x="189737" y="128015"/>
                  </a:lnTo>
                </a:path>
                <a:path w="914400" h="1255395">
                  <a:moveTo>
                    <a:pt x="0" y="70103"/>
                  </a:moveTo>
                  <a:lnTo>
                    <a:pt x="32003" y="115823"/>
                  </a:lnTo>
                </a:path>
                <a:path w="914400" h="1255395">
                  <a:moveTo>
                    <a:pt x="56387" y="151637"/>
                  </a:moveTo>
                  <a:lnTo>
                    <a:pt x="87629" y="198119"/>
                  </a:lnTo>
                </a:path>
                <a:path w="914400" h="1255395">
                  <a:moveTo>
                    <a:pt x="352805" y="879347"/>
                  </a:moveTo>
                  <a:lnTo>
                    <a:pt x="417575" y="835151"/>
                  </a:lnTo>
                </a:path>
                <a:path w="914400" h="1255395">
                  <a:moveTo>
                    <a:pt x="452627" y="810767"/>
                  </a:moveTo>
                  <a:lnTo>
                    <a:pt x="523493" y="761999"/>
                  </a:lnTo>
                </a:path>
                <a:path w="914400" h="1255395">
                  <a:moveTo>
                    <a:pt x="558545" y="738377"/>
                  </a:moveTo>
                  <a:lnTo>
                    <a:pt x="629411" y="689609"/>
                  </a:lnTo>
                </a:path>
                <a:path w="914400" h="1255395">
                  <a:moveTo>
                    <a:pt x="665225" y="665225"/>
                  </a:moveTo>
                  <a:lnTo>
                    <a:pt x="729995" y="62102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0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600438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27838" y="348234"/>
            <a:ext cx="9601200" cy="7077709"/>
          </a:xfrm>
          <a:custGeom>
            <a:avLst/>
            <a:gdLst/>
            <a:ahLst/>
            <a:cxnLst/>
            <a:rect l="l" t="t" r="r" b="b"/>
            <a:pathLst>
              <a:path w="9601200" h="7077709">
                <a:moveTo>
                  <a:pt x="0" y="7077455"/>
                </a:moveTo>
                <a:lnTo>
                  <a:pt x="9601199" y="7077455"/>
                </a:lnTo>
                <a:lnTo>
                  <a:pt x="9601199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49189" y="21107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0" y="1524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0" y="7315961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7838" y="348234"/>
            <a:ext cx="0" cy="7077709"/>
          </a:xfrm>
          <a:custGeom>
            <a:avLst/>
            <a:gdLst/>
            <a:ahLst/>
            <a:cxnLst/>
            <a:rect l="l" t="t" r="r" b="b"/>
            <a:pathLst>
              <a:path h="7077709">
                <a:moveTo>
                  <a:pt x="0" y="0"/>
                </a:moveTo>
                <a:lnTo>
                  <a:pt x="0" y="707745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49189" y="119634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91439"/>
                </a:moveTo>
                <a:lnTo>
                  <a:pt x="79247" y="228599"/>
                </a:lnTo>
                <a:lnTo>
                  <a:pt x="79247" y="0"/>
                </a:lnTo>
              </a:path>
              <a:path w="158750" h="228600">
                <a:moveTo>
                  <a:pt x="79247" y="228599"/>
                </a:moveTo>
                <a:lnTo>
                  <a:pt x="0" y="9143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949189" y="7425690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137159"/>
                </a:moveTo>
                <a:lnTo>
                  <a:pt x="0" y="137159"/>
                </a:lnTo>
              </a:path>
              <a:path w="158750" h="228600">
                <a:moveTo>
                  <a:pt x="158495" y="137159"/>
                </a:moveTo>
                <a:lnTo>
                  <a:pt x="79247" y="0"/>
                </a:lnTo>
                <a:lnTo>
                  <a:pt x="79247" y="228599"/>
                </a:lnTo>
              </a:path>
              <a:path w="158750" h="228600">
                <a:moveTo>
                  <a:pt x="79247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829038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137159" y="0"/>
                </a:moveTo>
                <a:lnTo>
                  <a:pt x="137159" y="158495"/>
                </a:lnTo>
              </a:path>
              <a:path w="227965" h="158750">
                <a:moveTo>
                  <a:pt x="137159" y="0"/>
                </a:moveTo>
                <a:lnTo>
                  <a:pt x="0" y="79247"/>
                </a:lnTo>
                <a:lnTo>
                  <a:pt x="227837" y="79247"/>
                </a:lnTo>
              </a:path>
              <a:path w="227965" h="158750">
                <a:moveTo>
                  <a:pt x="0" y="79247"/>
                </a:moveTo>
                <a:lnTo>
                  <a:pt x="137159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0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90677" y="0"/>
                </a:moveTo>
                <a:lnTo>
                  <a:pt x="90677" y="158495"/>
                </a:lnTo>
              </a:path>
              <a:path w="227965" h="158750">
                <a:moveTo>
                  <a:pt x="90677" y="0"/>
                </a:moveTo>
                <a:lnTo>
                  <a:pt x="227837" y="79247"/>
                </a:lnTo>
                <a:lnTo>
                  <a:pt x="0" y="79247"/>
                </a:lnTo>
              </a:path>
              <a:path w="227965" h="158750">
                <a:moveTo>
                  <a:pt x="227837" y="79247"/>
                </a:moveTo>
                <a:lnTo>
                  <a:pt x="90677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147309" y="74256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147309" y="66255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147309" y="7197090"/>
            <a:ext cx="4681855" cy="0"/>
          </a:xfrm>
          <a:custGeom>
            <a:avLst/>
            <a:gdLst/>
            <a:ahLst/>
            <a:cxnLst/>
            <a:rect l="l" t="t" r="r" b="b"/>
            <a:pathLst>
              <a:path w="4681855">
                <a:moveTo>
                  <a:pt x="0" y="0"/>
                </a:moveTo>
                <a:lnTo>
                  <a:pt x="4681727" y="0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147309" y="6282690"/>
            <a:ext cx="4681855" cy="1143000"/>
          </a:xfrm>
          <a:custGeom>
            <a:avLst/>
            <a:gdLst/>
            <a:ahLst/>
            <a:cxnLst/>
            <a:rect l="l" t="t" r="r" b="b"/>
            <a:pathLst>
              <a:path w="4681855" h="1143000">
                <a:moveTo>
                  <a:pt x="0" y="571499"/>
                </a:moveTo>
                <a:lnTo>
                  <a:pt x="4681727" y="571499"/>
                </a:lnTo>
              </a:path>
              <a:path w="4681855" h="1143000">
                <a:moveTo>
                  <a:pt x="4681727" y="1142999"/>
                </a:moveTo>
                <a:lnTo>
                  <a:pt x="4681727" y="0"/>
                </a:lnTo>
              </a:path>
              <a:path w="4681855" h="1143000">
                <a:moveTo>
                  <a:pt x="338327" y="914399"/>
                </a:moveTo>
                <a:lnTo>
                  <a:pt x="338327" y="571499"/>
                </a:lnTo>
              </a:path>
              <a:path w="4681855" h="1143000">
                <a:moveTo>
                  <a:pt x="1481327" y="914399"/>
                </a:moveTo>
                <a:lnTo>
                  <a:pt x="1481327" y="571499"/>
                </a:lnTo>
              </a:path>
              <a:path w="4681855" h="1143000">
                <a:moveTo>
                  <a:pt x="0" y="1142999"/>
                </a:moveTo>
                <a:lnTo>
                  <a:pt x="0" y="0"/>
                </a:lnTo>
              </a:path>
              <a:path w="4681855" h="1143000">
                <a:moveTo>
                  <a:pt x="1252727" y="1142999"/>
                </a:moveTo>
                <a:lnTo>
                  <a:pt x="1252727" y="914399"/>
                </a:lnTo>
              </a:path>
              <a:path w="4681855" h="1143000">
                <a:moveTo>
                  <a:pt x="3595877" y="1142999"/>
                </a:moveTo>
                <a:lnTo>
                  <a:pt x="3595877" y="914399"/>
                </a:lnTo>
              </a:path>
              <a:path w="4681855" h="1143000">
                <a:moveTo>
                  <a:pt x="4224527" y="914399"/>
                </a:moveTo>
                <a:lnTo>
                  <a:pt x="4224527" y="571499"/>
                </a:lnTo>
              </a:path>
              <a:path w="4681855" h="1143000">
                <a:moveTo>
                  <a:pt x="4677155" y="0"/>
                </a:moveTo>
                <a:lnTo>
                  <a:pt x="0" y="0"/>
                </a:lnTo>
              </a:path>
              <a:path w="4681855" h="1143000">
                <a:moveTo>
                  <a:pt x="3310127" y="0"/>
                </a:moveTo>
                <a:lnTo>
                  <a:pt x="3310127" y="342899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136641" y="6863875"/>
            <a:ext cx="8572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baseline="16666" dirty="0">
                <a:latin typeface="Arial MT"/>
                <a:cs typeface="Arial MT"/>
              </a:rPr>
              <a:t>SIZE</a:t>
            </a:r>
            <a:r>
              <a:rPr sz="1500" spc="525" baseline="16666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CLASS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50" name="object 5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56453" y="6289547"/>
            <a:ext cx="327660" cy="326897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5527802" y="6274992"/>
            <a:ext cx="2783205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 MT"/>
                <a:cs typeface="Arial MT"/>
              </a:rPr>
              <a:t>Walton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High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School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Engineering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44488" y="7206775"/>
            <a:ext cx="5651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latin typeface="Arial MT"/>
                <a:cs typeface="Arial MT"/>
              </a:rPr>
              <a:t>AUTHOR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787638" y="7216681"/>
            <a:ext cx="6604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latin typeface="Arial MT"/>
                <a:cs typeface="Arial MT"/>
              </a:rPr>
              <a:t>SHEET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1/1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188711" y="7200279"/>
            <a:ext cx="7334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aseline="2777" dirty="0">
                <a:latin typeface="Arial MT"/>
                <a:cs typeface="Arial MT"/>
              </a:rPr>
              <a:t>SCALE</a:t>
            </a:r>
            <a:r>
              <a:rPr sz="1500" spc="517" baseline="2777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1:1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61102" y="6983509"/>
            <a:ext cx="1111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latin typeface="Arial MT"/>
                <a:cs typeface="Arial MT"/>
              </a:rPr>
              <a:t>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406381" y="6857779"/>
            <a:ext cx="288290" cy="3092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2225" marR="5080" indent="-10160">
              <a:lnSpc>
                <a:spcPts val="1030"/>
              </a:lnSpc>
              <a:spcBef>
                <a:spcPts val="280"/>
              </a:spcBef>
            </a:pPr>
            <a:r>
              <a:rPr sz="1000" spc="-25" dirty="0">
                <a:latin typeface="Arial MT"/>
                <a:cs typeface="Arial MT"/>
              </a:rPr>
              <a:t>PER </a:t>
            </a:r>
            <a:r>
              <a:rPr sz="1000" spc="-50" dirty="0">
                <a:latin typeface="Arial MT"/>
                <a:cs typeface="Arial MT"/>
              </a:rPr>
              <a:t>6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180329" y="6592746"/>
            <a:ext cx="1786889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2000" algn="l"/>
              </a:tabLst>
            </a:pPr>
            <a:r>
              <a:rPr sz="1000" spc="-10" dirty="0">
                <a:latin typeface="Arial MT"/>
                <a:cs typeface="Arial MT"/>
              </a:rPr>
              <a:t>PROJECT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500" dirty="0">
                <a:latin typeface="Arial MT"/>
                <a:cs typeface="Arial MT"/>
              </a:rPr>
              <a:t>Arbor </a:t>
            </a:r>
            <a:r>
              <a:rPr sz="1500" spc="-10" dirty="0">
                <a:latin typeface="Arial MT"/>
                <a:cs typeface="Arial MT"/>
              </a:rPr>
              <a:t>Press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673088" y="6862351"/>
            <a:ext cx="1626870" cy="316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19"/>
              </a:lnSpc>
              <a:spcBef>
                <a:spcPts val="105"/>
              </a:spcBef>
            </a:pPr>
            <a:r>
              <a:rPr sz="1000" spc="-10" dirty="0">
                <a:latin typeface="Arial MT"/>
                <a:cs typeface="Arial MT"/>
              </a:rPr>
              <a:t>TITLE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260"/>
              </a:lnSpc>
            </a:pPr>
            <a:r>
              <a:rPr sz="1200" dirty="0">
                <a:latin typeface="Arial MT"/>
                <a:cs typeface="Arial MT"/>
              </a:rPr>
              <a:t>Punch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Holder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Multiview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549131" y="6290851"/>
            <a:ext cx="717550" cy="321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40"/>
              </a:lnSpc>
              <a:spcBef>
                <a:spcPts val="105"/>
              </a:spcBef>
            </a:pPr>
            <a:r>
              <a:rPr sz="1000" spc="-20" dirty="0">
                <a:latin typeface="Arial MT"/>
                <a:cs typeface="Arial MT"/>
              </a:rPr>
              <a:t>DATE</a:t>
            </a:r>
            <a:endParaRPr sz="1000">
              <a:latin typeface="Arial MT"/>
              <a:cs typeface="Arial MT"/>
            </a:endParaRPr>
          </a:p>
          <a:p>
            <a:pPr marL="22225">
              <a:lnSpc>
                <a:spcPts val="1280"/>
              </a:lnSpc>
            </a:pPr>
            <a:r>
              <a:rPr sz="1200" spc="-10" dirty="0">
                <a:latin typeface="Arial MT"/>
                <a:cs typeface="Arial MT"/>
              </a:rPr>
              <a:t>3/17/2024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530088" y="6999511"/>
            <a:ext cx="2387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latin typeface="Arial MT"/>
                <a:cs typeface="Arial MT"/>
              </a:rPr>
              <a:t>IED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073138" y="7202565"/>
            <a:ext cx="114173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Siddharth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Gupta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100833" y="4075176"/>
            <a:ext cx="494030" cy="0"/>
          </a:xfrm>
          <a:custGeom>
            <a:avLst/>
            <a:gdLst/>
            <a:ahLst/>
            <a:cxnLst/>
            <a:rect l="l" t="t" r="r" b="b"/>
            <a:pathLst>
              <a:path w="494030">
                <a:moveTo>
                  <a:pt x="0" y="0"/>
                </a:moveTo>
                <a:lnTo>
                  <a:pt x="49377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028187" y="5185410"/>
            <a:ext cx="445134" cy="304800"/>
          </a:xfrm>
          <a:custGeom>
            <a:avLst/>
            <a:gdLst/>
            <a:ahLst/>
            <a:cxnLst/>
            <a:rect l="l" t="t" r="r" b="b"/>
            <a:pathLst>
              <a:path w="445135" h="304800">
                <a:moveTo>
                  <a:pt x="445007" y="0"/>
                </a:moveTo>
                <a:lnTo>
                  <a:pt x="0" y="30479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4" name="object 64"/>
          <p:cNvGrpSpPr/>
          <p:nvPr/>
        </p:nvGrpSpPr>
        <p:grpSpPr>
          <a:xfrm>
            <a:off x="1899666" y="5410200"/>
            <a:ext cx="155575" cy="224154"/>
            <a:chOff x="1899666" y="5410200"/>
            <a:chExt cx="155575" cy="224154"/>
          </a:xfrm>
        </p:grpSpPr>
        <p:sp>
          <p:nvSpPr>
            <p:cNvPr id="65" name="object 65"/>
            <p:cNvSpPr/>
            <p:nvPr/>
          </p:nvSpPr>
          <p:spPr>
            <a:xfrm>
              <a:off x="1899666" y="5410200"/>
              <a:ext cx="155575" cy="219710"/>
            </a:xfrm>
            <a:custGeom>
              <a:avLst/>
              <a:gdLst/>
              <a:ahLst/>
              <a:cxnLst/>
              <a:rect l="l" t="t" r="r" b="b"/>
              <a:pathLst>
                <a:path w="155575" h="219710">
                  <a:moveTo>
                    <a:pt x="155447" y="219455"/>
                  </a:moveTo>
                  <a:lnTo>
                    <a:pt x="0" y="219455"/>
                  </a:lnTo>
                </a:path>
                <a:path w="155575" h="219710">
                  <a:moveTo>
                    <a:pt x="91439" y="109727"/>
                  </a:moveTo>
                  <a:lnTo>
                    <a:pt x="9143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972818" y="5519927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972818" y="5519927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1876615" y="5624893"/>
            <a:ext cx="723265" cy="366395"/>
            <a:chOff x="1876615" y="5624893"/>
            <a:chExt cx="723265" cy="366395"/>
          </a:xfrm>
        </p:grpSpPr>
        <p:sp>
          <p:nvSpPr>
            <p:cNvPr id="69" name="object 69"/>
            <p:cNvSpPr/>
            <p:nvPr/>
          </p:nvSpPr>
          <p:spPr>
            <a:xfrm>
              <a:off x="1881377" y="5629655"/>
              <a:ext cx="713740" cy="356870"/>
            </a:xfrm>
            <a:custGeom>
              <a:avLst/>
              <a:gdLst/>
              <a:ahLst/>
              <a:cxnLst/>
              <a:rect l="l" t="t" r="r" b="b"/>
              <a:pathLst>
                <a:path w="713739" h="356870">
                  <a:moveTo>
                    <a:pt x="219455" y="0"/>
                  </a:moveTo>
                  <a:lnTo>
                    <a:pt x="713231" y="0"/>
                  </a:lnTo>
                </a:path>
                <a:path w="713739" h="356870">
                  <a:moveTo>
                    <a:pt x="283463" y="137159"/>
                  </a:moveTo>
                  <a:lnTo>
                    <a:pt x="18287" y="137159"/>
                  </a:lnTo>
                </a:path>
                <a:path w="713739" h="356870">
                  <a:moveTo>
                    <a:pt x="109727" y="246887"/>
                  </a:moveTo>
                  <a:lnTo>
                    <a:pt x="109727" y="356615"/>
                  </a:lnTo>
                  <a:lnTo>
                    <a:pt x="0" y="35661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972817" y="576681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972817" y="576681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2299525" y="4124515"/>
            <a:ext cx="894715" cy="1151890"/>
            <a:chOff x="2299525" y="4124515"/>
            <a:chExt cx="894715" cy="1151890"/>
          </a:xfrm>
        </p:grpSpPr>
        <p:sp>
          <p:nvSpPr>
            <p:cNvPr id="73" name="object 73"/>
            <p:cNvSpPr/>
            <p:nvPr/>
          </p:nvSpPr>
          <p:spPr>
            <a:xfrm>
              <a:off x="2304288" y="4129278"/>
              <a:ext cx="885190" cy="1142365"/>
            </a:xfrm>
            <a:custGeom>
              <a:avLst/>
              <a:gdLst/>
              <a:ahLst/>
              <a:cxnLst/>
              <a:rect l="l" t="t" r="r" b="b"/>
              <a:pathLst>
                <a:path w="885189" h="1142364">
                  <a:moveTo>
                    <a:pt x="445007" y="0"/>
                  </a:moveTo>
                  <a:lnTo>
                    <a:pt x="0" y="305561"/>
                  </a:lnTo>
                </a:path>
                <a:path w="885189" h="1142364">
                  <a:moveTo>
                    <a:pt x="652271" y="301751"/>
                  </a:moveTo>
                  <a:lnTo>
                    <a:pt x="207263" y="607313"/>
                  </a:lnTo>
                </a:path>
                <a:path w="885189" h="1142364">
                  <a:moveTo>
                    <a:pt x="884681" y="641603"/>
                  </a:moveTo>
                  <a:lnTo>
                    <a:pt x="439673" y="946403"/>
                  </a:lnTo>
                </a:path>
                <a:path w="885189" h="1142364">
                  <a:moveTo>
                    <a:pt x="226313" y="869441"/>
                  </a:moveTo>
                  <a:lnTo>
                    <a:pt x="409193" y="869441"/>
                  </a:lnTo>
                </a:path>
                <a:path w="885189" h="1142364">
                  <a:moveTo>
                    <a:pt x="317753" y="979169"/>
                  </a:moveTo>
                  <a:lnTo>
                    <a:pt x="317753" y="1142237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603754" y="499872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603754" y="499872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1606550" y="5874399"/>
            <a:ext cx="2387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Arial MT"/>
                <a:cs typeface="Arial MT"/>
              </a:rPr>
              <a:t>.15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343977" y="5027485"/>
            <a:ext cx="826135" cy="744220"/>
            <a:chOff x="1343977" y="5027485"/>
            <a:chExt cx="826135" cy="744220"/>
          </a:xfrm>
        </p:grpSpPr>
        <p:sp>
          <p:nvSpPr>
            <p:cNvPr id="78" name="object 78"/>
            <p:cNvSpPr/>
            <p:nvPr/>
          </p:nvSpPr>
          <p:spPr>
            <a:xfrm>
              <a:off x="1348739" y="5032247"/>
              <a:ext cx="816610" cy="734695"/>
            </a:xfrm>
            <a:custGeom>
              <a:avLst/>
              <a:gdLst/>
              <a:ahLst/>
              <a:cxnLst/>
              <a:rect l="l" t="t" r="r" b="b"/>
              <a:pathLst>
                <a:path w="816610" h="734695">
                  <a:moveTo>
                    <a:pt x="816101" y="734567"/>
                  </a:moveTo>
                  <a:lnTo>
                    <a:pt x="0" y="734567"/>
                  </a:lnTo>
                </a:path>
                <a:path w="816610" h="734695">
                  <a:moveTo>
                    <a:pt x="91439" y="624839"/>
                  </a:moveTo>
                  <a:lnTo>
                    <a:pt x="9143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421891" y="5657087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421891" y="5657087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1348739" y="4070604"/>
            <a:ext cx="706755" cy="740410"/>
            <a:chOff x="1348739" y="4070604"/>
            <a:chExt cx="706755" cy="740410"/>
          </a:xfrm>
        </p:grpSpPr>
        <p:sp>
          <p:nvSpPr>
            <p:cNvPr id="82" name="object 82"/>
            <p:cNvSpPr/>
            <p:nvPr/>
          </p:nvSpPr>
          <p:spPr>
            <a:xfrm>
              <a:off x="1348739" y="4075176"/>
              <a:ext cx="706755" cy="735330"/>
            </a:xfrm>
            <a:custGeom>
              <a:avLst/>
              <a:gdLst/>
              <a:ahLst/>
              <a:cxnLst/>
              <a:rect l="l" t="t" r="r" b="b"/>
              <a:pathLst>
                <a:path w="706755" h="735329">
                  <a:moveTo>
                    <a:pt x="706373" y="0"/>
                  </a:moveTo>
                  <a:lnTo>
                    <a:pt x="0" y="0"/>
                  </a:lnTo>
                </a:path>
                <a:path w="706755" h="735329">
                  <a:moveTo>
                    <a:pt x="91439" y="109727"/>
                  </a:moveTo>
                  <a:lnTo>
                    <a:pt x="91439" y="73532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421891" y="407517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421891" y="407517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1272794" y="4809123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1.85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873061" y="4958143"/>
            <a:ext cx="1296670" cy="813435"/>
            <a:chOff x="873061" y="4958143"/>
            <a:chExt cx="1296670" cy="813435"/>
          </a:xfrm>
        </p:grpSpPr>
        <p:sp>
          <p:nvSpPr>
            <p:cNvPr id="87" name="object 87"/>
            <p:cNvSpPr/>
            <p:nvPr/>
          </p:nvSpPr>
          <p:spPr>
            <a:xfrm>
              <a:off x="877823" y="4962905"/>
              <a:ext cx="1287145" cy="803910"/>
            </a:xfrm>
            <a:custGeom>
              <a:avLst/>
              <a:gdLst/>
              <a:ahLst/>
              <a:cxnLst/>
              <a:rect l="l" t="t" r="r" b="b"/>
              <a:pathLst>
                <a:path w="1287145" h="803910">
                  <a:moveTo>
                    <a:pt x="1287017" y="803909"/>
                  </a:moveTo>
                  <a:lnTo>
                    <a:pt x="0" y="803909"/>
                  </a:lnTo>
                </a:path>
                <a:path w="1287145" h="803910">
                  <a:moveTo>
                    <a:pt x="91439" y="694181"/>
                  </a:moveTo>
                  <a:lnTo>
                    <a:pt x="9143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50975" y="5657087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50975" y="5657087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0" name="object 90"/>
          <p:cNvGrpSpPr/>
          <p:nvPr/>
        </p:nvGrpSpPr>
        <p:grpSpPr>
          <a:xfrm>
            <a:off x="877823" y="3933444"/>
            <a:ext cx="1287145" cy="809625"/>
            <a:chOff x="877823" y="3933444"/>
            <a:chExt cx="1287145" cy="809625"/>
          </a:xfrm>
        </p:grpSpPr>
        <p:sp>
          <p:nvSpPr>
            <p:cNvPr id="91" name="object 91"/>
            <p:cNvSpPr/>
            <p:nvPr/>
          </p:nvSpPr>
          <p:spPr>
            <a:xfrm>
              <a:off x="877823" y="3938016"/>
              <a:ext cx="1287145" cy="805180"/>
            </a:xfrm>
            <a:custGeom>
              <a:avLst/>
              <a:gdLst/>
              <a:ahLst/>
              <a:cxnLst/>
              <a:rect l="l" t="t" r="r" b="b"/>
              <a:pathLst>
                <a:path w="1287145" h="805179">
                  <a:moveTo>
                    <a:pt x="1287017" y="0"/>
                  </a:moveTo>
                  <a:lnTo>
                    <a:pt x="0" y="0"/>
                  </a:lnTo>
                </a:path>
                <a:path w="1287145" h="805179">
                  <a:moveTo>
                    <a:pt x="91439" y="109727"/>
                  </a:moveTo>
                  <a:lnTo>
                    <a:pt x="91439" y="80467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50975" y="393801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50975" y="393801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916177" y="4741305"/>
            <a:ext cx="11112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2525839" y="5488495"/>
            <a:ext cx="192405" cy="283210"/>
            <a:chOff x="2525839" y="5488495"/>
            <a:chExt cx="192405" cy="283210"/>
          </a:xfrm>
        </p:grpSpPr>
        <p:sp>
          <p:nvSpPr>
            <p:cNvPr id="96" name="object 96"/>
            <p:cNvSpPr/>
            <p:nvPr/>
          </p:nvSpPr>
          <p:spPr>
            <a:xfrm>
              <a:off x="2530601" y="5493258"/>
              <a:ext cx="182880" cy="273685"/>
            </a:xfrm>
            <a:custGeom>
              <a:avLst/>
              <a:gdLst/>
              <a:ahLst/>
              <a:cxnLst/>
              <a:rect l="l" t="t" r="r" b="b"/>
              <a:pathLst>
                <a:path w="182880" h="273685">
                  <a:moveTo>
                    <a:pt x="0" y="273557"/>
                  </a:moveTo>
                  <a:lnTo>
                    <a:pt x="182879" y="273557"/>
                  </a:lnTo>
                </a:path>
                <a:path w="182880" h="273685">
                  <a:moveTo>
                    <a:pt x="91439" y="163829"/>
                  </a:moveTo>
                  <a:lnTo>
                    <a:pt x="9143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603753" y="565708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603753" y="565708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30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2467610" y="5270895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.841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2220467" y="4584191"/>
            <a:ext cx="257175" cy="226695"/>
          </a:xfrm>
          <a:custGeom>
            <a:avLst/>
            <a:gdLst/>
            <a:ahLst/>
            <a:cxnLst/>
            <a:rect l="l" t="t" r="r" b="b"/>
            <a:pathLst>
              <a:path w="257175" h="226695">
                <a:moveTo>
                  <a:pt x="0" y="0"/>
                </a:moveTo>
                <a:lnTo>
                  <a:pt x="109727" y="0"/>
                </a:lnTo>
                <a:lnTo>
                  <a:pt x="256793" y="22631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1749805" y="4472319"/>
            <a:ext cx="43434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 dirty="0">
                <a:latin typeface="Arial MT"/>
                <a:cs typeface="Arial MT"/>
              </a:rPr>
              <a:t>R.125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02" name="object 10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62022" y="4800600"/>
            <a:ext cx="75437" cy="102107"/>
          </a:xfrm>
          <a:prstGeom prst="rect">
            <a:avLst/>
          </a:prstGeom>
        </p:spPr>
      </p:pic>
      <p:grpSp>
        <p:nvGrpSpPr>
          <p:cNvPr id="103" name="object 103"/>
          <p:cNvGrpSpPr/>
          <p:nvPr/>
        </p:nvGrpSpPr>
        <p:grpSpPr>
          <a:xfrm>
            <a:off x="3627882" y="5318760"/>
            <a:ext cx="356870" cy="224154"/>
            <a:chOff x="3627882" y="5318760"/>
            <a:chExt cx="356870" cy="224154"/>
          </a:xfrm>
        </p:grpSpPr>
        <p:sp>
          <p:nvSpPr>
            <p:cNvPr id="104" name="object 104"/>
            <p:cNvSpPr/>
            <p:nvPr/>
          </p:nvSpPr>
          <p:spPr>
            <a:xfrm>
              <a:off x="3627882" y="5318760"/>
              <a:ext cx="356870" cy="219710"/>
            </a:xfrm>
            <a:custGeom>
              <a:avLst/>
              <a:gdLst/>
              <a:ahLst/>
              <a:cxnLst/>
              <a:rect l="l" t="t" r="r" b="b"/>
              <a:pathLst>
                <a:path w="356870" h="219710">
                  <a:moveTo>
                    <a:pt x="0" y="219455"/>
                  </a:moveTo>
                  <a:lnTo>
                    <a:pt x="356615" y="219455"/>
                  </a:lnTo>
                </a:path>
                <a:path w="356870" h="219710">
                  <a:moveTo>
                    <a:pt x="265175" y="109727"/>
                  </a:moveTo>
                  <a:lnTo>
                    <a:pt x="265175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874770" y="542848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874770" y="5428488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" name="object 107"/>
          <p:cNvGrpSpPr/>
          <p:nvPr/>
        </p:nvGrpSpPr>
        <p:grpSpPr>
          <a:xfrm>
            <a:off x="3623119" y="5762053"/>
            <a:ext cx="366395" cy="229235"/>
            <a:chOff x="3623119" y="5762053"/>
            <a:chExt cx="366395" cy="229235"/>
          </a:xfrm>
        </p:grpSpPr>
        <p:sp>
          <p:nvSpPr>
            <p:cNvPr id="108" name="object 108"/>
            <p:cNvSpPr/>
            <p:nvPr/>
          </p:nvSpPr>
          <p:spPr>
            <a:xfrm>
              <a:off x="3627882" y="5766816"/>
              <a:ext cx="356870" cy="219710"/>
            </a:xfrm>
            <a:custGeom>
              <a:avLst/>
              <a:gdLst/>
              <a:ahLst/>
              <a:cxnLst/>
              <a:rect l="l" t="t" r="r" b="b"/>
              <a:pathLst>
                <a:path w="356870" h="219710">
                  <a:moveTo>
                    <a:pt x="0" y="0"/>
                  </a:moveTo>
                  <a:lnTo>
                    <a:pt x="356615" y="0"/>
                  </a:lnTo>
                </a:path>
                <a:path w="356870" h="219710">
                  <a:moveTo>
                    <a:pt x="265175" y="109727"/>
                  </a:moveTo>
                  <a:lnTo>
                    <a:pt x="265175" y="21945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874770" y="576681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874770" y="5766816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3769867" y="5540643"/>
            <a:ext cx="2387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Arial MT"/>
                <a:cs typeface="Arial MT"/>
              </a:rPr>
              <a:t>.25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2205799" y="5807773"/>
            <a:ext cx="546100" cy="676275"/>
            <a:chOff x="2205799" y="5807773"/>
            <a:chExt cx="546100" cy="676275"/>
          </a:xfrm>
        </p:grpSpPr>
        <p:sp>
          <p:nvSpPr>
            <p:cNvPr id="113" name="object 113"/>
            <p:cNvSpPr/>
            <p:nvPr/>
          </p:nvSpPr>
          <p:spPr>
            <a:xfrm>
              <a:off x="2210561" y="5812535"/>
              <a:ext cx="536575" cy="666750"/>
            </a:xfrm>
            <a:custGeom>
              <a:avLst/>
              <a:gdLst/>
              <a:ahLst/>
              <a:cxnLst/>
              <a:rect l="l" t="t" r="r" b="b"/>
              <a:pathLst>
                <a:path w="536575" h="666750">
                  <a:moveTo>
                    <a:pt x="0" y="0"/>
                  </a:moveTo>
                  <a:lnTo>
                    <a:pt x="0" y="666749"/>
                  </a:lnTo>
                </a:path>
                <a:path w="536575" h="666750">
                  <a:moveTo>
                    <a:pt x="109727" y="575309"/>
                  </a:moveTo>
                  <a:lnTo>
                    <a:pt x="536447" y="57530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210561" y="636955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210561" y="636955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" name="object 116"/>
          <p:cNvGrpSpPr/>
          <p:nvPr/>
        </p:nvGrpSpPr>
        <p:grpSpPr>
          <a:xfrm>
            <a:off x="3046475" y="5812535"/>
            <a:ext cx="540385" cy="666750"/>
            <a:chOff x="3046475" y="5812535"/>
            <a:chExt cx="540385" cy="666750"/>
          </a:xfrm>
        </p:grpSpPr>
        <p:sp>
          <p:nvSpPr>
            <p:cNvPr id="117" name="object 117"/>
            <p:cNvSpPr/>
            <p:nvPr/>
          </p:nvSpPr>
          <p:spPr>
            <a:xfrm>
              <a:off x="3046475" y="5812535"/>
              <a:ext cx="535940" cy="666750"/>
            </a:xfrm>
            <a:custGeom>
              <a:avLst/>
              <a:gdLst/>
              <a:ahLst/>
              <a:cxnLst/>
              <a:rect l="l" t="t" r="r" b="b"/>
              <a:pathLst>
                <a:path w="535939" h="666750">
                  <a:moveTo>
                    <a:pt x="535685" y="0"/>
                  </a:moveTo>
                  <a:lnTo>
                    <a:pt x="535685" y="666749"/>
                  </a:lnTo>
                </a:path>
                <a:path w="535939" h="666750">
                  <a:moveTo>
                    <a:pt x="425957" y="575309"/>
                  </a:moveTo>
                  <a:lnTo>
                    <a:pt x="0" y="57530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472433" y="636955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472433" y="6369557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2772410" y="6275211"/>
            <a:ext cx="2387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Arial MT"/>
                <a:cs typeface="Arial MT"/>
              </a:rPr>
              <a:t>1.5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1991105" y="5812535"/>
            <a:ext cx="713740" cy="356235"/>
            <a:chOff x="1991105" y="5812535"/>
            <a:chExt cx="713740" cy="356235"/>
          </a:xfrm>
        </p:grpSpPr>
        <p:sp>
          <p:nvSpPr>
            <p:cNvPr id="122" name="object 122"/>
            <p:cNvSpPr/>
            <p:nvPr/>
          </p:nvSpPr>
          <p:spPr>
            <a:xfrm>
              <a:off x="1991105" y="5812535"/>
              <a:ext cx="713740" cy="356235"/>
            </a:xfrm>
            <a:custGeom>
              <a:avLst/>
              <a:gdLst/>
              <a:ahLst/>
              <a:cxnLst/>
              <a:rect l="l" t="t" r="r" b="b"/>
              <a:pathLst>
                <a:path w="713739" h="356235">
                  <a:moveTo>
                    <a:pt x="219455" y="0"/>
                  </a:moveTo>
                  <a:lnTo>
                    <a:pt x="219455" y="355853"/>
                  </a:lnTo>
                </a:path>
                <a:path w="713739" h="356235">
                  <a:moveTo>
                    <a:pt x="493775" y="0"/>
                  </a:moveTo>
                  <a:lnTo>
                    <a:pt x="493775" y="355853"/>
                  </a:lnTo>
                </a:path>
                <a:path w="713739" h="356235">
                  <a:moveTo>
                    <a:pt x="109727" y="264413"/>
                  </a:moveTo>
                  <a:lnTo>
                    <a:pt x="0" y="264413"/>
                  </a:lnTo>
                </a:path>
                <a:path w="713739" h="356235">
                  <a:moveTo>
                    <a:pt x="603503" y="264413"/>
                  </a:moveTo>
                  <a:lnTo>
                    <a:pt x="713231" y="26441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100833" y="6058661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100833" y="6058661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484881" y="6058661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484881" y="6058661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5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2267966" y="5965076"/>
            <a:ext cx="15367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Arial MT"/>
                <a:cs typeface="Arial MT"/>
              </a:rPr>
              <a:t>.3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80719" y="6644019"/>
            <a:ext cx="1176020" cy="579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X.X = +/- </a:t>
            </a:r>
            <a:r>
              <a:rPr sz="1200" spc="-20" dirty="0">
                <a:latin typeface="Arial MT"/>
                <a:cs typeface="Arial MT"/>
              </a:rPr>
              <a:t>.020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Arial MT"/>
                <a:cs typeface="Arial MT"/>
              </a:rPr>
              <a:t>X.XX = +/- </a:t>
            </a:r>
            <a:r>
              <a:rPr sz="1200" spc="-20" dirty="0">
                <a:latin typeface="Arial MT"/>
                <a:cs typeface="Arial MT"/>
              </a:rPr>
              <a:t>.010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dirty="0">
                <a:latin typeface="Arial MT"/>
                <a:cs typeface="Arial MT"/>
              </a:rPr>
              <a:t>X.XXX = +/- </a:t>
            </a:r>
            <a:r>
              <a:rPr sz="1200" spc="-20" dirty="0">
                <a:latin typeface="Arial MT"/>
                <a:cs typeface="Arial MT"/>
              </a:rPr>
              <a:t>.005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3641407" y="2604325"/>
            <a:ext cx="1085215" cy="2026285"/>
            <a:chOff x="3641407" y="2604325"/>
            <a:chExt cx="1085215" cy="2026285"/>
          </a:xfrm>
        </p:grpSpPr>
        <p:sp>
          <p:nvSpPr>
            <p:cNvPr id="130" name="object 130"/>
            <p:cNvSpPr/>
            <p:nvPr/>
          </p:nvSpPr>
          <p:spPr>
            <a:xfrm>
              <a:off x="3646170" y="2609088"/>
              <a:ext cx="1075690" cy="2016760"/>
            </a:xfrm>
            <a:custGeom>
              <a:avLst/>
              <a:gdLst/>
              <a:ahLst/>
              <a:cxnLst/>
              <a:rect l="l" t="t" r="r" b="b"/>
              <a:pathLst>
                <a:path w="1075689" h="2016760">
                  <a:moveTo>
                    <a:pt x="202691" y="766571"/>
                  </a:moveTo>
                  <a:lnTo>
                    <a:pt x="149351" y="803147"/>
                  </a:lnTo>
                </a:path>
                <a:path w="1075689" h="2016760">
                  <a:moveTo>
                    <a:pt x="157733" y="758951"/>
                  </a:moveTo>
                  <a:lnTo>
                    <a:pt x="194309" y="811529"/>
                  </a:lnTo>
                </a:path>
                <a:path w="1075689" h="2016760">
                  <a:moveTo>
                    <a:pt x="351281" y="664463"/>
                  </a:moveTo>
                  <a:lnTo>
                    <a:pt x="255269" y="730757"/>
                  </a:lnTo>
                </a:path>
                <a:path w="1075689" h="2016760">
                  <a:moveTo>
                    <a:pt x="96011" y="839723"/>
                  </a:moveTo>
                  <a:lnTo>
                    <a:pt x="0" y="905255"/>
                  </a:lnTo>
                </a:path>
                <a:path w="1075689" h="2016760">
                  <a:moveTo>
                    <a:pt x="55625" y="609599"/>
                  </a:moveTo>
                  <a:lnTo>
                    <a:pt x="121157" y="705611"/>
                  </a:lnTo>
                </a:path>
                <a:path w="1075689" h="2016760">
                  <a:moveTo>
                    <a:pt x="230123" y="864869"/>
                  </a:moveTo>
                  <a:lnTo>
                    <a:pt x="296417" y="960881"/>
                  </a:lnTo>
                </a:path>
                <a:path w="1075689" h="2016760">
                  <a:moveTo>
                    <a:pt x="409193" y="1068323"/>
                  </a:moveTo>
                  <a:lnTo>
                    <a:pt x="355853" y="1104899"/>
                  </a:lnTo>
                </a:path>
                <a:path w="1075689" h="2016760">
                  <a:moveTo>
                    <a:pt x="364235" y="1059941"/>
                  </a:moveTo>
                  <a:lnTo>
                    <a:pt x="400811" y="1113281"/>
                  </a:lnTo>
                </a:path>
                <a:path w="1075689" h="2016760">
                  <a:moveTo>
                    <a:pt x="558545" y="966215"/>
                  </a:moveTo>
                  <a:lnTo>
                    <a:pt x="462533" y="1032509"/>
                  </a:lnTo>
                </a:path>
                <a:path w="1075689" h="2016760">
                  <a:moveTo>
                    <a:pt x="303275" y="1141475"/>
                  </a:moveTo>
                  <a:lnTo>
                    <a:pt x="207263" y="1207007"/>
                  </a:lnTo>
                </a:path>
                <a:path w="1075689" h="2016760">
                  <a:moveTo>
                    <a:pt x="262127" y="911351"/>
                  </a:moveTo>
                  <a:lnTo>
                    <a:pt x="328421" y="1007363"/>
                  </a:lnTo>
                </a:path>
                <a:path w="1075689" h="2016760">
                  <a:moveTo>
                    <a:pt x="437387" y="1166621"/>
                  </a:moveTo>
                  <a:lnTo>
                    <a:pt x="502919" y="1262633"/>
                  </a:lnTo>
                </a:path>
                <a:path w="1075689" h="2016760">
                  <a:moveTo>
                    <a:pt x="641603" y="1408175"/>
                  </a:moveTo>
                  <a:lnTo>
                    <a:pt x="589025" y="1443989"/>
                  </a:lnTo>
                </a:path>
                <a:path w="1075689" h="2016760">
                  <a:moveTo>
                    <a:pt x="597407" y="1399793"/>
                  </a:moveTo>
                  <a:lnTo>
                    <a:pt x="633221" y="1452371"/>
                  </a:lnTo>
                </a:path>
                <a:path w="1075689" h="2016760">
                  <a:moveTo>
                    <a:pt x="790955" y="1305305"/>
                  </a:moveTo>
                  <a:lnTo>
                    <a:pt x="694943" y="1371599"/>
                  </a:lnTo>
                </a:path>
                <a:path w="1075689" h="2016760">
                  <a:moveTo>
                    <a:pt x="535685" y="1480565"/>
                  </a:moveTo>
                  <a:lnTo>
                    <a:pt x="439673" y="1546859"/>
                  </a:lnTo>
                </a:path>
                <a:path w="1075689" h="2016760">
                  <a:moveTo>
                    <a:pt x="494537" y="1250441"/>
                  </a:moveTo>
                  <a:lnTo>
                    <a:pt x="560831" y="1346453"/>
                  </a:lnTo>
                </a:path>
                <a:path w="1075689" h="2016760">
                  <a:moveTo>
                    <a:pt x="669797" y="1505711"/>
                  </a:moveTo>
                  <a:lnTo>
                    <a:pt x="736091" y="1601723"/>
                  </a:lnTo>
                </a:path>
                <a:path w="1075689" h="2016760">
                  <a:moveTo>
                    <a:pt x="926591" y="1822703"/>
                  </a:moveTo>
                  <a:lnTo>
                    <a:pt x="873251" y="1859279"/>
                  </a:lnTo>
                </a:path>
                <a:path w="1075689" h="2016760">
                  <a:moveTo>
                    <a:pt x="881633" y="1814321"/>
                  </a:moveTo>
                  <a:lnTo>
                    <a:pt x="918209" y="1867661"/>
                  </a:lnTo>
                </a:path>
                <a:path w="1075689" h="2016760">
                  <a:moveTo>
                    <a:pt x="1075181" y="1720595"/>
                  </a:moveTo>
                  <a:lnTo>
                    <a:pt x="979169" y="1786127"/>
                  </a:lnTo>
                </a:path>
                <a:path w="1075689" h="2016760">
                  <a:moveTo>
                    <a:pt x="819911" y="1895093"/>
                  </a:moveTo>
                  <a:lnTo>
                    <a:pt x="723899" y="1961387"/>
                  </a:lnTo>
                </a:path>
                <a:path w="1075689" h="2016760">
                  <a:moveTo>
                    <a:pt x="779525" y="1664969"/>
                  </a:moveTo>
                  <a:lnTo>
                    <a:pt x="845057" y="1760981"/>
                  </a:lnTo>
                </a:path>
                <a:path w="1075689" h="2016760">
                  <a:moveTo>
                    <a:pt x="954023" y="1920239"/>
                  </a:moveTo>
                  <a:lnTo>
                    <a:pt x="1020317" y="2016251"/>
                  </a:lnTo>
                </a:path>
                <a:path w="1075689" h="2016760">
                  <a:moveTo>
                    <a:pt x="216407" y="384809"/>
                  </a:moveTo>
                  <a:lnTo>
                    <a:pt x="589025" y="128777"/>
                  </a:lnTo>
                </a:path>
                <a:path w="1075689" h="2016760">
                  <a:moveTo>
                    <a:pt x="213359" y="758951"/>
                  </a:moveTo>
                  <a:lnTo>
                    <a:pt x="762761" y="382523"/>
                  </a:lnTo>
                </a:path>
                <a:path w="1075689" h="2016760">
                  <a:moveTo>
                    <a:pt x="451865" y="89915"/>
                  </a:moveTo>
                  <a:lnTo>
                    <a:pt x="390143" y="0"/>
                  </a:lnTo>
                </a:path>
                <a:path w="1075689" h="2016760">
                  <a:moveTo>
                    <a:pt x="749807" y="524255"/>
                  </a:moveTo>
                  <a:lnTo>
                    <a:pt x="811529" y="614933"/>
                  </a:lnTo>
                  <a:lnTo>
                    <a:pt x="921257" y="61493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082796" y="2689098"/>
              <a:ext cx="78105" cy="100965"/>
            </a:xfrm>
            <a:custGeom>
              <a:avLst/>
              <a:gdLst/>
              <a:ahLst/>
              <a:cxnLst/>
              <a:rect l="l" t="t" r="r" b="b"/>
              <a:pathLst>
                <a:path w="78104" h="100964">
                  <a:moveTo>
                    <a:pt x="30479" y="0"/>
                  </a:moveTo>
                  <a:lnTo>
                    <a:pt x="0" y="20573"/>
                  </a:lnTo>
                  <a:lnTo>
                    <a:pt x="77723" y="100583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082796" y="2689098"/>
              <a:ext cx="78105" cy="100965"/>
            </a:xfrm>
            <a:custGeom>
              <a:avLst/>
              <a:gdLst/>
              <a:ahLst/>
              <a:cxnLst/>
              <a:rect l="l" t="t" r="r" b="b"/>
              <a:pathLst>
                <a:path w="78104" h="100964">
                  <a:moveTo>
                    <a:pt x="30479" y="0"/>
                  </a:moveTo>
                  <a:lnTo>
                    <a:pt x="0" y="20573"/>
                  </a:lnTo>
                  <a:lnTo>
                    <a:pt x="77723" y="100583"/>
                  </a:lnTo>
                  <a:lnTo>
                    <a:pt x="3047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334256" y="3043428"/>
              <a:ext cx="77470" cy="100965"/>
            </a:xfrm>
            <a:custGeom>
              <a:avLst/>
              <a:gdLst/>
              <a:ahLst/>
              <a:cxnLst/>
              <a:rect l="l" t="t" r="r" b="b"/>
              <a:pathLst>
                <a:path w="77470" h="100964">
                  <a:moveTo>
                    <a:pt x="0" y="0"/>
                  </a:moveTo>
                  <a:lnTo>
                    <a:pt x="46481" y="100583"/>
                  </a:lnTo>
                  <a:lnTo>
                    <a:pt x="76961" y="800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334256" y="3043428"/>
              <a:ext cx="77470" cy="100965"/>
            </a:xfrm>
            <a:custGeom>
              <a:avLst/>
              <a:gdLst/>
              <a:ahLst/>
              <a:cxnLst/>
              <a:rect l="l" t="t" r="r" b="b"/>
              <a:pathLst>
                <a:path w="77470" h="100964">
                  <a:moveTo>
                    <a:pt x="76961" y="80009"/>
                  </a:moveTo>
                  <a:lnTo>
                    <a:pt x="46481" y="100583"/>
                  </a:lnTo>
                  <a:lnTo>
                    <a:pt x="0" y="0"/>
                  </a:lnTo>
                  <a:lnTo>
                    <a:pt x="76961" y="800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4595876" y="3112149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.336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3857815" y="2459545"/>
            <a:ext cx="1162685" cy="1215390"/>
            <a:chOff x="3857815" y="2459545"/>
            <a:chExt cx="1162685" cy="1215390"/>
          </a:xfrm>
        </p:grpSpPr>
        <p:sp>
          <p:nvSpPr>
            <p:cNvPr id="137" name="object 137"/>
            <p:cNvSpPr/>
            <p:nvPr/>
          </p:nvSpPr>
          <p:spPr>
            <a:xfrm>
              <a:off x="3862577" y="2464308"/>
              <a:ext cx="1153160" cy="1205865"/>
            </a:xfrm>
            <a:custGeom>
              <a:avLst/>
              <a:gdLst/>
              <a:ahLst/>
              <a:cxnLst/>
              <a:rect l="l" t="t" r="r" b="b"/>
              <a:pathLst>
                <a:path w="1153160" h="1205864">
                  <a:moveTo>
                    <a:pt x="0" y="529589"/>
                  </a:moveTo>
                  <a:lnTo>
                    <a:pt x="772667" y="0"/>
                  </a:lnTo>
                </a:path>
                <a:path w="1153160" h="1205864">
                  <a:moveTo>
                    <a:pt x="204215" y="1205483"/>
                  </a:moveTo>
                  <a:lnTo>
                    <a:pt x="1152905" y="554735"/>
                  </a:lnTo>
                </a:path>
                <a:path w="1153160" h="1205864">
                  <a:moveTo>
                    <a:pt x="758951" y="142493"/>
                  </a:moveTo>
                  <a:lnTo>
                    <a:pt x="810767" y="217931"/>
                  </a:lnTo>
                </a:path>
                <a:path w="1153160" h="1205864">
                  <a:moveTo>
                    <a:pt x="1015745" y="515873"/>
                  </a:moveTo>
                  <a:lnTo>
                    <a:pt x="963167" y="44043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4559807" y="2516124"/>
              <a:ext cx="77470" cy="100965"/>
            </a:xfrm>
            <a:custGeom>
              <a:avLst/>
              <a:gdLst/>
              <a:ahLst/>
              <a:cxnLst/>
              <a:rect l="l" t="t" r="r" b="b"/>
              <a:pathLst>
                <a:path w="77470" h="100964">
                  <a:moveTo>
                    <a:pt x="0" y="0"/>
                  </a:moveTo>
                  <a:lnTo>
                    <a:pt x="46481" y="100583"/>
                  </a:lnTo>
                  <a:lnTo>
                    <a:pt x="76961" y="800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559807" y="2516124"/>
              <a:ext cx="77470" cy="100965"/>
            </a:xfrm>
            <a:custGeom>
              <a:avLst/>
              <a:gdLst/>
              <a:ahLst/>
              <a:cxnLst/>
              <a:rect l="l" t="t" r="r" b="b"/>
              <a:pathLst>
                <a:path w="77470" h="100964">
                  <a:moveTo>
                    <a:pt x="76961" y="80009"/>
                  </a:moveTo>
                  <a:lnTo>
                    <a:pt x="46481" y="100583"/>
                  </a:lnTo>
                  <a:lnTo>
                    <a:pt x="0" y="0"/>
                  </a:lnTo>
                  <a:lnTo>
                    <a:pt x="76961" y="800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863083" y="2970276"/>
              <a:ext cx="77470" cy="100965"/>
            </a:xfrm>
            <a:custGeom>
              <a:avLst/>
              <a:gdLst/>
              <a:ahLst/>
              <a:cxnLst/>
              <a:rect l="l" t="t" r="r" b="b"/>
              <a:pathLst>
                <a:path w="77470" h="100964">
                  <a:moveTo>
                    <a:pt x="29717" y="0"/>
                  </a:moveTo>
                  <a:lnTo>
                    <a:pt x="0" y="20573"/>
                  </a:lnTo>
                  <a:lnTo>
                    <a:pt x="76961" y="100583"/>
                  </a:lnTo>
                  <a:lnTo>
                    <a:pt x="29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863083" y="2970276"/>
              <a:ext cx="77470" cy="100965"/>
            </a:xfrm>
            <a:custGeom>
              <a:avLst/>
              <a:gdLst/>
              <a:ahLst/>
              <a:cxnLst/>
              <a:rect l="l" t="t" r="r" b="b"/>
              <a:pathLst>
                <a:path w="77470" h="100964">
                  <a:moveTo>
                    <a:pt x="29717" y="0"/>
                  </a:moveTo>
                  <a:lnTo>
                    <a:pt x="0" y="20573"/>
                  </a:lnTo>
                  <a:lnTo>
                    <a:pt x="76961" y="100583"/>
                  </a:lnTo>
                  <a:lnTo>
                    <a:pt x="29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2" name="object 142"/>
          <p:cNvSpPr txBox="1"/>
          <p:nvPr/>
        </p:nvSpPr>
        <p:spPr>
          <a:xfrm>
            <a:off x="4584446" y="2681619"/>
            <a:ext cx="32385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0" dirty="0">
                <a:latin typeface="Arial MT"/>
                <a:cs typeface="Arial MT"/>
              </a:rPr>
              <a:t>.736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3858005" y="2008632"/>
            <a:ext cx="2337435" cy="2420620"/>
            <a:chOff x="3858005" y="2008632"/>
            <a:chExt cx="2337435" cy="2420620"/>
          </a:xfrm>
        </p:grpSpPr>
        <p:sp>
          <p:nvSpPr>
            <p:cNvPr id="144" name="object 144"/>
            <p:cNvSpPr/>
            <p:nvPr/>
          </p:nvSpPr>
          <p:spPr>
            <a:xfrm>
              <a:off x="3862577" y="2234184"/>
              <a:ext cx="1720850" cy="1775460"/>
            </a:xfrm>
            <a:custGeom>
              <a:avLst/>
              <a:gdLst/>
              <a:ahLst/>
              <a:cxnLst/>
              <a:rect l="l" t="t" r="r" b="b"/>
              <a:pathLst>
                <a:path w="1720850" h="1775460">
                  <a:moveTo>
                    <a:pt x="0" y="759713"/>
                  </a:moveTo>
                  <a:lnTo>
                    <a:pt x="1107947" y="0"/>
                  </a:lnTo>
                </a:path>
                <a:path w="1720850" h="1775460">
                  <a:moveTo>
                    <a:pt x="436625" y="1775459"/>
                  </a:moveTo>
                  <a:lnTo>
                    <a:pt x="1720595" y="894587"/>
                  </a:lnTo>
                </a:path>
                <a:path w="1720850" h="1775460">
                  <a:moveTo>
                    <a:pt x="1094231" y="142493"/>
                  </a:moveTo>
                  <a:lnTo>
                    <a:pt x="1262633" y="387857"/>
                  </a:lnTo>
                </a:path>
                <a:path w="1720850" h="1775460">
                  <a:moveTo>
                    <a:pt x="1583435" y="855725"/>
                  </a:moveTo>
                  <a:lnTo>
                    <a:pt x="1415033" y="60959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95087" y="2286000"/>
              <a:ext cx="76961" cy="100583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30773" y="3079241"/>
              <a:ext cx="76961" cy="101345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3862577" y="2013204"/>
              <a:ext cx="2327910" cy="2411095"/>
            </a:xfrm>
            <a:custGeom>
              <a:avLst/>
              <a:gdLst/>
              <a:ahLst/>
              <a:cxnLst/>
              <a:rect l="l" t="t" r="r" b="b"/>
              <a:pathLst>
                <a:path w="2327910" h="2411095">
                  <a:moveTo>
                    <a:pt x="0" y="980693"/>
                  </a:moveTo>
                  <a:lnTo>
                    <a:pt x="1430273" y="0"/>
                  </a:lnTo>
                </a:path>
                <a:path w="2327910" h="2411095">
                  <a:moveTo>
                    <a:pt x="720851" y="2410967"/>
                  </a:moveTo>
                  <a:lnTo>
                    <a:pt x="2327909" y="1309115"/>
                  </a:lnTo>
                </a:path>
                <a:path w="2327910" h="2411095">
                  <a:moveTo>
                    <a:pt x="1416557" y="142493"/>
                  </a:moveTo>
                  <a:lnTo>
                    <a:pt x="1727453" y="595121"/>
                  </a:lnTo>
                </a:path>
                <a:path w="2327910" h="2411095">
                  <a:moveTo>
                    <a:pt x="2189987" y="1270253"/>
                  </a:moveTo>
                  <a:lnTo>
                    <a:pt x="1879853" y="816863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17413" y="2065020"/>
              <a:ext cx="76961" cy="100583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38088" y="3272790"/>
              <a:ext cx="76961" cy="101345"/>
            </a:xfrm>
            <a:prstGeom prst="rect">
              <a:avLst/>
            </a:prstGeom>
          </p:spPr>
        </p:pic>
      </p:grpSp>
      <p:sp>
        <p:nvSpPr>
          <p:cNvPr id="150" name="object 150"/>
          <p:cNvSpPr txBox="1"/>
          <p:nvPr/>
        </p:nvSpPr>
        <p:spPr>
          <a:xfrm>
            <a:off x="4992115" y="2607705"/>
            <a:ext cx="87376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aseline="-4629" dirty="0">
                <a:latin typeface="Arial MT"/>
                <a:cs typeface="Arial MT"/>
              </a:rPr>
              <a:t>1.186</a:t>
            </a:r>
            <a:r>
              <a:rPr sz="1800" spc="465" baseline="-4629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1.736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4672583" y="4808220"/>
            <a:ext cx="736600" cy="561975"/>
            <a:chOff x="4672583" y="4808220"/>
            <a:chExt cx="736600" cy="561975"/>
          </a:xfrm>
        </p:grpSpPr>
        <p:sp>
          <p:nvSpPr>
            <p:cNvPr id="152" name="object 152"/>
            <p:cNvSpPr/>
            <p:nvPr/>
          </p:nvSpPr>
          <p:spPr>
            <a:xfrm>
              <a:off x="4677155" y="4812792"/>
              <a:ext cx="727075" cy="552450"/>
            </a:xfrm>
            <a:custGeom>
              <a:avLst/>
              <a:gdLst/>
              <a:ahLst/>
              <a:cxnLst/>
              <a:rect l="l" t="t" r="r" b="b"/>
              <a:pathLst>
                <a:path w="727075" h="552450">
                  <a:moveTo>
                    <a:pt x="0" y="259079"/>
                  </a:moveTo>
                  <a:lnTo>
                    <a:pt x="201167" y="552449"/>
                  </a:lnTo>
                </a:path>
                <a:path w="727075" h="552450">
                  <a:moveTo>
                    <a:pt x="377189" y="0"/>
                  </a:moveTo>
                  <a:lnTo>
                    <a:pt x="578357" y="294131"/>
                  </a:lnTo>
                </a:path>
                <a:path w="727075" h="552450">
                  <a:moveTo>
                    <a:pt x="240029" y="415289"/>
                  </a:moveTo>
                  <a:lnTo>
                    <a:pt x="436625" y="280415"/>
                  </a:lnTo>
                </a:path>
                <a:path w="727075" h="552450">
                  <a:moveTo>
                    <a:pt x="526541" y="218693"/>
                  </a:moveTo>
                  <a:lnTo>
                    <a:pt x="617219" y="156209"/>
                  </a:lnTo>
                  <a:lnTo>
                    <a:pt x="726947" y="15620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827269" y="5212842"/>
              <a:ext cx="100965" cy="77470"/>
            </a:xfrm>
            <a:custGeom>
              <a:avLst/>
              <a:gdLst/>
              <a:ahLst/>
              <a:cxnLst/>
              <a:rect l="l" t="t" r="r" b="b"/>
              <a:pathLst>
                <a:path w="100964" h="77470">
                  <a:moveTo>
                    <a:pt x="80009" y="0"/>
                  </a:moveTo>
                  <a:lnTo>
                    <a:pt x="0" y="76961"/>
                  </a:lnTo>
                  <a:lnTo>
                    <a:pt x="100583" y="29717"/>
                  </a:lnTo>
                  <a:lnTo>
                    <a:pt x="800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827269" y="5212842"/>
              <a:ext cx="100965" cy="77470"/>
            </a:xfrm>
            <a:custGeom>
              <a:avLst/>
              <a:gdLst/>
              <a:ahLst/>
              <a:cxnLst/>
              <a:rect l="l" t="t" r="r" b="b"/>
              <a:pathLst>
                <a:path w="100964" h="77470">
                  <a:moveTo>
                    <a:pt x="80009" y="0"/>
                  </a:moveTo>
                  <a:lnTo>
                    <a:pt x="100583" y="29717"/>
                  </a:lnTo>
                  <a:lnTo>
                    <a:pt x="0" y="76961"/>
                  </a:lnTo>
                  <a:lnTo>
                    <a:pt x="80009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103113" y="5031486"/>
              <a:ext cx="100965" cy="77470"/>
            </a:xfrm>
            <a:custGeom>
              <a:avLst/>
              <a:gdLst/>
              <a:ahLst/>
              <a:cxnLst/>
              <a:rect l="l" t="t" r="r" b="b"/>
              <a:pathLst>
                <a:path w="100964" h="77470">
                  <a:moveTo>
                    <a:pt x="100583" y="0"/>
                  </a:moveTo>
                  <a:lnTo>
                    <a:pt x="0" y="46481"/>
                  </a:lnTo>
                  <a:lnTo>
                    <a:pt x="20573" y="76961"/>
                  </a:lnTo>
                  <a:lnTo>
                    <a:pt x="1005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103113" y="5031486"/>
              <a:ext cx="100965" cy="77470"/>
            </a:xfrm>
            <a:custGeom>
              <a:avLst/>
              <a:gdLst/>
              <a:ahLst/>
              <a:cxnLst/>
              <a:rect l="l" t="t" r="r" b="b"/>
              <a:pathLst>
                <a:path w="100964" h="77470">
                  <a:moveTo>
                    <a:pt x="0" y="46481"/>
                  </a:moveTo>
                  <a:lnTo>
                    <a:pt x="20573" y="76961"/>
                  </a:lnTo>
                  <a:lnTo>
                    <a:pt x="100583" y="0"/>
                  </a:lnTo>
                  <a:lnTo>
                    <a:pt x="0" y="4648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7" name="object 157"/>
          <p:cNvSpPr txBox="1"/>
          <p:nvPr/>
        </p:nvSpPr>
        <p:spPr>
          <a:xfrm>
            <a:off x="5432552" y="4857129"/>
            <a:ext cx="15367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25" dirty="0">
                <a:latin typeface="Arial MT"/>
                <a:cs typeface="Arial MT"/>
              </a:rPr>
              <a:t>.5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7CE9D4F-0C48-32BA-3462-BED9A14264DD}"/>
              </a:ext>
            </a:extLst>
          </p:cNvPr>
          <p:cNvSpPr txBox="1"/>
          <p:nvPr/>
        </p:nvSpPr>
        <p:spPr>
          <a:xfrm>
            <a:off x="5136641" y="6270920"/>
            <a:ext cx="4681855" cy="11423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62733" y="4936997"/>
            <a:ext cx="266065" cy="266065"/>
            <a:chOff x="2062733" y="4936997"/>
            <a:chExt cx="266065" cy="2660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1501" y="4985765"/>
              <a:ext cx="168401" cy="16840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71877" y="4946141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0" y="123824"/>
                  </a:moveTo>
                  <a:lnTo>
                    <a:pt x="9730" y="172023"/>
                  </a:lnTo>
                  <a:lnTo>
                    <a:pt x="36267" y="211382"/>
                  </a:lnTo>
                  <a:lnTo>
                    <a:pt x="75626" y="237919"/>
                  </a:lnTo>
                  <a:lnTo>
                    <a:pt x="123824" y="247649"/>
                  </a:lnTo>
                  <a:lnTo>
                    <a:pt x="172023" y="237919"/>
                  </a:lnTo>
                  <a:lnTo>
                    <a:pt x="211382" y="211382"/>
                  </a:lnTo>
                  <a:lnTo>
                    <a:pt x="237919" y="172023"/>
                  </a:lnTo>
                  <a:lnTo>
                    <a:pt x="247649" y="123824"/>
                  </a:lnTo>
                  <a:lnTo>
                    <a:pt x="237919" y="75626"/>
                  </a:lnTo>
                  <a:lnTo>
                    <a:pt x="211382" y="36267"/>
                  </a:lnTo>
                  <a:lnTo>
                    <a:pt x="172023" y="9730"/>
                  </a:lnTo>
                  <a:lnTo>
                    <a:pt x="123824" y="0"/>
                  </a:lnTo>
                  <a:lnTo>
                    <a:pt x="75626" y="9730"/>
                  </a:lnTo>
                  <a:lnTo>
                    <a:pt x="36267" y="36267"/>
                  </a:lnTo>
                  <a:lnTo>
                    <a:pt x="9730" y="75626"/>
                  </a:lnTo>
                  <a:lnTo>
                    <a:pt x="0" y="123824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171444" y="4936997"/>
            <a:ext cx="266065" cy="266065"/>
            <a:chOff x="3171444" y="4936997"/>
            <a:chExt cx="266065" cy="2660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0212" y="4985765"/>
              <a:ext cx="168401" cy="16840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80588" y="4946141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0" y="123824"/>
                  </a:moveTo>
                  <a:lnTo>
                    <a:pt x="9730" y="172023"/>
                  </a:lnTo>
                  <a:lnTo>
                    <a:pt x="36267" y="211382"/>
                  </a:lnTo>
                  <a:lnTo>
                    <a:pt x="75626" y="237919"/>
                  </a:lnTo>
                  <a:lnTo>
                    <a:pt x="123824" y="247649"/>
                  </a:lnTo>
                  <a:lnTo>
                    <a:pt x="172023" y="237919"/>
                  </a:lnTo>
                  <a:lnTo>
                    <a:pt x="211382" y="211382"/>
                  </a:lnTo>
                  <a:lnTo>
                    <a:pt x="237919" y="172023"/>
                  </a:lnTo>
                  <a:lnTo>
                    <a:pt x="247649" y="123824"/>
                  </a:lnTo>
                  <a:lnTo>
                    <a:pt x="237919" y="75626"/>
                  </a:lnTo>
                  <a:lnTo>
                    <a:pt x="211382" y="36267"/>
                  </a:lnTo>
                  <a:lnTo>
                    <a:pt x="172023" y="9730"/>
                  </a:lnTo>
                  <a:lnTo>
                    <a:pt x="123824" y="0"/>
                  </a:lnTo>
                  <a:lnTo>
                    <a:pt x="75626" y="9730"/>
                  </a:lnTo>
                  <a:lnTo>
                    <a:pt x="36267" y="36267"/>
                  </a:lnTo>
                  <a:lnTo>
                    <a:pt x="9730" y="75626"/>
                  </a:lnTo>
                  <a:lnTo>
                    <a:pt x="0" y="123824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617470" y="3976115"/>
            <a:ext cx="266065" cy="266065"/>
            <a:chOff x="2617470" y="3976115"/>
            <a:chExt cx="266065" cy="26606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6238" y="4024883"/>
              <a:ext cx="168401" cy="16840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26614" y="3985259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0" y="123824"/>
                  </a:moveTo>
                  <a:lnTo>
                    <a:pt x="9730" y="172023"/>
                  </a:lnTo>
                  <a:lnTo>
                    <a:pt x="36267" y="211382"/>
                  </a:lnTo>
                  <a:lnTo>
                    <a:pt x="75626" y="237919"/>
                  </a:lnTo>
                  <a:lnTo>
                    <a:pt x="123824" y="247649"/>
                  </a:lnTo>
                  <a:lnTo>
                    <a:pt x="172023" y="237919"/>
                  </a:lnTo>
                  <a:lnTo>
                    <a:pt x="211382" y="211382"/>
                  </a:lnTo>
                  <a:lnTo>
                    <a:pt x="237919" y="172023"/>
                  </a:lnTo>
                  <a:lnTo>
                    <a:pt x="247649" y="123824"/>
                  </a:lnTo>
                  <a:lnTo>
                    <a:pt x="237919" y="75626"/>
                  </a:lnTo>
                  <a:lnTo>
                    <a:pt x="211382" y="36267"/>
                  </a:lnTo>
                  <a:lnTo>
                    <a:pt x="172023" y="9730"/>
                  </a:lnTo>
                  <a:lnTo>
                    <a:pt x="123824" y="0"/>
                  </a:lnTo>
                  <a:lnTo>
                    <a:pt x="75626" y="9730"/>
                  </a:lnTo>
                  <a:lnTo>
                    <a:pt x="36267" y="36267"/>
                  </a:lnTo>
                  <a:lnTo>
                    <a:pt x="9730" y="75626"/>
                  </a:lnTo>
                  <a:lnTo>
                    <a:pt x="0" y="123824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895094" y="3893820"/>
            <a:ext cx="1710689" cy="1710689"/>
            <a:chOff x="1895094" y="3893820"/>
            <a:chExt cx="1710689" cy="1710689"/>
          </a:xfrm>
        </p:grpSpPr>
        <p:sp>
          <p:nvSpPr>
            <p:cNvPr id="12" name="object 12"/>
            <p:cNvSpPr/>
            <p:nvPr/>
          </p:nvSpPr>
          <p:spPr>
            <a:xfrm>
              <a:off x="2216657" y="4216908"/>
              <a:ext cx="1066165" cy="1066165"/>
            </a:xfrm>
            <a:custGeom>
              <a:avLst/>
              <a:gdLst/>
              <a:ahLst/>
              <a:cxnLst/>
              <a:rect l="l" t="t" r="r" b="b"/>
              <a:pathLst>
                <a:path w="1066164" h="1066164">
                  <a:moveTo>
                    <a:pt x="1066037" y="532637"/>
                  </a:moveTo>
                  <a:lnTo>
                    <a:pt x="1064513" y="493013"/>
                  </a:lnTo>
                  <a:lnTo>
                    <a:pt x="1059941" y="453389"/>
                  </a:lnTo>
                  <a:lnTo>
                    <a:pt x="1058417" y="447293"/>
                  </a:lnTo>
                </a:path>
                <a:path w="1066164" h="1066164">
                  <a:moveTo>
                    <a:pt x="1050035" y="405383"/>
                  </a:moveTo>
                  <a:lnTo>
                    <a:pt x="1042415" y="375665"/>
                  </a:lnTo>
                  <a:lnTo>
                    <a:pt x="1028699" y="338327"/>
                  </a:lnTo>
                  <a:lnTo>
                    <a:pt x="1022603" y="324611"/>
                  </a:lnTo>
                </a:path>
                <a:path w="1066164" h="1066164">
                  <a:moveTo>
                    <a:pt x="1004315" y="285749"/>
                  </a:moveTo>
                  <a:lnTo>
                    <a:pt x="994409" y="266699"/>
                  </a:lnTo>
                  <a:lnTo>
                    <a:pt x="973073" y="233171"/>
                  </a:lnTo>
                  <a:lnTo>
                    <a:pt x="958595" y="213359"/>
                  </a:lnTo>
                </a:path>
                <a:path w="1066164" h="1066164">
                  <a:moveTo>
                    <a:pt x="931925" y="179831"/>
                  </a:moveTo>
                  <a:lnTo>
                    <a:pt x="923543" y="170687"/>
                  </a:lnTo>
                  <a:lnTo>
                    <a:pt x="895349" y="142493"/>
                  </a:lnTo>
                  <a:lnTo>
                    <a:pt x="869441" y="120395"/>
                  </a:lnTo>
                </a:path>
                <a:path w="1066164" h="1066164">
                  <a:moveTo>
                    <a:pt x="835913" y="94487"/>
                  </a:moveTo>
                  <a:lnTo>
                    <a:pt x="832865" y="92963"/>
                  </a:lnTo>
                  <a:lnTo>
                    <a:pt x="799337" y="71627"/>
                  </a:lnTo>
                  <a:lnTo>
                    <a:pt x="764285" y="52577"/>
                  </a:lnTo>
                  <a:lnTo>
                    <a:pt x="761237" y="51815"/>
                  </a:lnTo>
                </a:path>
                <a:path w="1066164" h="1066164">
                  <a:moveTo>
                    <a:pt x="721613" y="35051"/>
                  </a:moveTo>
                  <a:lnTo>
                    <a:pt x="690371" y="23621"/>
                  </a:lnTo>
                  <a:lnTo>
                    <a:pt x="651509" y="13715"/>
                  </a:lnTo>
                  <a:lnTo>
                    <a:pt x="639317" y="11429"/>
                  </a:lnTo>
                </a:path>
                <a:path w="1066164" h="1066164">
                  <a:moveTo>
                    <a:pt x="596645" y="4571"/>
                  </a:moveTo>
                  <a:lnTo>
                    <a:pt x="573023" y="1523"/>
                  </a:lnTo>
                  <a:lnTo>
                    <a:pt x="533399" y="0"/>
                  </a:lnTo>
                  <a:lnTo>
                    <a:pt x="511301" y="761"/>
                  </a:lnTo>
                </a:path>
                <a:path w="1066164" h="1066164">
                  <a:moveTo>
                    <a:pt x="468629" y="4571"/>
                  </a:moveTo>
                  <a:lnTo>
                    <a:pt x="453389" y="6095"/>
                  </a:lnTo>
                  <a:lnTo>
                    <a:pt x="414527" y="13715"/>
                  </a:lnTo>
                  <a:lnTo>
                    <a:pt x="384809" y="21335"/>
                  </a:lnTo>
                </a:path>
                <a:path w="1066164" h="1066164">
                  <a:moveTo>
                    <a:pt x="343661" y="35051"/>
                  </a:moveTo>
                  <a:lnTo>
                    <a:pt x="338327" y="37337"/>
                  </a:lnTo>
                  <a:lnTo>
                    <a:pt x="301751" y="52577"/>
                  </a:lnTo>
                  <a:lnTo>
                    <a:pt x="266699" y="71627"/>
                  </a:lnTo>
                </a:path>
                <a:path w="1066164" h="1066164">
                  <a:moveTo>
                    <a:pt x="230123" y="94487"/>
                  </a:moveTo>
                  <a:lnTo>
                    <a:pt x="201167" y="116585"/>
                  </a:lnTo>
                  <a:lnTo>
                    <a:pt x="170687" y="142493"/>
                  </a:lnTo>
                  <a:lnTo>
                    <a:pt x="163829" y="149351"/>
                  </a:lnTo>
                </a:path>
                <a:path w="1066164" h="1066164">
                  <a:moveTo>
                    <a:pt x="134111" y="179831"/>
                  </a:moveTo>
                  <a:lnTo>
                    <a:pt x="116585" y="201167"/>
                  </a:lnTo>
                  <a:lnTo>
                    <a:pt x="92963" y="233171"/>
                  </a:lnTo>
                  <a:lnTo>
                    <a:pt x="83057" y="248411"/>
                  </a:lnTo>
                </a:path>
                <a:path w="1066164" h="1066164">
                  <a:moveTo>
                    <a:pt x="61721" y="285749"/>
                  </a:moveTo>
                  <a:lnTo>
                    <a:pt x="52577" y="301751"/>
                  </a:lnTo>
                  <a:lnTo>
                    <a:pt x="37337" y="338327"/>
                  </a:lnTo>
                  <a:lnTo>
                    <a:pt x="27431" y="364997"/>
                  </a:lnTo>
                </a:path>
                <a:path w="1066164" h="1066164">
                  <a:moveTo>
                    <a:pt x="16001" y="406145"/>
                  </a:moveTo>
                  <a:lnTo>
                    <a:pt x="13715" y="414527"/>
                  </a:lnTo>
                  <a:lnTo>
                    <a:pt x="6095" y="453389"/>
                  </a:lnTo>
                  <a:lnTo>
                    <a:pt x="2285" y="490727"/>
                  </a:lnTo>
                </a:path>
                <a:path w="1066164" h="1066164">
                  <a:moveTo>
                    <a:pt x="0" y="533399"/>
                  </a:moveTo>
                  <a:lnTo>
                    <a:pt x="1523" y="573023"/>
                  </a:lnTo>
                  <a:lnTo>
                    <a:pt x="6095" y="612647"/>
                  </a:lnTo>
                  <a:lnTo>
                    <a:pt x="7619" y="618743"/>
                  </a:lnTo>
                </a:path>
                <a:path w="1066164" h="1066164">
                  <a:moveTo>
                    <a:pt x="16001" y="660653"/>
                  </a:moveTo>
                  <a:lnTo>
                    <a:pt x="23621" y="690371"/>
                  </a:lnTo>
                  <a:lnTo>
                    <a:pt x="37337" y="727709"/>
                  </a:lnTo>
                  <a:lnTo>
                    <a:pt x="43433" y="742187"/>
                  </a:lnTo>
                </a:path>
                <a:path w="1066164" h="1066164">
                  <a:moveTo>
                    <a:pt x="61721" y="781049"/>
                  </a:moveTo>
                  <a:lnTo>
                    <a:pt x="71627" y="799337"/>
                  </a:lnTo>
                  <a:lnTo>
                    <a:pt x="92963" y="832865"/>
                  </a:lnTo>
                  <a:lnTo>
                    <a:pt x="107441" y="853439"/>
                  </a:lnTo>
                </a:path>
                <a:path w="1066164" h="1066164">
                  <a:moveTo>
                    <a:pt x="134873" y="886205"/>
                  </a:moveTo>
                  <a:lnTo>
                    <a:pt x="142493" y="895349"/>
                  </a:lnTo>
                  <a:lnTo>
                    <a:pt x="170687" y="923543"/>
                  </a:lnTo>
                  <a:lnTo>
                    <a:pt x="196595" y="945641"/>
                  </a:lnTo>
                </a:path>
                <a:path w="1066164" h="1066164">
                  <a:moveTo>
                    <a:pt x="230885" y="971549"/>
                  </a:moveTo>
                  <a:lnTo>
                    <a:pt x="233171" y="973073"/>
                  </a:lnTo>
                  <a:lnTo>
                    <a:pt x="266699" y="994409"/>
                  </a:lnTo>
                  <a:lnTo>
                    <a:pt x="301751" y="1013459"/>
                  </a:lnTo>
                  <a:lnTo>
                    <a:pt x="304799" y="1014221"/>
                  </a:lnTo>
                </a:path>
                <a:path w="1066164" h="1066164">
                  <a:moveTo>
                    <a:pt x="344423" y="1030985"/>
                  </a:moveTo>
                  <a:lnTo>
                    <a:pt x="375665" y="1042415"/>
                  </a:lnTo>
                  <a:lnTo>
                    <a:pt x="414527" y="1052321"/>
                  </a:lnTo>
                  <a:lnTo>
                    <a:pt x="426719" y="1054607"/>
                  </a:lnTo>
                </a:path>
                <a:path w="1066164" h="1066164">
                  <a:moveTo>
                    <a:pt x="469391" y="1061465"/>
                  </a:moveTo>
                  <a:lnTo>
                    <a:pt x="493013" y="1064513"/>
                  </a:lnTo>
                  <a:lnTo>
                    <a:pt x="533399" y="1066037"/>
                  </a:lnTo>
                  <a:lnTo>
                    <a:pt x="554735" y="1065275"/>
                  </a:lnTo>
                </a:path>
                <a:path w="1066164" h="1066164">
                  <a:moveTo>
                    <a:pt x="598169" y="1061465"/>
                  </a:moveTo>
                  <a:lnTo>
                    <a:pt x="612647" y="1059941"/>
                  </a:lnTo>
                  <a:lnTo>
                    <a:pt x="651509" y="1052321"/>
                  </a:lnTo>
                  <a:lnTo>
                    <a:pt x="681989" y="1044701"/>
                  </a:lnTo>
                </a:path>
                <a:path w="1066164" h="1066164">
                  <a:moveTo>
                    <a:pt x="722375" y="1030985"/>
                  </a:moveTo>
                  <a:lnTo>
                    <a:pt x="727709" y="1028699"/>
                  </a:lnTo>
                  <a:lnTo>
                    <a:pt x="764285" y="1013459"/>
                  </a:lnTo>
                  <a:lnTo>
                    <a:pt x="799337" y="994409"/>
                  </a:lnTo>
                  <a:lnTo>
                    <a:pt x="800099" y="994409"/>
                  </a:lnTo>
                </a:path>
                <a:path w="1066164" h="1066164">
                  <a:moveTo>
                    <a:pt x="835913" y="970787"/>
                  </a:moveTo>
                  <a:lnTo>
                    <a:pt x="864869" y="949451"/>
                  </a:lnTo>
                  <a:lnTo>
                    <a:pt x="895349" y="923543"/>
                  </a:lnTo>
                  <a:lnTo>
                    <a:pt x="902207" y="916685"/>
                  </a:lnTo>
                </a:path>
                <a:path w="1066164" h="1066164">
                  <a:moveTo>
                    <a:pt x="931925" y="885443"/>
                  </a:moveTo>
                  <a:lnTo>
                    <a:pt x="949451" y="864869"/>
                  </a:lnTo>
                  <a:lnTo>
                    <a:pt x="973073" y="832865"/>
                  </a:lnTo>
                  <a:lnTo>
                    <a:pt x="983741" y="816863"/>
                  </a:lnTo>
                </a:path>
                <a:path w="1066164" h="1066164">
                  <a:moveTo>
                    <a:pt x="1005077" y="779525"/>
                  </a:moveTo>
                  <a:lnTo>
                    <a:pt x="1013459" y="764285"/>
                  </a:lnTo>
                  <a:lnTo>
                    <a:pt x="1028699" y="727709"/>
                  </a:lnTo>
                  <a:lnTo>
                    <a:pt x="1038605" y="701039"/>
                  </a:lnTo>
                </a:path>
                <a:path w="1066164" h="1066164">
                  <a:moveTo>
                    <a:pt x="1050035" y="659891"/>
                  </a:moveTo>
                  <a:lnTo>
                    <a:pt x="1052321" y="651509"/>
                  </a:lnTo>
                  <a:lnTo>
                    <a:pt x="1059941" y="612647"/>
                  </a:lnTo>
                  <a:lnTo>
                    <a:pt x="1063751" y="57530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04238" y="3902964"/>
              <a:ext cx="1692910" cy="1692910"/>
            </a:xfrm>
            <a:custGeom>
              <a:avLst/>
              <a:gdLst/>
              <a:ahLst/>
              <a:cxnLst/>
              <a:rect l="l" t="t" r="r" b="b"/>
              <a:pathLst>
                <a:path w="1692910" h="1692910">
                  <a:moveTo>
                    <a:pt x="0" y="846200"/>
                  </a:moveTo>
                  <a:lnTo>
                    <a:pt x="1339" y="894219"/>
                  </a:lnTo>
                  <a:lnTo>
                    <a:pt x="5310" y="941534"/>
                  </a:lnTo>
                  <a:lnTo>
                    <a:pt x="11841" y="988076"/>
                  </a:lnTo>
                  <a:lnTo>
                    <a:pt x="20861" y="1033772"/>
                  </a:lnTo>
                  <a:lnTo>
                    <a:pt x="32298" y="1078551"/>
                  </a:lnTo>
                  <a:lnTo>
                    <a:pt x="46080" y="1122341"/>
                  </a:lnTo>
                  <a:lnTo>
                    <a:pt x="62137" y="1165071"/>
                  </a:lnTo>
                  <a:lnTo>
                    <a:pt x="80397" y="1206671"/>
                  </a:lnTo>
                  <a:lnTo>
                    <a:pt x="100788" y="1247067"/>
                  </a:lnTo>
                  <a:lnTo>
                    <a:pt x="123239" y="1286189"/>
                  </a:lnTo>
                  <a:lnTo>
                    <a:pt x="147679" y="1323966"/>
                  </a:lnTo>
                  <a:lnTo>
                    <a:pt x="174035" y="1360325"/>
                  </a:lnTo>
                  <a:lnTo>
                    <a:pt x="202238" y="1395196"/>
                  </a:lnTo>
                  <a:lnTo>
                    <a:pt x="232215" y="1428507"/>
                  </a:lnTo>
                  <a:lnTo>
                    <a:pt x="263894" y="1460186"/>
                  </a:lnTo>
                  <a:lnTo>
                    <a:pt x="297205" y="1490163"/>
                  </a:lnTo>
                  <a:lnTo>
                    <a:pt x="332076" y="1518366"/>
                  </a:lnTo>
                  <a:lnTo>
                    <a:pt x="368435" y="1544722"/>
                  </a:lnTo>
                  <a:lnTo>
                    <a:pt x="406212" y="1569162"/>
                  </a:lnTo>
                  <a:lnTo>
                    <a:pt x="445334" y="1591613"/>
                  </a:lnTo>
                  <a:lnTo>
                    <a:pt x="485730" y="1612004"/>
                  </a:lnTo>
                  <a:lnTo>
                    <a:pt x="527329" y="1630264"/>
                  </a:lnTo>
                  <a:lnTo>
                    <a:pt x="570060" y="1646321"/>
                  </a:lnTo>
                  <a:lnTo>
                    <a:pt x="613850" y="1660103"/>
                  </a:lnTo>
                  <a:lnTo>
                    <a:pt x="658629" y="1671540"/>
                  </a:lnTo>
                  <a:lnTo>
                    <a:pt x="704325" y="1680560"/>
                  </a:lnTo>
                  <a:lnTo>
                    <a:pt x="750866" y="1687091"/>
                  </a:lnTo>
                  <a:lnTo>
                    <a:pt x="798182" y="1691062"/>
                  </a:lnTo>
                  <a:lnTo>
                    <a:pt x="846200" y="1692401"/>
                  </a:lnTo>
                  <a:lnTo>
                    <a:pt x="894219" y="1691062"/>
                  </a:lnTo>
                  <a:lnTo>
                    <a:pt x="941534" y="1687091"/>
                  </a:lnTo>
                  <a:lnTo>
                    <a:pt x="988076" y="1680560"/>
                  </a:lnTo>
                  <a:lnTo>
                    <a:pt x="1033772" y="1671540"/>
                  </a:lnTo>
                  <a:lnTo>
                    <a:pt x="1078551" y="1660103"/>
                  </a:lnTo>
                  <a:lnTo>
                    <a:pt x="1122341" y="1646321"/>
                  </a:lnTo>
                  <a:lnTo>
                    <a:pt x="1165071" y="1630264"/>
                  </a:lnTo>
                  <a:lnTo>
                    <a:pt x="1206671" y="1612004"/>
                  </a:lnTo>
                  <a:lnTo>
                    <a:pt x="1247067" y="1591613"/>
                  </a:lnTo>
                  <a:lnTo>
                    <a:pt x="1286189" y="1569162"/>
                  </a:lnTo>
                  <a:lnTo>
                    <a:pt x="1323966" y="1544722"/>
                  </a:lnTo>
                  <a:lnTo>
                    <a:pt x="1360325" y="1518366"/>
                  </a:lnTo>
                  <a:lnTo>
                    <a:pt x="1395196" y="1490163"/>
                  </a:lnTo>
                  <a:lnTo>
                    <a:pt x="1428507" y="1460186"/>
                  </a:lnTo>
                  <a:lnTo>
                    <a:pt x="1460186" y="1428507"/>
                  </a:lnTo>
                  <a:lnTo>
                    <a:pt x="1490163" y="1395196"/>
                  </a:lnTo>
                  <a:lnTo>
                    <a:pt x="1518366" y="1360325"/>
                  </a:lnTo>
                  <a:lnTo>
                    <a:pt x="1544722" y="1323966"/>
                  </a:lnTo>
                  <a:lnTo>
                    <a:pt x="1569162" y="1286189"/>
                  </a:lnTo>
                  <a:lnTo>
                    <a:pt x="1591613" y="1247067"/>
                  </a:lnTo>
                  <a:lnTo>
                    <a:pt x="1612004" y="1206671"/>
                  </a:lnTo>
                  <a:lnTo>
                    <a:pt x="1630264" y="1165071"/>
                  </a:lnTo>
                  <a:lnTo>
                    <a:pt x="1646321" y="1122341"/>
                  </a:lnTo>
                  <a:lnTo>
                    <a:pt x="1660103" y="1078551"/>
                  </a:lnTo>
                  <a:lnTo>
                    <a:pt x="1671540" y="1033772"/>
                  </a:lnTo>
                  <a:lnTo>
                    <a:pt x="1680560" y="988076"/>
                  </a:lnTo>
                  <a:lnTo>
                    <a:pt x="1687091" y="941534"/>
                  </a:lnTo>
                  <a:lnTo>
                    <a:pt x="1691062" y="894219"/>
                  </a:lnTo>
                  <a:lnTo>
                    <a:pt x="1692401" y="846200"/>
                  </a:lnTo>
                  <a:lnTo>
                    <a:pt x="1691062" y="798182"/>
                  </a:lnTo>
                  <a:lnTo>
                    <a:pt x="1687091" y="750866"/>
                  </a:lnTo>
                  <a:lnTo>
                    <a:pt x="1680560" y="704325"/>
                  </a:lnTo>
                  <a:lnTo>
                    <a:pt x="1671540" y="658629"/>
                  </a:lnTo>
                  <a:lnTo>
                    <a:pt x="1660103" y="613850"/>
                  </a:lnTo>
                  <a:lnTo>
                    <a:pt x="1646321" y="570060"/>
                  </a:lnTo>
                  <a:lnTo>
                    <a:pt x="1630264" y="527329"/>
                  </a:lnTo>
                  <a:lnTo>
                    <a:pt x="1612004" y="485730"/>
                  </a:lnTo>
                  <a:lnTo>
                    <a:pt x="1591613" y="445334"/>
                  </a:lnTo>
                  <a:lnTo>
                    <a:pt x="1569162" y="406212"/>
                  </a:lnTo>
                  <a:lnTo>
                    <a:pt x="1544722" y="368435"/>
                  </a:lnTo>
                  <a:lnTo>
                    <a:pt x="1518366" y="332076"/>
                  </a:lnTo>
                  <a:lnTo>
                    <a:pt x="1490163" y="297205"/>
                  </a:lnTo>
                  <a:lnTo>
                    <a:pt x="1460186" y="263894"/>
                  </a:lnTo>
                  <a:lnTo>
                    <a:pt x="1428507" y="232215"/>
                  </a:lnTo>
                  <a:lnTo>
                    <a:pt x="1395196" y="202238"/>
                  </a:lnTo>
                  <a:lnTo>
                    <a:pt x="1360325" y="174035"/>
                  </a:lnTo>
                  <a:lnTo>
                    <a:pt x="1323966" y="147679"/>
                  </a:lnTo>
                  <a:lnTo>
                    <a:pt x="1286189" y="123239"/>
                  </a:lnTo>
                  <a:lnTo>
                    <a:pt x="1247067" y="100788"/>
                  </a:lnTo>
                  <a:lnTo>
                    <a:pt x="1206671" y="80397"/>
                  </a:lnTo>
                  <a:lnTo>
                    <a:pt x="1165071" y="62137"/>
                  </a:lnTo>
                  <a:lnTo>
                    <a:pt x="1122341" y="46080"/>
                  </a:lnTo>
                  <a:lnTo>
                    <a:pt x="1078551" y="32298"/>
                  </a:lnTo>
                  <a:lnTo>
                    <a:pt x="1033772" y="20861"/>
                  </a:lnTo>
                  <a:lnTo>
                    <a:pt x="988076" y="11841"/>
                  </a:lnTo>
                  <a:lnTo>
                    <a:pt x="941534" y="5310"/>
                  </a:lnTo>
                  <a:lnTo>
                    <a:pt x="894219" y="1339"/>
                  </a:lnTo>
                  <a:lnTo>
                    <a:pt x="846200" y="0"/>
                  </a:lnTo>
                  <a:lnTo>
                    <a:pt x="798182" y="1339"/>
                  </a:lnTo>
                  <a:lnTo>
                    <a:pt x="750866" y="5310"/>
                  </a:lnTo>
                  <a:lnTo>
                    <a:pt x="704325" y="11841"/>
                  </a:lnTo>
                  <a:lnTo>
                    <a:pt x="658629" y="20861"/>
                  </a:lnTo>
                  <a:lnTo>
                    <a:pt x="613850" y="32298"/>
                  </a:lnTo>
                  <a:lnTo>
                    <a:pt x="570060" y="46080"/>
                  </a:lnTo>
                  <a:lnTo>
                    <a:pt x="527329" y="62137"/>
                  </a:lnTo>
                  <a:lnTo>
                    <a:pt x="485730" y="80397"/>
                  </a:lnTo>
                  <a:lnTo>
                    <a:pt x="445334" y="100788"/>
                  </a:lnTo>
                  <a:lnTo>
                    <a:pt x="406212" y="123239"/>
                  </a:lnTo>
                  <a:lnTo>
                    <a:pt x="368435" y="147679"/>
                  </a:lnTo>
                  <a:lnTo>
                    <a:pt x="332076" y="174035"/>
                  </a:lnTo>
                  <a:lnTo>
                    <a:pt x="297205" y="202238"/>
                  </a:lnTo>
                  <a:lnTo>
                    <a:pt x="263894" y="232215"/>
                  </a:lnTo>
                  <a:lnTo>
                    <a:pt x="232215" y="263894"/>
                  </a:lnTo>
                  <a:lnTo>
                    <a:pt x="202238" y="297205"/>
                  </a:lnTo>
                  <a:lnTo>
                    <a:pt x="174035" y="332076"/>
                  </a:lnTo>
                  <a:lnTo>
                    <a:pt x="147679" y="368435"/>
                  </a:lnTo>
                  <a:lnTo>
                    <a:pt x="123239" y="406212"/>
                  </a:lnTo>
                  <a:lnTo>
                    <a:pt x="100788" y="445334"/>
                  </a:lnTo>
                  <a:lnTo>
                    <a:pt x="80397" y="485730"/>
                  </a:lnTo>
                  <a:lnTo>
                    <a:pt x="62137" y="527329"/>
                  </a:lnTo>
                  <a:lnTo>
                    <a:pt x="46080" y="570060"/>
                  </a:lnTo>
                  <a:lnTo>
                    <a:pt x="32298" y="613850"/>
                  </a:lnTo>
                  <a:lnTo>
                    <a:pt x="20861" y="658629"/>
                  </a:lnTo>
                  <a:lnTo>
                    <a:pt x="11841" y="704325"/>
                  </a:lnTo>
                  <a:lnTo>
                    <a:pt x="5310" y="750866"/>
                  </a:lnTo>
                  <a:lnTo>
                    <a:pt x="1339" y="798182"/>
                  </a:lnTo>
                  <a:lnTo>
                    <a:pt x="0" y="84620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2071877" y="2045970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0" y="0"/>
                </a:lnTo>
                <a:lnTo>
                  <a:pt x="85343" y="0"/>
                </a:lnTo>
                <a:lnTo>
                  <a:pt x="102107" y="0"/>
                </a:lnTo>
              </a:path>
              <a:path w="247014">
                <a:moveTo>
                  <a:pt x="144779" y="0"/>
                </a:moveTo>
                <a:lnTo>
                  <a:pt x="144779" y="0"/>
                </a:lnTo>
                <a:lnTo>
                  <a:pt x="245363" y="0"/>
                </a:lnTo>
                <a:lnTo>
                  <a:pt x="24688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80587" y="2045970"/>
            <a:ext cx="247015" cy="0"/>
          </a:xfrm>
          <a:custGeom>
            <a:avLst/>
            <a:gdLst/>
            <a:ahLst/>
            <a:cxnLst/>
            <a:rect l="l" t="t" r="r" b="b"/>
            <a:pathLst>
              <a:path w="247014">
                <a:moveTo>
                  <a:pt x="0" y="0"/>
                </a:moveTo>
                <a:lnTo>
                  <a:pt x="0" y="0"/>
                </a:lnTo>
                <a:lnTo>
                  <a:pt x="85343" y="0"/>
                </a:lnTo>
                <a:lnTo>
                  <a:pt x="102107" y="0"/>
                </a:lnTo>
              </a:path>
              <a:path w="247014">
                <a:moveTo>
                  <a:pt x="144779" y="0"/>
                </a:moveTo>
                <a:lnTo>
                  <a:pt x="144779" y="0"/>
                </a:lnTo>
                <a:lnTo>
                  <a:pt x="245363" y="0"/>
                </a:lnTo>
                <a:lnTo>
                  <a:pt x="24688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25851" y="204597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>
                <a:moveTo>
                  <a:pt x="0" y="0"/>
                </a:moveTo>
                <a:lnTo>
                  <a:pt x="0" y="0"/>
                </a:lnTo>
                <a:lnTo>
                  <a:pt x="85343" y="0"/>
                </a:lnTo>
                <a:lnTo>
                  <a:pt x="102107" y="0"/>
                </a:lnTo>
              </a:path>
              <a:path w="247650">
                <a:moveTo>
                  <a:pt x="145541" y="0"/>
                </a:moveTo>
                <a:lnTo>
                  <a:pt x="145541" y="0"/>
                </a:lnTo>
                <a:lnTo>
                  <a:pt x="246125" y="0"/>
                </a:lnTo>
                <a:lnTo>
                  <a:pt x="247649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16657" y="1714500"/>
            <a:ext cx="1066165" cy="0"/>
          </a:xfrm>
          <a:custGeom>
            <a:avLst/>
            <a:gdLst/>
            <a:ahLst/>
            <a:cxnLst/>
            <a:rect l="l" t="t" r="r" b="b"/>
            <a:pathLst>
              <a:path w="1066164">
                <a:moveTo>
                  <a:pt x="0" y="0"/>
                </a:moveTo>
                <a:lnTo>
                  <a:pt x="0" y="0"/>
                </a:lnTo>
                <a:lnTo>
                  <a:pt x="1064513" y="0"/>
                </a:lnTo>
                <a:lnTo>
                  <a:pt x="1066037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03475" y="1943100"/>
            <a:ext cx="1692910" cy="0"/>
          </a:xfrm>
          <a:custGeom>
            <a:avLst/>
            <a:gdLst/>
            <a:ahLst/>
            <a:cxnLst/>
            <a:rect l="l" t="t" r="r" b="b"/>
            <a:pathLst>
              <a:path w="1692910">
                <a:moveTo>
                  <a:pt x="0" y="0"/>
                </a:moveTo>
                <a:lnTo>
                  <a:pt x="0" y="0"/>
                </a:lnTo>
                <a:lnTo>
                  <a:pt x="1690877" y="0"/>
                </a:lnTo>
                <a:lnTo>
                  <a:pt x="1692401" y="0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1894332" y="1714500"/>
            <a:ext cx="1710689" cy="467359"/>
            <a:chOff x="1894332" y="1714500"/>
            <a:chExt cx="1710689" cy="467359"/>
          </a:xfrm>
        </p:grpSpPr>
        <p:sp>
          <p:nvSpPr>
            <p:cNvPr id="20" name="object 20"/>
            <p:cNvSpPr/>
            <p:nvPr/>
          </p:nvSpPr>
          <p:spPr>
            <a:xfrm>
              <a:off x="1903476" y="2172462"/>
              <a:ext cx="1692910" cy="0"/>
            </a:xfrm>
            <a:custGeom>
              <a:avLst/>
              <a:gdLst/>
              <a:ahLst/>
              <a:cxnLst/>
              <a:rect l="l" t="t" r="r" b="b"/>
              <a:pathLst>
                <a:path w="1692910">
                  <a:moveTo>
                    <a:pt x="0" y="0"/>
                  </a:moveTo>
                  <a:lnTo>
                    <a:pt x="0" y="0"/>
                  </a:lnTo>
                  <a:lnTo>
                    <a:pt x="1690877" y="0"/>
                  </a:lnTo>
                  <a:lnTo>
                    <a:pt x="1692401" y="0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71878" y="1943100"/>
              <a:ext cx="1355725" cy="229870"/>
            </a:xfrm>
            <a:custGeom>
              <a:avLst/>
              <a:gdLst/>
              <a:ahLst/>
              <a:cxnLst/>
              <a:rect l="l" t="t" r="r" b="b"/>
              <a:pathLst>
                <a:path w="1355725" h="229869">
                  <a:moveTo>
                    <a:pt x="0" y="229361"/>
                  </a:moveTo>
                  <a:lnTo>
                    <a:pt x="0" y="102869"/>
                  </a:lnTo>
                </a:path>
                <a:path w="1355725" h="229869">
                  <a:moveTo>
                    <a:pt x="246887" y="229361"/>
                  </a:moveTo>
                  <a:lnTo>
                    <a:pt x="246887" y="102869"/>
                  </a:lnTo>
                </a:path>
                <a:path w="1355725" h="229869">
                  <a:moveTo>
                    <a:pt x="48005" y="102869"/>
                  </a:moveTo>
                  <a:lnTo>
                    <a:pt x="48005" y="0"/>
                  </a:lnTo>
                </a:path>
                <a:path w="1355725" h="229869">
                  <a:moveTo>
                    <a:pt x="198119" y="102869"/>
                  </a:moveTo>
                  <a:lnTo>
                    <a:pt x="198119" y="0"/>
                  </a:lnTo>
                </a:path>
                <a:path w="1355725" h="229869">
                  <a:moveTo>
                    <a:pt x="1108709" y="229361"/>
                  </a:moveTo>
                  <a:lnTo>
                    <a:pt x="1108709" y="102869"/>
                  </a:lnTo>
                </a:path>
                <a:path w="1355725" h="229869">
                  <a:moveTo>
                    <a:pt x="1355597" y="229361"/>
                  </a:moveTo>
                  <a:lnTo>
                    <a:pt x="1355597" y="102869"/>
                  </a:lnTo>
                </a:path>
                <a:path w="1355725" h="229869">
                  <a:moveTo>
                    <a:pt x="1157477" y="102869"/>
                  </a:moveTo>
                  <a:lnTo>
                    <a:pt x="1157477" y="0"/>
                  </a:lnTo>
                </a:path>
                <a:path w="1355725" h="229869">
                  <a:moveTo>
                    <a:pt x="1307591" y="102869"/>
                  </a:moveTo>
                  <a:lnTo>
                    <a:pt x="1307591" y="0"/>
                  </a:lnTo>
                </a:path>
                <a:path w="1355725" h="229869">
                  <a:moveTo>
                    <a:pt x="553973" y="229361"/>
                  </a:moveTo>
                  <a:lnTo>
                    <a:pt x="553973" y="102869"/>
                  </a:lnTo>
                </a:path>
                <a:path w="1355725" h="229869">
                  <a:moveTo>
                    <a:pt x="801623" y="229361"/>
                  </a:moveTo>
                  <a:lnTo>
                    <a:pt x="801623" y="102869"/>
                  </a:lnTo>
                </a:path>
                <a:path w="1355725" h="229869">
                  <a:moveTo>
                    <a:pt x="602741" y="102869"/>
                  </a:moveTo>
                  <a:lnTo>
                    <a:pt x="602741" y="0"/>
                  </a:lnTo>
                </a:path>
                <a:path w="1355725" h="229869">
                  <a:moveTo>
                    <a:pt x="752855" y="102869"/>
                  </a:moveTo>
                  <a:lnTo>
                    <a:pt x="752855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03476" y="1714500"/>
              <a:ext cx="1692910" cy="458470"/>
            </a:xfrm>
            <a:custGeom>
              <a:avLst/>
              <a:gdLst/>
              <a:ahLst/>
              <a:cxnLst/>
              <a:rect l="l" t="t" r="r" b="b"/>
              <a:pathLst>
                <a:path w="1692910" h="458469">
                  <a:moveTo>
                    <a:pt x="313181" y="228599"/>
                  </a:moveTo>
                  <a:lnTo>
                    <a:pt x="313181" y="0"/>
                  </a:lnTo>
                </a:path>
                <a:path w="1692910" h="458469">
                  <a:moveTo>
                    <a:pt x="1379219" y="228599"/>
                  </a:moveTo>
                  <a:lnTo>
                    <a:pt x="1379219" y="0"/>
                  </a:lnTo>
                </a:path>
                <a:path w="1692910" h="458469">
                  <a:moveTo>
                    <a:pt x="0" y="457961"/>
                  </a:moveTo>
                  <a:lnTo>
                    <a:pt x="0" y="228599"/>
                  </a:lnTo>
                </a:path>
                <a:path w="1692910" h="458469">
                  <a:moveTo>
                    <a:pt x="1692401" y="457961"/>
                  </a:moveTo>
                  <a:lnTo>
                    <a:pt x="1692401" y="22859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252615" y="1185998"/>
            <a:ext cx="1376680" cy="1657985"/>
            <a:chOff x="6252615" y="1185998"/>
            <a:chExt cx="1376680" cy="1657985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0592" y="1195578"/>
              <a:ext cx="1360932" cy="16390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1739" y="1975421"/>
              <a:ext cx="193050" cy="24396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55837" y="2426525"/>
              <a:ext cx="193050" cy="24396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63407" y="1416113"/>
              <a:ext cx="193812" cy="24396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357792" y="1588460"/>
              <a:ext cx="161290" cy="280035"/>
            </a:xfrm>
            <a:custGeom>
              <a:avLst/>
              <a:gdLst/>
              <a:ahLst/>
              <a:cxnLst/>
              <a:rect l="l" t="t" r="r" b="b"/>
              <a:pathLst>
                <a:path w="161290" h="280035">
                  <a:moveTo>
                    <a:pt x="161061" y="279667"/>
                  </a:moveTo>
                  <a:lnTo>
                    <a:pt x="141539" y="229668"/>
                  </a:lnTo>
                  <a:lnTo>
                    <a:pt x="118802" y="180526"/>
                  </a:lnTo>
                  <a:lnTo>
                    <a:pt x="93064" y="132615"/>
                  </a:lnTo>
                  <a:lnTo>
                    <a:pt x="64541" y="86308"/>
                  </a:lnTo>
                  <a:lnTo>
                    <a:pt x="33448" y="41978"/>
                  </a:lnTo>
                  <a:lnTo>
                    <a:pt x="0" y="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99905" y="1195142"/>
              <a:ext cx="1020444" cy="1506220"/>
            </a:xfrm>
            <a:custGeom>
              <a:avLst/>
              <a:gdLst/>
              <a:ahLst/>
              <a:cxnLst/>
              <a:rect l="l" t="t" r="r" b="b"/>
              <a:pathLst>
                <a:path w="1020445" h="1506220">
                  <a:moveTo>
                    <a:pt x="844610" y="1506014"/>
                  </a:moveTo>
                  <a:lnTo>
                    <a:pt x="900345" y="1464219"/>
                  </a:lnTo>
                  <a:lnTo>
                    <a:pt x="945492" y="1410009"/>
                  </a:lnTo>
                  <a:lnTo>
                    <a:pt x="980047" y="1344708"/>
                  </a:lnTo>
                  <a:lnTo>
                    <a:pt x="993352" y="1308311"/>
                  </a:lnTo>
                  <a:lnTo>
                    <a:pt x="1004009" y="1269637"/>
                  </a:lnTo>
                  <a:lnTo>
                    <a:pt x="1012018" y="1228853"/>
                  </a:lnTo>
                  <a:lnTo>
                    <a:pt x="1017377" y="1186122"/>
                  </a:lnTo>
                  <a:lnTo>
                    <a:pt x="1020088" y="1141610"/>
                  </a:lnTo>
                  <a:lnTo>
                    <a:pt x="1020149" y="1095483"/>
                  </a:lnTo>
                  <a:lnTo>
                    <a:pt x="1017560" y="1047906"/>
                  </a:lnTo>
                  <a:lnTo>
                    <a:pt x="1012322" y="999045"/>
                  </a:lnTo>
                  <a:lnTo>
                    <a:pt x="1004434" y="949064"/>
                  </a:lnTo>
                  <a:lnTo>
                    <a:pt x="993896" y="898129"/>
                  </a:lnTo>
                  <a:lnTo>
                    <a:pt x="980707" y="846406"/>
                  </a:lnTo>
                  <a:lnTo>
                    <a:pt x="964868" y="794060"/>
                  </a:lnTo>
                  <a:lnTo>
                    <a:pt x="946377" y="741256"/>
                  </a:lnTo>
                  <a:lnTo>
                    <a:pt x="925236" y="688160"/>
                  </a:lnTo>
                  <a:lnTo>
                    <a:pt x="901444" y="634936"/>
                  </a:lnTo>
                  <a:lnTo>
                    <a:pt x="875000" y="581751"/>
                  </a:lnTo>
                  <a:lnTo>
                    <a:pt x="845904" y="528770"/>
                  </a:lnTo>
                  <a:lnTo>
                    <a:pt x="814681" y="477014"/>
                  </a:lnTo>
                  <a:lnTo>
                    <a:pt x="781951" y="427449"/>
                  </a:lnTo>
                  <a:lnTo>
                    <a:pt x="747857" y="380158"/>
                  </a:lnTo>
                  <a:lnTo>
                    <a:pt x="712543" y="335224"/>
                  </a:lnTo>
                  <a:lnTo>
                    <a:pt x="676150" y="292730"/>
                  </a:lnTo>
                  <a:lnTo>
                    <a:pt x="638824" y="252759"/>
                  </a:lnTo>
                  <a:lnTo>
                    <a:pt x="600706" y="215392"/>
                  </a:lnTo>
                  <a:lnTo>
                    <a:pt x="561939" y="180714"/>
                  </a:lnTo>
                  <a:lnTo>
                    <a:pt x="522668" y="148807"/>
                  </a:lnTo>
                  <a:lnTo>
                    <a:pt x="483035" y="119754"/>
                  </a:lnTo>
                  <a:lnTo>
                    <a:pt x="443183" y="93637"/>
                  </a:lnTo>
                  <a:lnTo>
                    <a:pt x="403255" y="70540"/>
                  </a:lnTo>
                  <a:lnTo>
                    <a:pt x="363395" y="50545"/>
                  </a:lnTo>
                  <a:lnTo>
                    <a:pt x="323746" y="33734"/>
                  </a:lnTo>
                  <a:lnTo>
                    <a:pt x="284450" y="20192"/>
                  </a:lnTo>
                  <a:lnTo>
                    <a:pt x="245652" y="10000"/>
                  </a:lnTo>
                  <a:lnTo>
                    <a:pt x="207493" y="3242"/>
                  </a:lnTo>
                  <a:lnTo>
                    <a:pt x="170118" y="0"/>
                  </a:lnTo>
                  <a:lnTo>
                    <a:pt x="133669" y="356"/>
                  </a:lnTo>
                  <a:lnTo>
                    <a:pt x="98289" y="4395"/>
                  </a:lnTo>
                  <a:lnTo>
                    <a:pt x="64123" y="12198"/>
                  </a:lnTo>
                  <a:lnTo>
                    <a:pt x="31312" y="23849"/>
                  </a:lnTo>
                  <a:lnTo>
                    <a:pt x="0" y="39430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61759" y="1288629"/>
              <a:ext cx="1196340" cy="1546225"/>
            </a:xfrm>
            <a:custGeom>
              <a:avLst/>
              <a:gdLst/>
              <a:ahLst/>
              <a:cxnLst/>
              <a:rect l="l" t="t" r="r" b="b"/>
              <a:pathLst>
                <a:path w="1196340" h="1546225">
                  <a:moveTo>
                    <a:pt x="0" y="428271"/>
                  </a:moveTo>
                  <a:lnTo>
                    <a:pt x="1191" y="472692"/>
                  </a:lnTo>
                  <a:lnTo>
                    <a:pt x="4689" y="517719"/>
                  </a:lnTo>
                  <a:lnTo>
                    <a:pt x="10424" y="563231"/>
                  </a:lnTo>
                  <a:lnTo>
                    <a:pt x="18324" y="609107"/>
                  </a:lnTo>
                  <a:lnTo>
                    <a:pt x="28322" y="655225"/>
                  </a:lnTo>
                  <a:lnTo>
                    <a:pt x="40345" y="701464"/>
                  </a:lnTo>
                  <a:lnTo>
                    <a:pt x="54325" y="747702"/>
                  </a:lnTo>
                  <a:lnTo>
                    <a:pt x="70191" y="793818"/>
                  </a:lnTo>
                  <a:lnTo>
                    <a:pt x="87872" y="839691"/>
                  </a:lnTo>
                  <a:lnTo>
                    <a:pt x="107300" y="885198"/>
                  </a:lnTo>
                  <a:lnTo>
                    <a:pt x="128403" y="930220"/>
                  </a:lnTo>
                  <a:lnTo>
                    <a:pt x="151112" y="974634"/>
                  </a:lnTo>
                  <a:lnTo>
                    <a:pt x="175356" y="1018319"/>
                  </a:lnTo>
                  <a:lnTo>
                    <a:pt x="201066" y="1061153"/>
                  </a:lnTo>
                  <a:lnTo>
                    <a:pt x="228171" y="1103015"/>
                  </a:lnTo>
                  <a:lnTo>
                    <a:pt x="256602" y="1143785"/>
                  </a:lnTo>
                  <a:lnTo>
                    <a:pt x="286288" y="1183339"/>
                  </a:lnTo>
                  <a:lnTo>
                    <a:pt x="317158" y="1221558"/>
                  </a:lnTo>
                  <a:lnTo>
                    <a:pt x="349144" y="1258319"/>
                  </a:lnTo>
                  <a:lnTo>
                    <a:pt x="382175" y="1293501"/>
                  </a:lnTo>
                  <a:lnTo>
                    <a:pt x="416180" y="1326983"/>
                  </a:lnTo>
                  <a:lnTo>
                    <a:pt x="451091" y="1358643"/>
                  </a:lnTo>
                  <a:lnTo>
                    <a:pt x="486835" y="1388360"/>
                  </a:lnTo>
                  <a:lnTo>
                    <a:pt x="523345" y="1416013"/>
                  </a:lnTo>
                  <a:lnTo>
                    <a:pt x="560549" y="1441480"/>
                  </a:lnTo>
                  <a:lnTo>
                    <a:pt x="598377" y="1464639"/>
                  </a:lnTo>
                  <a:lnTo>
                    <a:pt x="645121" y="1489496"/>
                  </a:lnTo>
                  <a:lnTo>
                    <a:pt x="690879" y="1509725"/>
                  </a:lnTo>
                  <a:lnTo>
                    <a:pt x="735520" y="1525406"/>
                  </a:lnTo>
                  <a:lnTo>
                    <a:pt x="778909" y="1536614"/>
                  </a:lnTo>
                  <a:lnTo>
                    <a:pt x="820914" y="1543427"/>
                  </a:lnTo>
                  <a:lnTo>
                    <a:pt x="861402" y="1545922"/>
                  </a:lnTo>
                  <a:lnTo>
                    <a:pt x="900240" y="1544177"/>
                  </a:lnTo>
                  <a:lnTo>
                    <a:pt x="972435" y="1528272"/>
                  </a:lnTo>
                  <a:lnTo>
                    <a:pt x="1036435" y="1496329"/>
                  </a:lnTo>
                  <a:lnTo>
                    <a:pt x="1091176" y="1448966"/>
                  </a:lnTo>
                  <a:lnTo>
                    <a:pt x="1135596" y="1386799"/>
                  </a:lnTo>
                  <a:lnTo>
                    <a:pt x="1153603" y="1350357"/>
                  </a:lnTo>
                  <a:lnTo>
                    <a:pt x="1168631" y="1310446"/>
                  </a:lnTo>
                  <a:lnTo>
                    <a:pt x="1180546" y="1267143"/>
                  </a:lnTo>
                  <a:lnTo>
                    <a:pt x="1189216" y="1220525"/>
                  </a:lnTo>
                  <a:lnTo>
                    <a:pt x="1194509" y="1170668"/>
                  </a:lnTo>
                  <a:lnTo>
                    <a:pt x="1196290" y="1117651"/>
                  </a:lnTo>
                  <a:lnTo>
                    <a:pt x="1195099" y="1073230"/>
                  </a:lnTo>
                  <a:lnTo>
                    <a:pt x="1191601" y="1028203"/>
                  </a:lnTo>
                  <a:lnTo>
                    <a:pt x="1185866" y="982691"/>
                  </a:lnTo>
                  <a:lnTo>
                    <a:pt x="1177965" y="936815"/>
                  </a:lnTo>
                  <a:lnTo>
                    <a:pt x="1167968" y="890697"/>
                  </a:lnTo>
                  <a:lnTo>
                    <a:pt x="1155945" y="844458"/>
                  </a:lnTo>
                  <a:lnTo>
                    <a:pt x="1141965" y="798220"/>
                  </a:lnTo>
                  <a:lnTo>
                    <a:pt x="1126099" y="752104"/>
                  </a:lnTo>
                  <a:lnTo>
                    <a:pt x="1108418" y="706231"/>
                  </a:lnTo>
                  <a:lnTo>
                    <a:pt x="1088990" y="660723"/>
                  </a:lnTo>
                  <a:lnTo>
                    <a:pt x="1067887" y="615702"/>
                  </a:lnTo>
                  <a:lnTo>
                    <a:pt x="1045178" y="571288"/>
                  </a:lnTo>
                  <a:lnTo>
                    <a:pt x="1020934" y="527603"/>
                  </a:lnTo>
                  <a:lnTo>
                    <a:pt x="995224" y="484769"/>
                  </a:lnTo>
                  <a:lnTo>
                    <a:pt x="968119" y="442906"/>
                  </a:lnTo>
                  <a:lnTo>
                    <a:pt x="939688" y="402137"/>
                  </a:lnTo>
                  <a:lnTo>
                    <a:pt x="910002" y="362583"/>
                  </a:lnTo>
                  <a:lnTo>
                    <a:pt x="879132" y="324364"/>
                  </a:lnTo>
                  <a:lnTo>
                    <a:pt x="847146" y="287603"/>
                  </a:lnTo>
                  <a:lnTo>
                    <a:pt x="814115" y="252421"/>
                  </a:lnTo>
                  <a:lnTo>
                    <a:pt x="780109" y="218939"/>
                  </a:lnTo>
                  <a:lnTo>
                    <a:pt x="745199" y="187279"/>
                  </a:lnTo>
                  <a:lnTo>
                    <a:pt x="709454" y="157562"/>
                  </a:lnTo>
                  <a:lnTo>
                    <a:pt x="672945" y="129909"/>
                  </a:lnTo>
                  <a:lnTo>
                    <a:pt x="635741" y="104442"/>
                  </a:lnTo>
                  <a:lnTo>
                    <a:pt x="597913" y="81283"/>
                  </a:lnTo>
                  <a:lnTo>
                    <a:pt x="551169" y="56426"/>
                  </a:lnTo>
                  <a:lnTo>
                    <a:pt x="505410" y="36196"/>
                  </a:lnTo>
                  <a:lnTo>
                    <a:pt x="460770" y="20516"/>
                  </a:lnTo>
                  <a:lnTo>
                    <a:pt x="417381" y="9308"/>
                  </a:lnTo>
                  <a:lnTo>
                    <a:pt x="375376" y="2495"/>
                  </a:lnTo>
                  <a:lnTo>
                    <a:pt x="334888" y="0"/>
                  </a:lnTo>
                  <a:lnTo>
                    <a:pt x="296049" y="1745"/>
                  </a:lnTo>
                  <a:lnTo>
                    <a:pt x="223855" y="17650"/>
                  </a:lnTo>
                  <a:lnTo>
                    <a:pt x="159855" y="49593"/>
                  </a:lnTo>
                  <a:lnTo>
                    <a:pt x="105113" y="96956"/>
                  </a:lnTo>
                  <a:lnTo>
                    <a:pt x="60694" y="159123"/>
                  </a:lnTo>
                  <a:lnTo>
                    <a:pt x="42687" y="195564"/>
                  </a:lnTo>
                  <a:lnTo>
                    <a:pt x="27659" y="235475"/>
                  </a:lnTo>
                  <a:lnTo>
                    <a:pt x="15744" y="278779"/>
                  </a:lnTo>
                  <a:lnTo>
                    <a:pt x="7073" y="325397"/>
                  </a:lnTo>
                  <a:lnTo>
                    <a:pt x="1781" y="375253"/>
                  </a:lnTo>
                  <a:lnTo>
                    <a:pt x="0" y="428271"/>
                  </a:lnTo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37375" y="1235202"/>
              <a:ext cx="1007110" cy="1560195"/>
            </a:xfrm>
            <a:custGeom>
              <a:avLst/>
              <a:gdLst/>
              <a:ahLst/>
              <a:cxnLst/>
              <a:rect l="l" t="t" r="r" b="b"/>
              <a:pathLst>
                <a:path w="1007109" h="1560195">
                  <a:moveTo>
                    <a:pt x="0" y="92963"/>
                  </a:moveTo>
                  <a:lnTo>
                    <a:pt x="161543" y="0"/>
                  </a:lnTo>
                </a:path>
                <a:path w="1007109" h="1560195">
                  <a:moveTo>
                    <a:pt x="845057" y="1559813"/>
                  </a:moveTo>
                  <a:lnTo>
                    <a:pt x="1006601" y="1466849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6707885" y="4946904"/>
            <a:ext cx="0" cy="247015"/>
          </a:xfrm>
          <a:custGeom>
            <a:avLst/>
            <a:gdLst/>
            <a:ahLst/>
            <a:cxnLst/>
            <a:rect l="l" t="t" r="r" b="b"/>
            <a:pathLst>
              <a:path h="247014">
                <a:moveTo>
                  <a:pt x="0" y="0"/>
                </a:moveTo>
                <a:lnTo>
                  <a:pt x="0" y="0"/>
                </a:lnTo>
                <a:lnTo>
                  <a:pt x="0" y="85343"/>
                </a:lnTo>
                <a:lnTo>
                  <a:pt x="0" y="102107"/>
                </a:lnTo>
              </a:path>
              <a:path h="247014">
                <a:moveTo>
                  <a:pt x="0" y="144779"/>
                </a:moveTo>
                <a:lnTo>
                  <a:pt x="0" y="144779"/>
                </a:lnTo>
                <a:lnTo>
                  <a:pt x="0" y="245363"/>
                </a:lnTo>
                <a:lnTo>
                  <a:pt x="0" y="24688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07885" y="3986022"/>
            <a:ext cx="0" cy="247015"/>
          </a:xfrm>
          <a:custGeom>
            <a:avLst/>
            <a:gdLst/>
            <a:ahLst/>
            <a:cxnLst/>
            <a:rect l="l" t="t" r="r" b="b"/>
            <a:pathLst>
              <a:path h="247014">
                <a:moveTo>
                  <a:pt x="0" y="0"/>
                </a:moveTo>
                <a:lnTo>
                  <a:pt x="0" y="0"/>
                </a:lnTo>
                <a:lnTo>
                  <a:pt x="0" y="85343"/>
                </a:lnTo>
                <a:lnTo>
                  <a:pt x="0" y="102107"/>
                </a:lnTo>
              </a:path>
              <a:path h="247014">
                <a:moveTo>
                  <a:pt x="0" y="144779"/>
                </a:moveTo>
                <a:lnTo>
                  <a:pt x="0" y="144779"/>
                </a:lnTo>
                <a:lnTo>
                  <a:pt x="0" y="245363"/>
                </a:lnTo>
                <a:lnTo>
                  <a:pt x="0" y="24688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039355" y="4216908"/>
            <a:ext cx="0" cy="1066165"/>
          </a:xfrm>
          <a:custGeom>
            <a:avLst/>
            <a:gdLst/>
            <a:ahLst/>
            <a:cxnLst/>
            <a:rect l="l" t="t" r="r" b="b"/>
            <a:pathLst>
              <a:path h="1066164">
                <a:moveTo>
                  <a:pt x="0" y="0"/>
                </a:moveTo>
                <a:lnTo>
                  <a:pt x="0" y="0"/>
                </a:lnTo>
                <a:lnTo>
                  <a:pt x="0" y="1064513"/>
                </a:lnTo>
                <a:lnTo>
                  <a:pt x="0" y="1066037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09993" y="3903726"/>
            <a:ext cx="0" cy="1692910"/>
          </a:xfrm>
          <a:custGeom>
            <a:avLst/>
            <a:gdLst/>
            <a:ahLst/>
            <a:cxnLst/>
            <a:rect l="l" t="t" r="r" b="b"/>
            <a:pathLst>
              <a:path h="1692910">
                <a:moveTo>
                  <a:pt x="0" y="0"/>
                </a:moveTo>
                <a:lnTo>
                  <a:pt x="0" y="0"/>
                </a:lnTo>
                <a:lnTo>
                  <a:pt x="0" y="1690877"/>
                </a:lnTo>
                <a:lnTo>
                  <a:pt x="0" y="1692401"/>
                </a:lnTo>
              </a:path>
            </a:pathLst>
          </a:custGeom>
          <a:ln w="182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6572250" y="3894582"/>
            <a:ext cx="467359" cy="1710689"/>
            <a:chOff x="6572250" y="3894582"/>
            <a:chExt cx="467359" cy="1710689"/>
          </a:xfrm>
        </p:grpSpPr>
        <p:sp>
          <p:nvSpPr>
            <p:cNvPr id="37" name="object 37"/>
            <p:cNvSpPr/>
            <p:nvPr/>
          </p:nvSpPr>
          <p:spPr>
            <a:xfrm>
              <a:off x="6581393" y="3903726"/>
              <a:ext cx="0" cy="1692910"/>
            </a:xfrm>
            <a:custGeom>
              <a:avLst/>
              <a:gdLst/>
              <a:ahLst/>
              <a:cxnLst/>
              <a:rect l="l" t="t" r="r" b="b"/>
              <a:pathLst>
                <a:path h="1692910">
                  <a:moveTo>
                    <a:pt x="0" y="0"/>
                  </a:moveTo>
                  <a:lnTo>
                    <a:pt x="0" y="0"/>
                  </a:lnTo>
                  <a:lnTo>
                    <a:pt x="0" y="1690877"/>
                  </a:lnTo>
                  <a:lnTo>
                    <a:pt x="0" y="169240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581393" y="3986022"/>
              <a:ext cx="228600" cy="1207770"/>
            </a:xfrm>
            <a:custGeom>
              <a:avLst/>
              <a:gdLst/>
              <a:ahLst/>
              <a:cxnLst/>
              <a:rect l="l" t="t" r="r" b="b"/>
              <a:pathLst>
                <a:path w="228600" h="1207770">
                  <a:moveTo>
                    <a:pt x="0" y="960881"/>
                  </a:moveTo>
                  <a:lnTo>
                    <a:pt x="126491" y="960881"/>
                  </a:lnTo>
                </a:path>
                <a:path w="228600" h="1207770">
                  <a:moveTo>
                    <a:pt x="0" y="1207769"/>
                  </a:moveTo>
                  <a:lnTo>
                    <a:pt x="126491" y="1207769"/>
                  </a:lnTo>
                </a:path>
                <a:path w="228600" h="1207770">
                  <a:moveTo>
                    <a:pt x="126491" y="1008887"/>
                  </a:moveTo>
                  <a:lnTo>
                    <a:pt x="228599" y="1008887"/>
                  </a:lnTo>
                </a:path>
                <a:path w="228600" h="1207770">
                  <a:moveTo>
                    <a:pt x="126491" y="1159001"/>
                  </a:moveTo>
                  <a:lnTo>
                    <a:pt x="228599" y="1159001"/>
                  </a:lnTo>
                </a:path>
                <a:path w="228600" h="1207770">
                  <a:moveTo>
                    <a:pt x="0" y="0"/>
                  </a:moveTo>
                  <a:lnTo>
                    <a:pt x="126491" y="0"/>
                  </a:lnTo>
                </a:path>
                <a:path w="228600" h="1207770">
                  <a:moveTo>
                    <a:pt x="0" y="246887"/>
                  </a:moveTo>
                  <a:lnTo>
                    <a:pt x="126491" y="246887"/>
                  </a:lnTo>
                </a:path>
                <a:path w="228600" h="1207770">
                  <a:moveTo>
                    <a:pt x="126491" y="48767"/>
                  </a:moveTo>
                  <a:lnTo>
                    <a:pt x="228599" y="48767"/>
                  </a:lnTo>
                </a:path>
                <a:path w="228600" h="1207770">
                  <a:moveTo>
                    <a:pt x="126491" y="198881"/>
                  </a:moveTo>
                  <a:lnTo>
                    <a:pt x="228599" y="198881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81393" y="3903726"/>
              <a:ext cx="458470" cy="1692910"/>
            </a:xfrm>
            <a:custGeom>
              <a:avLst/>
              <a:gdLst/>
              <a:ahLst/>
              <a:cxnLst/>
              <a:rect l="l" t="t" r="r" b="b"/>
              <a:pathLst>
                <a:path w="458470" h="1692910">
                  <a:moveTo>
                    <a:pt x="228599" y="313181"/>
                  </a:moveTo>
                  <a:lnTo>
                    <a:pt x="457961" y="313181"/>
                  </a:lnTo>
                </a:path>
                <a:path w="458470" h="1692910">
                  <a:moveTo>
                    <a:pt x="228599" y="1379219"/>
                  </a:moveTo>
                  <a:lnTo>
                    <a:pt x="457961" y="1379219"/>
                  </a:lnTo>
                </a:path>
                <a:path w="458470" h="1692910">
                  <a:moveTo>
                    <a:pt x="0" y="0"/>
                  </a:moveTo>
                  <a:lnTo>
                    <a:pt x="228599" y="0"/>
                  </a:lnTo>
                </a:path>
                <a:path w="458470" h="1692910">
                  <a:moveTo>
                    <a:pt x="0" y="1692401"/>
                  </a:moveTo>
                  <a:lnTo>
                    <a:pt x="228599" y="1692401"/>
                  </a:lnTo>
                </a:path>
              </a:pathLst>
            </a:custGeom>
            <a:ln w="182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0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600438" y="7772400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5">
                <a:moveTo>
                  <a:pt x="0" y="0"/>
                </a:moveTo>
                <a:lnTo>
                  <a:pt x="45643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0" y="1524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0" y="7315961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5">
                <a:moveTo>
                  <a:pt x="0" y="0"/>
                </a:moveTo>
                <a:lnTo>
                  <a:pt x="0" y="456437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949189" y="7425690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137159"/>
                </a:moveTo>
                <a:lnTo>
                  <a:pt x="0" y="137159"/>
                </a:lnTo>
              </a:path>
              <a:path w="158750" h="228600">
                <a:moveTo>
                  <a:pt x="158495" y="137159"/>
                </a:moveTo>
                <a:lnTo>
                  <a:pt x="79247" y="0"/>
                </a:lnTo>
                <a:lnTo>
                  <a:pt x="79247" y="228599"/>
                </a:lnTo>
              </a:path>
              <a:path w="158750" h="228600">
                <a:moveTo>
                  <a:pt x="79247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829038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137159" y="0"/>
                </a:moveTo>
                <a:lnTo>
                  <a:pt x="137159" y="158495"/>
                </a:lnTo>
              </a:path>
              <a:path w="227965" h="158750">
                <a:moveTo>
                  <a:pt x="137159" y="0"/>
                </a:moveTo>
                <a:lnTo>
                  <a:pt x="0" y="79247"/>
                </a:lnTo>
                <a:lnTo>
                  <a:pt x="227837" y="79247"/>
                </a:lnTo>
              </a:path>
              <a:path w="227965" h="158750">
                <a:moveTo>
                  <a:pt x="0" y="79247"/>
                </a:moveTo>
                <a:lnTo>
                  <a:pt x="137159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6357175" y="3187255"/>
            <a:ext cx="1398905" cy="1456690"/>
            <a:chOff x="6357175" y="3187255"/>
            <a:chExt cx="1398905" cy="1456690"/>
          </a:xfrm>
        </p:grpSpPr>
        <p:sp>
          <p:nvSpPr>
            <p:cNvPr id="47" name="object 47"/>
            <p:cNvSpPr/>
            <p:nvPr/>
          </p:nvSpPr>
          <p:spPr>
            <a:xfrm>
              <a:off x="7084313" y="4217670"/>
              <a:ext cx="666750" cy="421640"/>
            </a:xfrm>
            <a:custGeom>
              <a:avLst/>
              <a:gdLst/>
              <a:ahLst/>
              <a:cxnLst/>
              <a:rect l="l" t="t" r="r" b="b"/>
              <a:pathLst>
                <a:path w="666750" h="421639">
                  <a:moveTo>
                    <a:pt x="0" y="0"/>
                  </a:moveTo>
                  <a:lnTo>
                    <a:pt x="666749" y="0"/>
                  </a:lnTo>
                </a:path>
                <a:path w="666750" h="421639">
                  <a:moveTo>
                    <a:pt x="575309" y="109727"/>
                  </a:moveTo>
                  <a:lnTo>
                    <a:pt x="575309" y="421385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641336" y="421767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18287" y="0"/>
                  </a:moveTo>
                  <a:lnTo>
                    <a:pt x="0" y="109727"/>
                  </a:lnTo>
                  <a:lnTo>
                    <a:pt x="36575" y="109727"/>
                  </a:lnTo>
                  <a:lnTo>
                    <a:pt x="18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641336" y="4217670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109727"/>
                  </a:moveTo>
                  <a:lnTo>
                    <a:pt x="36575" y="109727"/>
                  </a:lnTo>
                  <a:lnTo>
                    <a:pt x="18287" y="0"/>
                  </a:lnTo>
                  <a:lnTo>
                    <a:pt x="0" y="1097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61938" y="3502152"/>
              <a:ext cx="668020" cy="356870"/>
            </a:xfrm>
            <a:custGeom>
              <a:avLst/>
              <a:gdLst/>
              <a:ahLst/>
              <a:cxnLst/>
              <a:rect l="l" t="t" r="r" b="b"/>
              <a:pathLst>
                <a:path w="668020" h="356870">
                  <a:moveTo>
                    <a:pt x="219455" y="356615"/>
                  </a:moveTo>
                  <a:lnTo>
                    <a:pt x="219455" y="0"/>
                  </a:lnTo>
                </a:path>
                <a:path w="668020" h="356870">
                  <a:moveTo>
                    <a:pt x="448055" y="356615"/>
                  </a:moveTo>
                  <a:lnTo>
                    <a:pt x="448055" y="0"/>
                  </a:lnTo>
                </a:path>
                <a:path w="668020" h="356870">
                  <a:moveTo>
                    <a:pt x="109727" y="91439"/>
                  </a:moveTo>
                  <a:lnTo>
                    <a:pt x="0" y="91439"/>
                  </a:lnTo>
                </a:path>
                <a:path w="668020" h="356870">
                  <a:moveTo>
                    <a:pt x="557783" y="91439"/>
                  </a:moveTo>
                  <a:lnTo>
                    <a:pt x="667511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471666" y="3575304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471666" y="3575304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809994" y="3575304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809994" y="3575304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81394" y="3192018"/>
              <a:ext cx="567055" cy="980440"/>
            </a:xfrm>
            <a:custGeom>
              <a:avLst/>
              <a:gdLst/>
              <a:ahLst/>
              <a:cxnLst/>
              <a:rect l="l" t="t" r="r" b="b"/>
              <a:pathLst>
                <a:path w="567054" h="980439">
                  <a:moveTo>
                    <a:pt x="0" y="666749"/>
                  </a:moveTo>
                  <a:lnTo>
                    <a:pt x="0" y="0"/>
                  </a:lnTo>
                </a:path>
                <a:path w="567054" h="980439">
                  <a:moveTo>
                    <a:pt x="457199" y="979931"/>
                  </a:moveTo>
                  <a:lnTo>
                    <a:pt x="457199" y="0"/>
                  </a:lnTo>
                </a:path>
                <a:path w="567054" h="980439">
                  <a:moveTo>
                    <a:pt x="109727" y="91439"/>
                  </a:moveTo>
                  <a:lnTo>
                    <a:pt x="347471" y="91439"/>
                  </a:lnTo>
                </a:path>
                <a:path w="567054" h="980439">
                  <a:moveTo>
                    <a:pt x="457199" y="91439"/>
                  </a:moveTo>
                  <a:lnTo>
                    <a:pt x="566927" y="91439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81394" y="326517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0" y="18287"/>
                  </a:lnTo>
                  <a:lnTo>
                    <a:pt x="109727" y="3657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581394" y="326517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109727" y="0"/>
                  </a:moveTo>
                  <a:lnTo>
                    <a:pt x="109727" y="36575"/>
                  </a:lnTo>
                  <a:lnTo>
                    <a:pt x="0" y="18287"/>
                  </a:lnTo>
                  <a:lnTo>
                    <a:pt x="10972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928866" y="326517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928866" y="3265170"/>
              <a:ext cx="109855" cy="36830"/>
            </a:xfrm>
            <a:custGeom>
              <a:avLst/>
              <a:gdLst/>
              <a:ahLst/>
              <a:cxnLst/>
              <a:rect l="l" t="t" r="r" b="b"/>
              <a:pathLst>
                <a:path w="109854" h="36829">
                  <a:moveTo>
                    <a:pt x="0" y="0"/>
                  </a:moveTo>
                  <a:lnTo>
                    <a:pt x="0" y="36575"/>
                  </a:lnTo>
                  <a:lnTo>
                    <a:pt x="109727" y="182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/>
          <p:nvPr/>
        </p:nvSpPr>
        <p:spPr>
          <a:xfrm>
            <a:off x="4097273" y="3457955"/>
            <a:ext cx="109855" cy="109855"/>
          </a:xfrm>
          <a:custGeom>
            <a:avLst/>
            <a:gdLst/>
            <a:ahLst/>
            <a:cxnLst/>
            <a:rect l="l" t="t" r="r" b="b"/>
            <a:pathLst>
              <a:path w="109854" h="109854">
                <a:moveTo>
                  <a:pt x="0" y="0"/>
                </a:moveTo>
                <a:lnTo>
                  <a:pt x="109727" y="0"/>
                </a:lnTo>
              </a:path>
              <a:path w="109854" h="109854">
                <a:moveTo>
                  <a:pt x="54863" y="0"/>
                </a:moveTo>
                <a:lnTo>
                  <a:pt x="54863" y="109727"/>
                </a:lnTo>
                <a:lnTo>
                  <a:pt x="17525" y="43433"/>
                </a:lnTo>
              </a:path>
              <a:path w="109854" h="109854">
                <a:moveTo>
                  <a:pt x="54863" y="109727"/>
                </a:moveTo>
                <a:lnTo>
                  <a:pt x="92963" y="43433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221360" y="341757"/>
          <a:ext cx="9601199" cy="7074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34075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201035">
                        <a:lnSpc>
                          <a:spcPct val="100000"/>
                        </a:lnSpc>
                        <a:tabLst>
                          <a:tab pos="6961505" algn="l"/>
                        </a:tabLst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3X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Ø.164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THRU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800" spc="-37" baseline="16203" dirty="0">
                          <a:latin typeface="Arial MT"/>
                          <a:cs typeface="Arial MT"/>
                        </a:rPr>
                        <a:t>.5</a:t>
                      </a:r>
                      <a:endParaRPr sz="1800" baseline="16203">
                        <a:latin typeface="Arial MT"/>
                        <a:cs typeface="Arial MT"/>
                      </a:endParaRPr>
                    </a:p>
                    <a:p>
                      <a:pPr marL="3483610">
                        <a:lnSpc>
                          <a:spcPct val="100000"/>
                        </a:lnSpc>
                        <a:spcBef>
                          <a:spcPts val="35"/>
                        </a:spcBef>
                        <a:tabLst>
                          <a:tab pos="4032250" algn="l"/>
                          <a:tab pos="6842125" algn="l"/>
                        </a:tabLst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Ø.27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.164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800" spc="-37" baseline="-30092" dirty="0">
                          <a:latin typeface="Arial MT"/>
                          <a:cs typeface="Arial MT"/>
                        </a:rPr>
                        <a:t>.25</a:t>
                      </a:r>
                      <a:endParaRPr sz="1800" baseline="-30092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97548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1.165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5509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Ø1.85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265">
                <a:tc rowSpan="4">
                  <a:txBody>
                    <a:bodyPr/>
                    <a:lstStyle/>
                    <a:p>
                      <a:pPr marL="90296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.020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902969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.010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902969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X.XXX = +/-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.005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3930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Walton</a:t>
                      </a:r>
                      <a:r>
                        <a:rPr sz="15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High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School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Engineering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4139">
                        <a:lnSpc>
                          <a:spcPts val="1040"/>
                        </a:lnSpc>
                        <a:spcBef>
                          <a:spcPts val="170"/>
                        </a:spcBef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DATE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114300">
                        <a:lnSpc>
                          <a:spcPts val="1280"/>
                        </a:lnSpc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3/14/2024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marL="45720">
                        <a:lnSpc>
                          <a:spcPts val="1650"/>
                        </a:lnSpc>
                        <a:tabLst>
                          <a:tab pos="795020" algn="l"/>
                        </a:tabLst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Arbor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Press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SIZE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7150" marR="664845" indent="-6350">
                        <a:lnSpc>
                          <a:spcPts val="1070"/>
                        </a:lnSpc>
                        <a:spcBef>
                          <a:spcPts val="325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CLASS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IED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ts val="1019"/>
                        </a:lnSpc>
                        <a:spcBef>
                          <a:spcPts val="170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TITLE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 marL="57150">
                        <a:lnSpc>
                          <a:spcPts val="126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Part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15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Gear Plate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Multiview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" marR="139700" indent="-10160">
                        <a:lnSpc>
                          <a:spcPts val="1030"/>
                        </a:lnSpc>
                        <a:spcBef>
                          <a:spcPts val="30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PER </a:t>
                      </a: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baseline="2777" dirty="0">
                          <a:latin typeface="Arial MT"/>
                          <a:cs typeface="Arial MT"/>
                        </a:rPr>
                        <a:t>SCALE</a:t>
                      </a:r>
                      <a:r>
                        <a:rPr sz="1500" spc="517" baseline="2777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1:1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65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500" baseline="8333" dirty="0">
                          <a:latin typeface="Arial MT"/>
                          <a:cs typeface="Arial MT"/>
                        </a:rPr>
                        <a:t>AUTHOR</a:t>
                      </a:r>
                      <a:r>
                        <a:rPr sz="1500" spc="615" baseline="8333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Siddharth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Gupta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SHEET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latin typeface="Arial MT"/>
                          <a:cs typeface="Arial MT"/>
                        </a:rPr>
                        <a:t>1/1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" name="object 62"/>
          <p:cNvSpPr/>
          <p:nvPr/>
        </p:nvSpPr>
        <p:spPr>
          <a:xfrm>
            <a:off x="4949189" y="211074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949189" y="119634"/>
            <a:ext cx="158750" cy="228600"/>
          </a:xfrm>
          <a:custGeom>
            <a:avLst/>
            <a:gdLst/>
            <a:ahLst/>
            <a:cxnLst/>
            <a:rect l="l" t="t" r="r" b="b"/>
            <a:pathLst>
              <a:path w="158750" h="228600">
                <a:moveTo>
                  <a:pt x="158495" y="91439"/>
                </a:moveTo>
                <a:lnTo>
                  <a:pt x="79247" y="228599"/>
                </a:lnTo>
                <a:lnTo>
                  <a:pt x="79247" y="0"/>
                </a:lnTo>
              </a:path>
              <a:path w="158750" h="228600">
                <a:moveTo>
                  <a:pt x="79247" y="228599"/>
                </a:moveTo>
                <a:lnTo>
                  <a:pt x="0" y="91439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0" y="3807714"/>
            <a:ext cx="227965" cy="158750"/>
          </a:xfrm>
          <a:custGeom>
            <a:avLst/>
            <a:gdLst/>
            <a:ahLst/>
            <a:cxnLst/>
            <a:rect l="l" t="t" r="r" b="b"/>
            <a:pathLst>
              <a:path w="227965" h="158750">
                <a:moveTo>
                  <a:pt x="90677" y="0"/>
                </a:moveTo>
                <a:lnTo>
                  <a:pt x="90677" y="158495"/>
                </a:lnTo>
              </a:path>
              <a:path w="227965" h="158750">
                <a:moveTo>
                  <a:pt x="90677" y="0"/>
                </a:moveTo>
                <a:lnTo>
                  <a:pt x="227837" y="79247"/>
                </a:lnTo>
                <a:lnTo>
                  <a:pt x="0" y="79247"/>
                </a:lnTo>
              </a:path>
              <a:path w="227965" h="158750">
                <a:moveTo>
                  <a:pt x="227837" y="79247"/>
                </a:moveTo>
                <a:lnTo>
                  <a:pt x="90677" y="158495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5" name="object 6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56453" y="6289547"/>
            <a:ext cx="327660" cy="326897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2718053" y="4077461"/>
            <a:ext cx="64135" cy="64769"/>
          </a:xfrm>
          <a:custGeom>
            <a:avLst/>
            <a:gdLst/>
            <a:ahLst/>
            <a:cxnLst/>
            <a:rect l="l" t="t" r="r" b="b"/>
            <a:pathLst>
              <a:path w="64135" h="64770">
                <a:moveTo>
                  <a:pt x="0" y="32765"/>
                </a:moveTo>
                <a:lnTo>
                  <a:pt x="64007" y="32765"/>
                </a:lnTo>
              </a:path>
              <a:path w="64135" h="64770">
                <a:moveTo>
                  <a:pt x="32003" y="64769"/>
                </a:moveTo>
                <a:lnTo>
                  <a:pt x="3200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564891" y="4110228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846069" y="4110228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750057" y="420624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391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750057" y="3925061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391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272027" y="5037582"/>
            <a:ext cx="64135" cy="64769"/>
          </a:xfrm>
          <a:custGeom>
            <a:avLst/>
            <a:gdLst/>
            <a:ahLst/>
            <a:cxnLst/>
            <a:rect l="l" t="t" r="r" b="b"/>
            <a:pathLst>
              <a:path w="64135" h="64770">
                <a:moveTo>
                  <a:pt x="0" y="32765"/>
                </a:moveTo>
                <a:lnTo>
                  <a:pt x="64007" y="32765"/>
                </a:lnTo>
              </a:path>
              <a:path w="64135" h="64770">
                <a:moveTo>
                  <a:pt x="32003" y="64769"/>
                </a:moveTo>
                <a:lnTo>
                  <a:pt x="3200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119627" y="5070347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400805" y="5070347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304032" y="516636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391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304032" y="4885182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391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163317" y="5037582"/>
            <a:ext cx="64769" cy="64769"/>
          </a:xfrm>
          <a:custGeom>
            <a:avLst/>
            <a:gdLst/>
            <a:ahLst/>
            <a:cxnLst/>
            <a:rect l="l" t="t" r="r" b="b"/>
            <a:pathLst>
              <a:path w="64769" h="64770">
                <a:moveTo>
                  <a:pt x="0" y="32765"/>
                </a:moveTo>
                <a:lnTo>
                  <a:pt x="64769" y="32765"/>
                </a:lnTo>
              </a:path>
              <a:path w="64769" h="64770">
                <a:moveTo>
                  <a:pt x="32003" y="64769"/>
                </a:moveTo>
                <a:lnTo>
                  <a:pt x="32003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010917" y="5070347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292095" y="5070347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>
                <a:moveTo>
                  <a:pt x="0" y="0"/>
                </a:moveTo>
                <a:lnTo>
                  <a:pt x="88391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195322" y="516636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391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195322" y="4885182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391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1" name="object 81"/>
          <p:cNvGrpSpPr/>
          <p:nvPr/>
        </p:nvGrpSpPr>
        <p:grpSpPr>
          <a:xfrm>
            <a:off x="3326891" y="5368290"/>
            <a:ext cx="407670" cy="320040"/>
            <a:chOff x="3326891" y="5368290"/>
            <a:chExt cx="407670" cy="320040"/>
          </a:xfrm>
        </p:grpSpPr>
        <p:sp>
          <p:nvSpPr>
            <p:cNvPr id="82" name="object 82"/>
            <p:cNvSpPr/>
            <p:nvPr/>
          </p:nvSpPr>
          <p:spPr>
            <a:xfrm>
              <a:off x="3401567" y="5449062"/>
              <a:ext cx="328930" cy="234950"/>
            </a:xfrm>
            <a:custGeom>
              <a:avLst/>
              <a:gdLst/>
              <a:ahLst/>
              <a:cxnLst/>
              <a:rect l="l" t="t" r="r" b="b"/>
              <a:pathLst>
                <a:path w="328929" h="234950">
                  <a:moveTo>
                    <a:pt x="328421" y="234695"/>
                  </a:moveTo>
                  <a:lnTo>
                    <a:pt x="218693" y="234695"/>
                  </a:lnTo>
                  <a:lnTo>
                    <a:pt x="0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6891" y="5368290"/>
              <a:ext cx="87629" cy="92963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7084314" y="4860797"/>
            <a:ext cx="666750" cy="426084"/>
            <a:chOff x="7084314" y="4860797"/>
            <a:chExt cx="666750" cy="426084"/>
          </a:xfrm>
        </p:grpSpPr>
        <p:sp>
          <p:nvSpPr>
            <p:cNvPr id="85" name="object 85"/>
            <p:cNvSpPr/>
            <p:nvPr/>
          </p:nvSpPr>
          <p:spPr>
            <a:xfrm>
              <a:off x="7084314" y="4860797"/>
              <a:ext cx="666750" cy="421640"/>
            </a:xfrm>
            <a:custGeom>
              <a:avLst/>
              <a:gdLst/>
              <a:ahLst/>
              <a:cxnLst/>
              <a:rect l="l" t="t" r="r" b="b"/>
              <a:pathLst>
                <a:path w="666750" h="421639">
                  <a:moveTo>
                    <a:pt x="0" y="421385"/>
                  </a:moveTo>
                  <a:lnTo>
                    <a:pt x="666749" y="421385"/>
                  </a:lnTo>
                </a:path>
                <a:path w="666750" h="421639">
                  <a:moveTo>
                    <a:pt x="575309" y="311657"/>
                  </a:moveTo>
                  <a:lnTo>
                    <a:pt x="575309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641336" y="517245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36575" y="0"/>
                  </a:moveTo>
                  <a:lnTo>
                    <a:pt x="0" y="0"/>
                  </a:lnTo>
                  <a:lnTo>
                    <a:pt x="18287" y="109727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641336" y="5172455"/>
              <a:ext cx="36830" cy="109855"/>
            </a:xfrm>
            <a:custGeom>
              <a:avLst/>
              <a:gdLst/>
              <a:ahLst/>
              <a:cxnLst/>
              <a:rect l="l" t="t" r="r" b="b"/>
              <a:pathLst>
                <a:path w="36829" h="109854">
                  <a:moveTo>
                    <a:pt x="0" y="0"/>
                  </a:moveTo>
                  <a:lnTo>
                    <a:pt x="36575" y="0"/>
                  </a:lnTo>
                  <a:lnTo>
                    <a:pt x="18287" y="10972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/>
          <p:nvPr/>
        </p:nvSpPr>
        <p:spPr>
          <a:xfrm>
            <a:off x="3439667" y="3457955"/>
            <a:ext cx="219710" cy="109855"/>
          </a:xfrm>
          <a:custGeom>
            <a:avLst/>
            <a:gdLst/>
            <a:ahLst/>
            <a:cxnLst/>
            <a:rect l="l" t="t" r="r" b="b"/>
            <a:pathLst>
              <a:path w="219710" h="109854">
                <a:moveTo>
                  <a:pt x="0" y="0"/>
                </a:moveTo>
                <a:lnTo>
                  <a:pt x="0" y="109727"/>
                </a:lnTo>
                <a:lnTo>
                  <a:pt x="219455" y="109727"/>
                </a:lnTo>
                <a:lnTo>
                  <a:pt x="219455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89"/>
          <p:cNvGrpSpPr/>
          <p:nvPr/>
        </p:nvGrpSpPr>
        <p:grpSpPr>
          <a:xfrm>
            <a:off x="2825495" y="3319272"/>
            <a:ext cx="553720" cy="693420"/>
            <a:chOff x="2825495" y="3319272"/>
            <a:chExt cx="553720" cy="693420"/>
          </a:xfrm>
        </p:grpSpPr>
        <p:sp>
          <p:nvSpPr>
            <p:cNvPr id="90" name="object 90"/>
            <p:cNvSpPr/>
            <p:nvPr/>
          </p:nvSpPr>
          <p:spPr>
            <a:xfrm>
              <a:off x="2825495" y="3905250"/>
              <a:ext cx="62865" cy="107950"/>
            </a:xfrm>
            <a:custGeom>
              <a:avLst/>
              <a:gdLst/>
              <a:ahLst/>
              <a:cxnLst/>
              <a:rect l="l" t="t" r="r" b="b"/>
              <a:pathLst>
                <a:path w="62864" h="107950">
                  <a:moveTo>
                    <a:pt x="29717" y="0"/>
                  </a:moveTo>
                  <a:lnTo>
                    <a:pt x="0" y="107441"/>
                  </a:lnTo>
                  <a:lnTo>
                    <a:pt x="62483" y="15239"/>
                  </a:lnTo>
                  <a:lnTo>
                    <a:pt x="29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825495" y="3905250"/>
              <a:ext cx="62865" cy="107950"/>
            </a:xfrm>
            <a:custGeom>
              <a:avLst/>
              <a:gdLst/>
              <a:ahLst/>
              <a:cxnLst/>
              <a:rect l="l" t="t" r="r" b="b"/>
              <a:pathLst>
                <a:path w="62864" h="107950">
                  <a:moveTo>
                    <a:pt x="62483" y="15239"/>
                  </a:moveTo>
                  <a:lnTo>
                    <a:pt x="0" y="107441"/>
                  </a:lnTo>
                  <a:lnTo>
                    <a:pt x="29717" y="0"/>
                  </a:lnTo>
                  <a:lnTo>
                    <a:pt x="62483" y="1523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871977" y="3323844"/>
              <a:ext cx="502284" cy="589280"/>
            </a:xfrm>
            <a:custGeom>
              <a:avLst/>
              <a:gdLst/>
              <a:ahLst/>
              <a:cxnLst/>
              <a:rect l="l" t="t" r="r" b="b"/>
              <a:pathLst>
                <a:path w="502285" h="589279">
                  <a:moveTo>
                    <a:pt x="0" y="589025"/>
                  </a:moveTo>
                  <a:lnTo>
                    <a:pt x="273557" y="0"/>
                  </a:lnTo>
                  <a:lnTo>
                    <a:pt x="502157" y="0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/>
          <p:nvPr/>
        </p:nvSpPr>
        <p:spPr>
          <a:xfrm>
            <a:off x="6471665" y="4110228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594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471665" y="5070347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>
                <a:moveTo>
                  <a:pt x="0" y="0"/>
                </a:moveTo>
                <a:lnTo>
                  <a:pt x="345947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195322" y="1936242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947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750057" y="1936242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947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304032" y="1936242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947"/>
                </a:move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E3B8A9A-25BA-E540-FA62-074D9E6CE329}"/>
              </a:ext>
            </a:extLst>
          </p:cNvPr>
          <p:cNvSpPr txBox="1"/>
          <p:nvPr/>
        </p:nvSpPr>
        <p:spPr>
          <a:xfrm>
            <a:off x="5077605" y="6243191"/>
            <a:ext cx="4714617" cy="11423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975</Words>
  <Application>Microsoft Office PowerPoint</Application>
  <PresentationFormat>Custom</PresentationFormat>
  <Paragraphs>490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Siddharth Gupta</dc:creator>
  <cp:lastModifiedBy>Siddharth Gupta</cp:lastModifiedBy>
  <cp:revision>1</cp:revision>
  <dcterms:created xsi:type="dcterms:W3CDTF">2026-01-25T22:45:14Z</dcterms:created>
  <dcterms:modified xsi:type="dcterms:W3CDTF">2026-02-06T22:11:21Z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2026-01-25T00:00:00Z</vt:filetime>
  </property>
  <property fmtid="{D5CDD505-2E9C-101B-9397-08002B2CF9AE}" pid="3" name="LastSaved">
    <vt:filetime>2026-01-25T00:00:00Z</vt:filetime>
  </property>
  <property fmtid="{D5CDD505-2E9C-101B-9397-08002B2CF9AE}" pid="4" name="Producer">
    <vt:lpwstr>iLovePDF</vt:lpwstr>
  </property>
</Properties>
</file>